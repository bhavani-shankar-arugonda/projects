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17" r:id="rId4"/>
    <p:sldId id="318" r:id="rId5"/>
    <p:sldId id="319" r:id="rId6"/>
    <p:sldId id="320" r:id="rId7"/>
    <p:sldId id="321" r:id="rId8"/>
    <p:sldId id="322" r:id="rId9"/>
    <p:sldId id="303" r:id="rId10"/>
    <p:sldId id="304" r:id="rId11"/>
    <p:sldId id="309" r:id="rId12"/>
    <p:sldId id="306" r:id="rId13"/>
    <p:sldId id="310" r:id="rId14"/>
    <p:sldId id="311" r:id="rId15"/>
    <p:sldId id="31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>
        <p:scale>
          <a:sx n="93" d="100"/>
          <a:sy n="93" d="100"/>
        </p:scale>
        <p:origin x="-240" y="-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4:47:58"/>
    </inkml:context>
    <inkml:brush xml:id="br0">
      <inkml:brushProperty name="width" value="0.09333" units="cm"/>
      <inkml:brushProperty name="height" value="0.09333" units="cm"/>
      <inkml:brushProperty name="fitToCurve" value="1"/>
    </inkml:brush>
    <inkml:context xml:id="ctx1">
      <inkml:inkSource xml:id="inkSrc3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1-02-23T04:47:51.147"/>
    </inkml:context>
    <inkml:brush xml:id="br1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8456CB9B-EB8A-4B9B-B84F-4675B0F747F1}" emma:medium="tactile" emma:mode="ink">
          <msink:context xmlns:msink="http://schemas.microsoft.com/ink/2010/main" type="writingRegion" rotatedBoundingBox="2262,5514 31279,5253 31403,18940 2386,19202"/>
        </emma:interpretation>
      </emma:emma>
    </inkml:annotationXML>
    <inkml:traceGroup>
      <inkml:annotationXML>
        <emma:emma xmlns:emma="http://www.w3.org/2003/04/emma" version="1.0">
          <emma:interpretation id="{2A9A9E72-E1F9-4CDA-9CAB-69FD793D6364}" emma:medium="tactile" emma:mode="ink">
            <msink:context xmlns:msink="http://schemas.microsoft.com/ink/2010/main" type="paragraph" rotatedBoundingBox="4108,5486 22275,5535 22272,6701 4105,665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99BC0667-B7B8-473C-A994-EB7086FD22DD}" emma:medium="tactile" emma:mode="ink">
              <msink:context xmlns:msink="http://schemas.microsoft.com/ink/2010/main" type="line" rotatedBoundingBox="4108,5486 22275,5535 22272,6701 4105,6652"/>
            </emma:interpretation>
          </emma:emma>
        </inkml:annotationXML>
        <inkml:traceGroup>
          <inkml:annotationXML>
            <emma:emma xmlns:emma="http://www.w3.org/2003/04/emma" version="1.0">
              <emma:interpretation id="{EBF7EE84-D8E2-42DA-8E11-9FA9096A1664}" emma:medium="tactile" emma:mode="ink">
                <msink:context xmlns:msink="http://schemas.microsoft.com/ink/2010/main" type="inkWord" rotatedBoundingBox="4108,5486 6645,5493 6642,6581 4105,6574"/>
              </emma:interpretation>
            </emma:emma>
          </inkml:annotationXML>
          <inkml:trace contextRef="#ctx0" brushRef="#br0">-5149 281 13823 0,'-5'-8'1216'0,"-2"-1"-960"0,3 4-256 0,4 5 0 0,-5-7 2224 0,5 7 400 16,-1-9 64-16,1 9 32 0,0 0-1824 0,8-7-352 16,3 1-80-16,2 0-16 0,3 1-320 0,5 0-128 15,1-2 0-15,4 2 0 16,2 3 0-16,1 0 0 0,4 1 0 0,1-1 0 15,2 0 0-15,-1 1 0 0,-4-1 0 0,0 2 0 0,-2-2 0 16,1 0 0-16,-1 1 0 0,-5-1 0 0,-1-1 0 0,-3 3 128 16,-1-4-128-16,-1 1 0 15,-5-1 0-15,1 1 0 0,-2-2 0 0,-1-1 0 0,-3 1 0 16,1 0 0-16,-9 5 0 0,7-7 0 0,-2-2 0 0,-1 1-128 16,-3-1 128-16,-1 9-208 0,-1-10 208 0,-3 1 0 15,-1 2-160-15,5 7 160 16,-7-8 0-16,0 3-144 0,-3-1 144 0,-2 5 0 15,0 1-160-15,-6 7 160 0,-2-1-192 0,-1 1 192 0,-2 2 0 16,-2 0 0-16,-3-1-128 0,-1 3 128 0,-1 1 0 0,1 0 0 0,0 0 0 16,-3-2 0-1,5 2-128-15,1 0 128 0,2 0 0 0,1 0 0 0,4 1 0 16,4-3 0-16,3 4 0 0,3 1 0 0,2 1-128 0,4-4 128 0,3 2 0 0,5-2 0 0,4 0 0 31,3 0 0-31,3-2 0 0,4-1 0 0,7-2 0 0,9-2 0 16,3-2 0-16,3-1 0 0,2-4 144 0,0-1-144 0,2-4 160 0,-2-2-160 15,2 1 0 1,0-1 0-16,3-3 128 0,1-3-128 0,1-3 0 16,-2 4 0-16,-1 1 0 0,-4-1-128 0,-3 0 128 0,-6 0-160 0,-5 0 160 15,-4-1 0-15,-6-1 0 16,-6-3 0-16,-2-1 0 0,-8-3 128 0,-3-6-128 16,-3-6 192-16,-4-6-192 0,-4-6 144 0,-2-1-144 0,-5 0 0 0,-1-1 144 15,0 3-144-15,0 3 0 0,0 1 0 0,0 8 128 16,0 4-128-16,2 5 0 0,2 4 0 0,-1 2 0 15,2 7 0-15,1 1 0 0,0 3-144 0,1 3 144 0,2 1 0 0,1 3-128 16,9 1 128-16,0 0 0 16,0 0-160-16,-6 10 160 0,4 4-128 0,5-1 128 0,4-2 0 15,3 4 0-15,4 4 0 0,4 4 0 0,4 4 400 0,4 3 176 16,1 3 16-16,5 4 16 0,2 5 224 0,2 3 32 16,1-2 16-16,2-2 0 0,-1-1-208 0,0-4-32 15,-2-1-16-15,-1-4 0 0,-1-4-272 0,-1-1-48 0,-3 0-16 0,-1 0 0 16,-1 3-288-16,-3-3 128 0,0-3-128 0,-5-3 0 31,-2-1 0-31,-5-1-176 0,-2-5 0 0,-4 0-9536 16,-4-3-1904-16</inkml:trace>
          <inkml:trace contextRef="#ctx0" brushRef="#br0" timeOffset="154.7906">-4163 112 10127 0,'0'0'896'0,"-2"-8"-704"16,2-1-192-16,0 9 0 0,8-5 3424 0,6 0 656 0,5 1 128 0,5 2 16 16,4 1-3392-16,3-3-672 0,2 3-160 0,1-5 0 15,1-1 0-15,5 1 0 0,1-1 0 0,4 3-11264 0</inkml:trace>
          <inkml:trace contextRef="#ctx0" brushRef="#br0" timeOffset="-674.107">-5232-459 5519 0,'0'0'496'0,"4"-7"-496"0,-1-1 0 0,-3 8 0 0,3-11 1056 0,1 3 112 16,-4 8 32-16,0 0 0 0,5-9-784 0,-1 0-160 16,-4 9-16-16,3-10-16 15,-1 1-224-15,-2 9 0 0,0-10 128 0,0 0-128 16,-2-1 0-16,0 1 0 0,-1 1 0 0,3 9 0 16,-5-7 352-16,-1 0 32 0,6 7 304 15,0 0 80-15,0 0 0 0,-8 2 16 0,1 2 0 0,0 1-64 0,0 0-16 16,0 2 0-16,0 0 0 0,0-2 32 0,7-5 0 15,-5 10 0-15,0 1 0 0,0-1 48 0,1 4 16 16,1 3 0-16,0 2 0 0,-1-2-160 0,1 7-16 16,-1 6-16-16,-1 3 0 15,-2 3-64-15,0 7-16 0,0 5 0 0,0 6 0 16,0 6-192-16,-1-5-32 0,-2-3-16 0,-3-2 0 16,1-3-160-16,-1-6-128 0,-1-6 144 0,0 1-144 15,-2-2 128-15,1-1-128 0,-2-3 0 0,-2-3 0 16,-6 1 0-16,0-4 0 0,-5-3 0 0,-1-2 0 15,-2-2 144-15,-1-2-144 0,-2-1 128 0,-2-2-128 16,-2-3 144-16,0 0-144 0,2-3 160 0,2 0-160 0,0-3 128 0,0-1-128 16,-1-4 0-16,3-3 144 0,1-2-144 0,4-3 128 15,3-2-128-15,5-2 128 0,2-2-128 0,4-1 0 0,4-4 144 0,6 1-144 32,5-1 0-32,3 0 0 0,4 0 0 0,5 2 0 0,6 2 0 0,2 2 0 15,5-1-144-15,2 2 144 0,1 1-128 0,-1-1 128 0,1 0-160 0,3 4 160 16,2-1 0-16,1 1 0 0,1 1-128 0,3 2 128 15,2 2 0-15,-1 2-144 16,3 3 144-16,-1 3-128 16,2 1 128-16,0 1 0 0,1 0 0 0,-1 0 0 0,-2-1 512 0,1 1 48 15,-4 0 0-15,-1-2 0 0,-2 1 16 0,1-1 0 16,1 3 0-16,-1 0 0 0,-2 3-384 0,1 1-192 16,-2 1 192-16,-2-3-192 0,-4 1 160 0,-3 0-160 0,-5-1 128 0,4 4-128 15,-4 0-1904-15,-9-1-464 0,-10-11-80 0</inkml:trace>
        </inkml:traceGroup>
        <inkml:traceGroup>
          <inkml:annotationXML>
            <emma:emma xmlns:emma="http://www.w3.org/2003/04/emma" version="1.0">
              <emma:interpretation id="{B57FF60B-710F-4C3E-8DF7-4F5C36BA719C}" emma:medium="tactile" emma:mode="ink">
                <msink:context xmlns:msink="http://schemas.microsoft.com/ink/2010/main" type="inkWord" rotatedBoundingBox="7360,5555 12413,5569 12410,6674 7357,6661"/>
              </emma:interpretation>
            </emma:emma>
          </inkml:annotationXML>
          <inkml:trace contextRef="#ctx0" brushRef="#br0" timeOffset="20877.468">-1742 290 11055 0,'0'0'976'0,"0"0"-784"15,0 0-192-15,0 0 0 0,0 0 1184 0,0 0 192 16,0 0 32-16,0 0 16 0,2 10-704 0,1 1-144 15,-3-11-16-15,5 13-16 0,1 0 480 0,0 0 80 16,1 1 32-16,0 0 0 0,0 0-48 0,2 0-16 16,-1-1 0-16,1 1 0 0,-2-3-432 0,0 1-96 15,1 0-16-15,-1-2 0 0,0-1-320 0,-2 1-64 16,-5-10-16-16,0 0 0 0,7 9-128 0,-7-9 0 16,0 0 144-16,0 0-144 0,0 0 0 0,0 0 144 15,0 0-144-15,0 0 0 0,0 0 192 0,0 0-64 16,-8-7 0-16,-1-2-128 0,-1-3 176 0,-1 0-176 15,-2-2 160-15,-1-1-160 0,0-3 128 0,0 1-128 16,-1-2 0-16,-1 0 144 0,1-2-144 0,1 1 0 0,0 1 0 0,2 3 0 0,3 2 0 16,4 2 128-1,2 0-128-15,3 2 0 0,5 0 0 0,3 3 0 0,5 1 0 0,0 3 0 16,3-2 0-16,3 0-176 0,2 1 176 0,3 1-192 0,3-2 192 0,4 1 0 16,4 2-144-16,1 2 144 15,2 2 0-15,0 2 0 0,0-1-144 0,0 2 144 16,0 0 0-16,0 1 0 0,-2-3 0 0,-1 2 0 0,-2 2 0 0,-2 0 0 15,-4 0 0-15,-1 0 0 0,-3 0 0 0,-3 1 0 16,-2 1 0-16,-3 0 0 16,-3-3 0-16,-2 3 0 0,-1 0 0 0,0-1 0 15,-9-8 0-15,0 0 0 0,8 11 0 0,-1-1 0 16,-7-10 0-16,7 9 0 0,0-1 0 0,-7-8 0 0,0 0 0 0,9 7 0 0,-9-7 0 0,10 5 0 16,0-1 144-16,-10-4-144 15,11-2 128-15,-1 0-128 0,1 1 0 0,-1-3 0 16,0 1 0-16,-1 1 0 15,-9 2 0-15,10-3 0 0,-1-1 128 0,-9 4-128 0,10-3 0 16,1 1 0-16,-3-1 0 0,-8 3 0 0,9-6 0 16,-9 6 0-16,8-3 0 0,-8 3 0 0,7-7 0 0,-7 7 0 15,0 0 0-15,0 0 128 0,7-9-128 0,-2 2 0 0,-5 7 0 0,7-6 0 16,0-3 0-16,0 2 0 0,2 0 0 0,1 2 0 16,0 0 0-16,3 1 0 15,0 3 0-15,1 1 0 0,2 3 256 0,1 1 128 16,4-1 32-16,1 2 0 0,4 0 32 0,2 2 0 15,1 0 0-15,0 2 0 0,-1 1-304 0,0 2-144 0,-3 2 160 0,1 0-160 16,-2 0 0-16,-3-1 0 0,-2-1 0 0,-5 1-9792 16,-4-3-1872-16</inkml:trace>
          <inkml:trace contextRef="#ctx0" brushRef="#br0" timeOffset="21004.1108">-891 140 15663 0,'-7'-19'1392'0,"7"19"-1120"0,-2-7-272 0,2-2 0 16,4 1 992-16,-4 8 144 0,8-7 16 0</inkml:trace>
          <inkml:trace contextRef="#ctx0" brushRef="#br0" timeOffset="21646.0446">-268 243 12895 0,'0'0'1152'0,"0"0"-928"16,0 0-224-16,0 0 0 0,0 0 2032 0,0 0 352 15,0-8 80-15,0 8 16 0,5-7-1440 0,-5 7-272 16,11-4-64-16,1 4-16 0,0 0 80 0,1 4 0 15,1-1 16-15,4 2 0 0,-1 4-128 0,2 1-16 0,0 1-16 0,0 1 0 16,-2 2-384-16,0 1-80 0,-1-1-16 0,-2 3 0 16,-2 2-144-16,-2 0 0 15,-1 0 0-15,-2-2 0 0,-2-1 0 0,0 0 0 0,-2-3 0 0,-1-2 0 16,-2-11 0-16,0 0 128 16,0 0-128-16,0 0 128 0,0 0-128 0,0 0 128 0,0 0-128 0,-7-5 128 15,0-4-128-15,2-3 128 16,2-2-128-16,1-2 128 0,2-3-128 0,3 2 128 0,1-2-128 0,1 2 128 15,0 1-128-15,2 1 0 0,2-1 0 0,-1 4 0 16,1 2-176-16,0 3-64 0,1 0-16 0,2 2 0 16,2 3 256-16,1 1-144 0,3 1 144 0,1 0-128 15,1 0 128-15,1 3-208 0,0 0 80 0,0 1 128 0,-2 1-128 0,1 4 128 16,1-1 0-16,0 1 0 16,-1 0 0-16,1-3 0 0,-4 1 0 0,1 0 0 0,-5 0 0 0,1-2 160 0,-2 1-32 0,-1-3-128 15,-1 0 160-15,-10-3-160 0,0 0 128 0,0 0-128 16,0 0 0-16,0 0 128 0,0 0-128 0,0 0 0 15,0 0 128-15,-5-8-128 0,-2-1 128 0,-2 1-128 16,1-1 0-16,-3 2 128 0,-3 2-128 0,1-4 0 16,1-1 0-16,1 1 0 15,1 2 0-15,1 0 0 0,4 1 0 0,5 6 0 16,0 0 0-16,0 0 0 16,7-9 0-16,5 2 0 0,4 4 0 0,3-1 0 0,1 2 0 0,4 2 0 0,2 0 0 0,5 0 0 15,6 0 0-15,2 2 128 0,5 2-128 0,0 1 192 16,1 2 96-16,4-2 32 15,2 0 0-15,-1 0 0 0,-3 2-320 0,-2 0 160 0,-2 0-160 16,-5 0 128-16,-5 0-128 0,-4 1 0 0,-5 1 0 0,6 5 0 16,-6 0-1168-16,-7-1-272 15,-7 1-48-15,-4-4-7088 0,-3 1-1408 0</inkml:trace>
          <inkml:trace contextRef="#ctx1" brushRef="#br0">0 0 0,'0'0'0</inkml:trace>
          <inkml:trace contextRef="#ctx0" brushRef="#br0" timeOffset="22281.6384">1448 440 8287 0,'22'-9'368'0,"-12"6"80"0,2 1-448 0,2-3 0 0,0-2 0 0,0-1 0 0,0-1 2944 0,-1 0 512 16,0 1 112-16,-3-1 16 0,-1 0-1680 0,-3 1-336 0,-2-1-64 0,-4-1-16 31,-2 1-496-31,-3 1-96 0,-2-1-32 0,-2 0 0 16,1-1-544-16,-3 3-96 0,-1 2-32 0,-1 0 0 15,-3 0-192-15,-1 1 144 0,0 2-144 0,-2 2 128 16,-2-1-128-16,2 2 0 0,-2 3 0 0,2 1 128 0,0 0-128 0,2 2 0 15,1 2 0-15,3 1 0 16,1 0 0-16,1 1 0 0,3-3 0 0,2 3 0 16,1 1 0-16,2-2 0 0,1 2 0 0,2 0 0 0,0-1 0 0,3 1 0 0,-3-12 0 0,9 8 0 0,0-1 0 0,1-2 0 31,2-1 0-31,0-2 128 0,0-2-128 0,0-2 0 0,2 0 0 0,0 0 0 16,0-1 0-16,0 0 0 0,-2-3 0 0,0 3 128 15,0-1-128-15,-2 1 0 16,-10 3 0-16,0 0 128 0,11-2-128 0,-11 2 0 15,10 2 0-15,-10-2 0 0,0 0 0 0,12 5 0 0,-2-1-144 0,1 1 144 16,-1-2 0-16,2 1 0 0,2-1 0 0,3 2 0 0,4 2 0 0,0-2 0 16,-1 1 0-16,1-3 0 0,2 1 0 0,1-1 0 15,3-1 0-15,1-2 0 16,-2-2 0-16,-2 0 0 0,0-1 0 0,-1-1 0 0,-1 1 0 0,0-1 0 16,-1-1 0-16,0 0 0 15,-2-2 0-15,-2 0 0 0,-1-1 0 0,-3-1 0 16,0-1 0-16,-3-1 0 15,-3 1 0-15,-2 0 144 0,-5-1-144 0,0-1 0 0,-2 0 0 0,-3-2 128 0,-4 0-128 16,-3-1 0-16,-1-2 0 0,-3-2 0 16,-3 0 0-16,0-2-256 0,-3-1 64 0,-9-13 16 15,1 2-384-15,4-8-80 16,-3-7 0-16,1-13-16 0,2-10-128 0,2 8-32 0,2 6 0 16,6 20 0-16,-1 3 496 0,-2 5 112 0,0 3 16 0,0 5 0 0,2 4 192 0,3 5 0 0,2 5 144 0,3 3-144 31,2 3 384-31,7 1-32 0,0 0 0 0,-1 15 0 15,2 6 304-15,6 5 64 0,5 6 16 0,6 10 0 0,2 8 192 0,6 5 32 0,2 4 16 0,3-4 0 16,3-2-80-16,1-2 0 0,-1-7-16 0,1 1 0 16,0-7-416-16,1 0-80 15,2-2 0-15,1 4-16 0,3 3-240 0,-2 7-128 0,-1 7 160 0</inkml:trace>
          <inkml:trace contextRef="#ctx0" brushRef="#br0" timeOffset="20089.6862">-2598 157 10127 0,'0'0'896'0,"0"0"-704"0,0 0-192 0,5-7 0 15,0 0 1376-15,0 0 240 0,2 0 48 0,-7 7 16 16,9-5-208-16,-9 5-32 0,9-7-16 0,-1 0 0 0,1 2-176 0,1 0-32 15,1 3-16-15,1 6 0 16,0 1-480-16,2 2-80 0,-1 2-32 0,1-1 0 16,0 4-144-16,2 4-16 0,-1 1-16 0,1 2 0 15,-3 2-48-15,3 1-16 0,-1 4 0 0,1 0 0 16,0-2-368-16,-3 12 0 0,1 1 128 0,-5-8-128 0,-1-1 0 16,-2-3 0-16,-3 0 0 15,-1-5 0-15,0-1 0 0,-2-3 0 0,-2-2 0 16,-2-4 0-16,4-10 128 0,-8 5-128 0,-1-3 0 0,-1-2 128 0,-1-4-128 15,1-3 128-15,0-3-128 0,-1-5 0 0,-1-3 144 16,0-1-144-16,-2-3 0 0,1-2 144 0,-1-2-144 16,0-3 0-16,-2-3 144 0,-1-2-144 0,2-2 0 15,-1 5 144-15,-1-7-144 0,0-9 128 0,3-12-128 16,0-15 128-16,4-7-128 0,-1 2 0 0,4 3 144 16,2 5-144-16,3 12 0 0,4 11 0 0,2 8 0 15,1 8 0-15,2 4 0 0,1 7 0 0,3 4 0 0,1 5 0 0,2 3-144 16,-1 4 144-16,3 2-192 15,1 3 192-15,0 3-192 0,1-1 192 0,1 5 0 16,0 3-144-16,0 2 144 0,0 2 0 0,1 0 0 0,1 3 0 16,-2 2 0-16,0 0 0 0,-2 2 0 0,-3 6-144 0,-4 3 144 0,-1 3 0 0,-6 1 0 15,-4 4 0-15,-6 3 0 0,-7 4 0 0,-7 2 0 32,-5-1 0-32,-5 1 0 0,-3-2-144 0,-8-5 144 15,-8-6-208-15,-22 6 80 16,3-9-544-16,3-5-96 0,4-4-32 0,7 1 0 0,3-3-1408 0,9-2-288 15,-11-1-48-15,22-3-16 0</inkml:trace>
          <inkml:trace contextRef="#ctx0" brushRef="#br0" timeOffset="595.02">-2110 193 6447 0,'0'0'272'0,"0"0"80"0,-8-1-352 0,-1-3 0 16,-8-3 0-16,17 7 0 0</inkml:trace>
        </inkml:traceGroup>
        <inkml:traceGroup>
          <inkml:annotationXML>
            <emma:emma xmlns:emma="http://www.w3.org/2003/04/emma" version="1.0">
              <emma:interpretation id="{8C68B0E4-1DCF-4E66-BB48-24B21F40C4CE}" emma:medium="tactile" emma:mode="ink">
                <msink:context xmlns:msink="http://schemas.microsoft.com/ink/2010/main" type="inkWord" rotatedBoundingBox="13242,5600 19162,5616 19159,6553 13240,6537"/>
              </emma:interpretation>
            </emma:emma>
          </inkml:annotationXML>
          <inkml:trace contextRef="#ctx0" brushRef="#br0" timeOffset="26259.2641">3752 209 28095 0,'0'0'1248'0,"-4"-7"256"0,4 7-1200 0,0 0-304 0,0 0 0 0,0 0 0 16,14 0 192-16,2 2 0 0,-1 1-16 0,2 1 0 15,2-1-176-15,2 2 0 0,2 2 0 0,-1 0 0 0,-1 3 0 0,-1 2 0 0,-1 1 0 0,2 0 0 16,2-1 240-16,-3 2-48 0,-1 0 0 0,0 0 0 16,-2 0-192-16,1 1 144 0,-3-1-144 0,-1 0 128 0,-4-4-128 0,-1-1 0 31,-9-9 0-31,0 0 128 0,0 0-128 0,0 0 0 16,0 0 0-16,-9 3 0 0,1-3 176 0,-3-3-48 0,1-2-128 0,-2-2 192 15,-2-5-192-15,2 1 128 0,0 1-128 0,0-2 0 0,-4-4 128 0,4 1-128 16,2-1 0-16,1 1 0 15,1-1 144-15,1 1-144 0,2-1 128 0,1 2-128 16,2 0 0-16,2 4 0 0,2-2 0 0,2 2 0 0,3 1 0 0,1 2 0 16,1 0 0-16,3 2 0 0,3 3-144 0,3 1 144 31,2-1 0-31,5 2 0 0,6 0 0 0,3 3 192 0,2 1 0 0,4 1 0 16,2 2-64-16,1 2-128 0,3-1 176 15,1 1-176-15,-4-2 928 0,0 1 80 0,-1 3 16 0,9 1 0 16,-11-4-2048-16,-7 4-416 15,-7 1-80-15,-6-3-16 0,-4-2-128 0,-2 1-16 16,-4 0-16-16,-10-9 0 0,14 8-176 0,-14-8-48 0,0 0 0 16,15 7 0-16,-15-7 848 0,14 2 176 0,-14-2 16 15,11-2 16-15,-11 2 480 0,10-3 112 0,-1-4 16 0,-1 0 0 0,-1-2 256 0,-2 2 0 16,-5 7 0-16,6-8 0 0,-3-2 944 0,0-1 144 0,1 1 16 0,-4-1 16 31,-2 1 592-31,0 1 112 0,2 9 32 0,-3-6 0 0,-2-3-240 0,5 9-32 16,0 0-16-16,0 0 0 15,0 0-608-15,0 0-128 0,0 0-32 0,0 0 0 0,0 0-448 0,0 0-96 16,2 12 0-16,3 0-16 0,2-2-240 0,1 1 128 0,1-4-128 16,1 1 0-16,2 1 128 0,2-2-128 0,2 0 0 15,1 0 0-15,0-2 144 0,0 0-144 0,2-3 128 0,0-1-128 16,2 1 0-16,2 0 0 0,1-2 0 0,0 0 0 16,-2-4 0-16,-1 1 0 0,-2-2 0 15,-3 0 0-15,-4-4 0 0,-4 0 0 16,-3 3-192-16,-3-5 192 0,-5-1-144 0,-4 0 144 0,-5 0 0 0,-4 0 0 15,-3-2 0-15,-2-1-128 0,-1 1 128 0,0-2 0 16,-3 4-256-16,1 2 16 0,0 3 0 0,-10-4 0 16,4 6-2160-16,6 2-432 15</inkml:trace>
          <inkml:trace contextRef="#ctx0" brushRef="#br0" timeOffset="26603.2882">5219-283 18591 0,'0'0'832'0,"3"-9"160"0,-1 1-800 0,-2 8-192 15,7-7 0-15,0 2 0 16,1 0 480-16,-8 5 48 0,11 0 16 0,-11 0 0 16,10 5-224-16,0 2-32 0,1 1-16 0,1 6 0 15,0 3 608-15,2 6 112 0,1 3 32 0,1 5 0 16,-2 5-112-16,3 2-16 0,2-4 0 0,0-1 0 0,2 0-336 0,3 0-80 0,2-2-16 15,1-4 0-15,1-1-288 0,1-2-176 16,1-1 192-16,1-2-192 0,0-2 176 0,0-2-176 16,0-3 160-16,3-2-160 0,3 0 0 0,-1-2 128 15,-3-3-128-15,-1-2 0 0,0 0 0 0,-3-1 144 0,-3-4-144 0,-2-2 128 0,-3-1-128 0,-4-1 0 16,-5 1 144-16,-3-2-144 16,-9 5 0-16,-9-12 0 15,-5 1 128-15,-3 3-128 0,-4-3 0 16,-6 1 0-16,-3-1 0 0,-3 3 0 0,2-1 0 0,2 1 0 0,-9-4 0 15,9 1-1280-15,6 4-288 0,4 2-48 16</inkml:trace>
          <inkml:trace contextRef="#ctx0" brushRef="#br0" timeOffset="26845.0956">6127-336 15663 0,'0'0'1392'0,"0"0"-1120"0,0 0-272 0,0 0 0 0,0 0 1088 0,0 0 144 0,8 6 48 0,3 7 0 16,-1 0-240-16,2 5-32 15,2 2-16-15,3 4 0 0,2 4 432 0,4 3 96 16,2 7 16-16,3 0 0 16,1 0-560-16,2 3-96 0,1-3-32 0,0 0 0 15,3-1-416-15,1-6-96 0,0-4-16 0,1 1 0 0,-5-6-320 0,-1 2 0 0,1-1 0 0,9 8 0 31,-5-5-1808-31,-3-5-432 0,-5-4-96 0</inkml:trace>
          <inkml:trace contextRef="#ctx0" brushRef="#br0" timeOffset="25555.4122">3282 169 3679 0,'0'0'320'0,"0"0"-320"16,0 0 0-16,4-7 0 15,-3-1 3088-15,3-1 560 0,-4 9 96 0,5-7 32 16,2-2-1856-16,-7 9-384 0,12 0-64 0,0 2 0 15,2 2-672-15,3 3-128 0,0 1-32 0,2 4 0 16,0 0 96-16,2 2 16 0,0 2 0 0,0 1 0 0,-2 2-272 16,0 2-48-16,0-1-16 0,0-1 0 0,-2 0-144 0,0 2-16 0,-1-2-16 0,-3 2 0 15,-1-2 0-15,-1-2 0 0,-1-2 0 0,-1-2 0 16,-4-1-240-16,-5-12 0 0,0 0 0 16,0 0 0-16,0 0 0 0,0 0 144 0,-10-2-144 0,-1-2 128 31,-1-2-128-31,0-5 160 0,-2-3-160 0,-1-3 160 0,-2 0-160 0,-2-2 128 0,0-2-128 0,1-1 128 0,1-2-128 0,-2-2 0 31,-2-2 0-31,2-1 128 0,2-2-128 0,2 0 0 16,-3-7 144-16,3-9-144 0,3-10 0 0,1-2 128 0,3-1-128 0,2 1 0 15,1 1 896-15,4 8 96 16,2 7 32-16,3-9 0 16,-1 12-1664-16,4 14-336 0,3 7-64 0,1 9-16 0,-1 1 784 0,2 4 272 15,2 2-192-15,2 4 192 0,1 3-128 0,0 3 128 16,-1 3 0-16,1 2-144 0,0 2 144 0,0 1 0 0,-1 3 0 0,0 2 0 15,-3 5 0-15,-1 0-128 0,-3 3 128 0,-4 1 0 16,-7 2 0-16,-4 4 0 16,-6-2 0-16,-7 1 0 0,-9 1 0 0,-7-1 0 15,-4 3 0-15,-6-3 0 0,-2-1 0 0,-3-2 0 0,-3-2 0 0,-1-3 0 16,1-5 0-16,4-2 0 0,4-4 0 0,-10 4 0 31,14-3-2048-31,11-4-448 0</inkml:trace>
          <inkml:trace contextRef="#ctx0" brushRef="#br0" timeOffset="27685.1747">6919 183 22111 0,'0'0'1968'0,"-4"-5"-1584"15,4 5-384-15,0 0 0 0,0 0 1344 0,0 0 192 16,7-5 48-16,4-1 0 0,1 3-1296 0,2 1-288 15,1-1 0-15,2 3 0 0,2 0 0 0,2 2 0 0,1-1 0 0,1 3 0 0,1-1 0 0,0 1 0 16,0-1 0-16,1 1 0 16,-1-1 0-16,0 0 0 0,0 1 0 0,0-2 0 15,-1-1 0-15,-4 1 0 0,-4-2 0 0,-3 0 0 0,0 0-288 0,-12 0 64 16,0 0 16-16,0 0 0 16,0 0 208-16,0 0 0 0,0 0 0 0,0-10 0 15,-3 1 0-15,-2-1 0 0,-2-1 0 0,0 1 0 0,-2 0 0 0,-1-1 0 16,-2 3 0-16,1-3 0 0,-1-1 0 0,2 0 0 15,0 2 0-15,-1-1 0 16,1 3 272-16,-2 3 112 0,0 1 0 0,-2 2 16 16,0 2-96-16,-1 2-32 0,-1 7 0 0,1 1 0 0,-3 2 16 0,3 2 0 15,-1 2 0-15,2 1 0 0,2 0 128 0,2 2 32 16,1-2 0-16,4 2 0 0,2 0-96 0,3-1-16 16,3-1 0-16,4 0 0 0,3-1-144 0,4-3-16 0,4 1-16 0,2-2 0 15,4-3-160-15,6 0 128 0,3-3-128 0,3 1 128 16,2-1-128-16,1-3 0 0,1-1 0 0,15-4 128 31,-5-3-512-31,-6-2-128 0,-6 0 0 0,-6-3-16 16,-2-4-32-16,-4 0 0 0,-2 0 0 0,-9 6 0 15,1-3 224-15,-1 1 32 0,-3-2 16 0,1 3 0 0,-3 2 288 0,-1 0 0 16,-3 0 0-16,-6 7 0 0,0 0 0 0,0 0 272 16,0 0-48-16,0 0-16 0,0 0 240 0,0 0 64 15,0 0 0-15,9 11 0 0,-2-1-128 0,0 1 0 0,-2 1-16 0,2 0 0 0,0 1-144 0,0 1-32 16,1-2 0-16,1 0 0 0,0 1-192 0,-1-3 144 15,1 0-144-15,0 1 128 16,-3-3-128-16,-6-8 0 0,0 0 0 0,0 0 128 16,0 0-128-16,11 0 128 0,-11 0-128 0,8-5 128 15,1-2-128-15,-2 0 0 0,0 0 144 0,0-1-144 16,0-3 0-16,0-1 0 0,-1 0 0 0,1 0 0 0,0 2 0 16,2-1-192-16,0 3 32 0,1-1 0 0,0 2 160 15,2-1-192-15,0 1 192 0,2 2-192 0,2 1 192 0,-2 2-128 16,-2 2 128-16,1 2-128 0,1 0 128 0,2 1 0 15,-1 4 0-15,4 2 0 0,-1-2 0 0,1 1 144 16,3 4-16-16,0 2-128 0,-1-2 144 0,0 0-144 16,0-1 0-16,-1-1 144 0,-1 0-144 0,-1 1 0 15,-1-4 0-15,0-2 0 0,-1-2 0 0,-3-3 0 16,-2-1 144-16,-3-3-144 16,-8 4 0-16,7-5 144 0,-7 5-144 0,0-10 0 0,-3-2 144 15,-2-1-144-15,-2 0 0 0,-2-1 144 0,0-2-144 0,-1 3 0 0,0-1 0 0,-1 0 0 16,1 0 0-16,1 4 0 15,3 1 0-15,6 9 0 0,0 0 0 0,0 0 0 16,0 0 0-16,0 0 0 0,0 0 0 0,13 0 0 0,5 2 0 0,4 1 0 16,6 1 192-16,3 1 96 15,1 2 32-15,1 1 0 0,2 1-80 0,1 0-16 16,0-1 0-16,2 3 0 0,0 1-224 0,-2 0 128 0,-1 0-128 0,-2 2 0 16,-4 3-2112-16,-1 0-512 0</inkml:trace>
        </inkml:traceGroup>
        <inkml:traceGroup>
          <inkml:annotationXML>
            <emma:emma xmlns:emma="http://www.w3.org/2003/04/emma" version="1.0">
              <emma:interpretation id="{C8271326-7922-4F25-AEF5-6834A7F23665}" emma:medium="tactile" emma:mode="ink">
                <msink:context xmlns:msink="http://schemas.microsoft.com/ink/2010/main" type="inkWord" rotatedBoundingBox="20045,5729 22274,5735 22272,6398 20043,6392"/>
              </emma:interpretation>
            </emma:emma>
          </inkml:annotationXML>
          <inkml:trace contextRef="#ctx0" brushRef="#br0" timeOffset="28786.1549">9780-278 17503 0,'-15'-20'768'0,"10"11"176"0,-2-5-752 0,0 4-192 0,2 1 0 0,0 2 0 0,1 0 2432 0,4 7 464 16,0 0 96-16,0 0 16 16,0 0-1808-16,0 0-368 0,0 0-64 0,0 0 0 0,7 11-320 0,2 2-48 15,1 3-16-15,2 3 0 0,0 3 160 0,5 4 32 16,4 4 0-16,5 4 0 0,2 6-304 0,4 1-48 16,3 2-16-16,3 1 0 0,3-1-208 0,4-2 0 15,4-5 0-15,1-3 0 0,0-4 0 0,0-3 176 16,-2-3-176-16,-1-3 160 0,-2-1-160 0,-2-1 192 0,0-5-192 0,0-2 192 0,-2-4-192 0,-3-2 0 31,-1-2 0-31,-5-4 0 0,-2-5 0 0,-4-2 0 0,-4-1 128 0,-5 1-128 16,-3-3 0-16,-5 1 0 0,-6-4 0 0,-4 0 128 0,-6-3-128 0,-5-2 128 31,-6-2-128-31,-4 1 128 0,-6-1-128 0,-1-2-272 16,-4 3 64-16,0 1 16 0,2 2 192 0,0 1 0 0,2 2 0 0,3 4-144 15,3 3 144-15,6 2 0 0,2 1 128 0,4 4-128 16,11 0 0-16,0 0 0 0,0 0-160 0,9 7 160 0,3 0 0 0,7 0-128 15,5 2 128-15,6-1 0 0,2 1 0 0,5 3 0 16,1-2 0-16,3 2 0 0,4 2 0 0,1 0 0 31,1-2 0-31,-2-2 0 0,0-1 0 0,-2-2 0 0,-2 0-128 0,-4-2 128 16,-5-1 0-16,-1-1 0 0,-5-1 0 0,-1-1 0 0,-3-1 0 16,-3 0 0-16,-4-1 0 0,-1-1 0 0,-3 0 0 0,-3-1-336 15,-8 3 48-15,0 0 16 0,0 0 272 0,5-7 0 16,-1-2 0-16,-2 1 0 15,-2 8 0-15,0-9 0 0,-2-1 0 0,0 1 0 16,0-1 0-16,1-1 0 0,-1-1 0 0,0 0 0 0,1 2 0 0,-1-1 0 16,-2 1 0-16,3 0 0 0,-3-1 0 0,1 1 0 15,-1 1 0-15,-1 1 0 0,-2 1-144 0,0 2 144 16,-1 1 0-16,-3 3-144 0,1 1 144 0,-4 3 0 16,-1 0 0-16,-3 4 0 0,-2 0 0 0,-1 4 0 15,-1-1-128-15,-1 4 128 0,2-4 0 0,2 2 0 0,0 0 144 0,2 2-144 16,3 0 320-16,4 0-32 0,1-1-16 0,6 1 0 15,5 0-80-15,6 0-32 0,6-2 0 0,10-2 0 0,9-1-160 0,8-2 0 16,8 0 144-16,11 0-144 16,13 0 0-16,11 3 128 0,11 2-128 0,42 2 0 31,-11-4-464-31,-11 2-176 0,-6 2-16 0,-37-2-16 0</inkml:trace>
        </inkml:traceGroup>
      </inkml:traceGroup>
    </inkml:traceGroup>
    <inkml:traceGroup>
      <inkml:annotationXML>
        <emma:emma xmlns:emma="http://www.w3.org/2003/04/emma" version="1.0">
          <emma:interpretation id="{F8740AE8-7084-47A0-9C35-D523DA281CC6}" emma:medium="tactile" emma:mode="ink">
            <msink:context xmlns:msink="http://schemas.microsoft.com/ink/2010/main" type="paragraph" rotatedBoundingBox="3914,7412 24376,7305 24381,8195 3919,830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3B6E55D4-51B4-4ADF-9F9C-461695447E14}" emma:medium="tactile" emma:mode="ink">
              <msink:context xmlns:msink="http://schemas.microsoft.com/ink/2010/main" type="line" rotatedBoundingBox="3914,7412 24376,7305 24381,8195 3919,8302"/>
            </emma:interpretation>
          </emma:emma>
        </inkml:annotationXML>
        <inkml:traceGroup>
          <inkml:annotationXML>
            <emma:emma xmlns:emma="http://www.w3.org/2003/04/emma" version="1.0">
              <emma:interpretation id="{BE5B1036-59E5-4363-B8F2-DF4DA255BCBD}" emma:medium="tactile" emma:mode="ink">
                <msink:context xmlns:msink="http://schemas.microsoft.com/ink/2010/main" type="inkWord" rotatedBoundingBox="3915,7458 6744,7443 6747,7927 3917,7941"/>
              </emma:interpretation>
            </emma:emma>
          </inkml:annotationXML>
          <inkml:trace contextRef="#ctx0" brushRef="#br0" timeOffset="31289.7515">-6392 1576 17503 0,'0'0'1552'0,"-1"-11"-1232"16,-1 1-320-16,0-2 0 0,2-4 2400 0,2 6 416 15,-2 10 96-15,5-7 16 0,0 0-1936 0,-5 7-384 16,0 0-80-16,11 5-16 0,-3 4-192 0,1 1-64 16,-1 1 0-16,3 4 0 0,1 1 368 0,0 1 64 0,0 0 16 0,2-1 0 15,0 1-240-15,-1 0-32 0,1-3-16 16,0 1 0-16,0-1-256 0,0-2-160 0,-2-1 192 0,0 1-192 15,-4-2 144-15,1-1-144 16,-9-9 0-16,0 0 144 0,0 0-144 0,0 0 0 0,0 0 144 0,0 0-144 16,0 0 144-16,0 0-144 0,0 0 192 0,-2-9-192 15,-1 1 128-15,-1-3-128 0,1-1 0 0,1-2 0 0,1-5 0 0,-1 0 0 16,2 2 0-16,0-2 0 0,0-2 0 0,2-1 0 16,1 0-160-16,0-6 160 15,3 0-368-15,-1 2 48 0,3 1 16 0,1 2 0 16,0 1 48-16,-1 8 0 0,-1 4 0 15,2 3 0-15,-9 7 96 0,12 0 32 0,0 5 0 0,0 3 0 0,0 4 128 0,0 2 0 16,2 0-144-16,0 2 144 16,0 1 0-16,1 0 0 0,1 2 160 0,1-2-160 0,-1 1 192 0,3-1-64 15,3 2 0-15,-1-2-128 0,-2-1 192 0,0-3-192 16,-2 3 192-16,-2 0-192 0,-1-4 128 0,-2 1-128 0,-3 1 0 0,-2-2 0 16,-7-12 192-1,0 0-192-15,0 0 192 0,0 0-192 0,0 0 0 0,0 0 0 16,0 0 0-16,0 0 0 0,-9 5 0 0,2-5 0 15,-1-3 160-15,1-2-160 0,0 0 128 0,2-2-128 16,0 0 128-16,1-2-128 0,1 1 0 0,1-3 128 16,0 3-128-16,2-4 0 0,2-2 0 0,1 2 0 15,1 0 0-15,1-2 0 0,2-2 0 0,2 1 0 16,1-1 0-16,2 4 0 0,2-2 0 0,3 4 0 16,4 5 0-16,3 0 0 0,2 1-144 0,5 4 144 15,3 2 0-15,3 1 0 0,-1 4 0 0,2 2 0 16,0 1 0-16,0 2 0 0,-2-1 192 0,-1 1-16 15,-3 0 0-15,-1 0 0 0,-3 2-176 0,-2 1 128 0,-2 1-128 0,-3 1 128 16,-2-1-128-16,-4 1 128 16,-3 0-128-16,-1-1 128 0,-4-1-128 0,-2 1 0 0,-2-1 0 0,1 9 0 15,-2-1-640-15,1-4-64 16,0-4-16-16,4-3 0 16,-7-12-2128-16,12 11-416 0,0-4-96 0</inkml:trace>
          <inkml:trace contextRef="#ctx0" brushRef="#br0" timeOffset="31654.734">-4642 1681 6447 0,'7'-7'576'0,"0"0"-576"16,-2-2 0-16,1 2 0 0,-6 7 2848 0,5-10 464 16,-2 0 80-16,1 1 32 15,-4-1-1456-15,-2-1-304 0,-2 1-48 0,-1 1-16 16,-2 1-240-16,-1 3-48 0,-3-2-16 0,-1 2 0 0,-1-2-576 0,-1 1-112 16,0 5-32-16,0-3 0 0,-1 1-320 0,-1 1-64 15,-1 6 0-15,1-1-16 0,-1-1-176 0,1 1 0 0,-1 1 0 0,2 1 0 16,-3 0 0-16,3 2 0 15,1 2 0-15,2-1 0 0,0-1 0 0,3 3 0 16,2 1 0-16,0-1 0 0,2 2 0 0,2-1 0 16,3-11 0-16,0 12 0 0,0-12 0 0,5 12 0 15,2-2 0-15,3-3 0 0,2-4 128 0,4-1-128 16,1 0 0-16,0-2 128 0,2-2-128 0,0 0 0 16,2 2 144-16,2-1-144 0,1-5 0 0,2 3 128 15,-1 3-128-15,1-2 0 0,0 1 0 0,-2-1 0 16,1-2 0-16,-1 3 0 0,-2 1 0 0,1-2 0 0,-1-1 0 15,2 1 128-15,0 0-128 0,1 0 192 0,-1 1-64 0,0-1 0 16,0-2-128-16,0 3 0 0,0-1 0 0,1 2 0 16,-1-2 0-16,2 2 0 0,-1 0 0 0,13-1 0 31,0-1-1488-31,-3 0-368 0,-4 2-80 0,-9-2-10752 0</inkml:trace>
          <inkml:trace contextRef="#ctx0" brushRef="#br0" timeOffset="32041.0612">-4162 1550 18767 0,'0'0'832'0,"0"0"176"0,0 0-816 0,5-9-192 0,2 0 0 0,-7 9 0 16,7-10 1360-16,2 5 240 15,-9 5 32-15,12 3 16 0,0 2-592 0,2 2-112 0,1 2-32 0,4 1 0 16,4 1 224-16,3-1 32 0,3-1 16 0,0 3 0 16,4 0-304-16,2 2-64 0,-1-2-16 0,2 2 0 15,2-1-544-15,0 3-96 0,0-2-32 0,14 15 0 32,-7 4-2208-32,-5-6-448 0</inkml:trace>
          <inkml:trace contextRef="#ctx0" brushRef="#br0" timeOffset="31865.0899">-3720 1486 13823 0,'0'0'608'0,"-3"-7"128"0,-3 0-592 0,1 0-144 0,0 0 0 0,5 7 0 15,-3-5 3200-15,3 5 624 0,0 0 112 0,-9 3 32 16,0 3-2496-16,-1 2-512 0,0 1-80 0,-2 3-32 16,-2 2-208-16,0 1-32 0,-2 1-16 0,1-2 0 0,-2-1-288 15,-1 3-64-15,1-1-16 0,0 3 0 0,0-3-96 0,-1-1 0 16,3 2-128-16,-6 4 192 15,6-1-480-15,1 0-96 0,2 0-32 0,0-3 0 16,-2-4-2336-16,-2-4-448 0,-10-2-112 0,6-3-16 0</inkml:trace>
        </inkml:traceGroup>
        <inkml:traceGroup>
          <inkml:annotationXML>
            <emma:emma xmlns:emma="http://www.w3.org/2003/04/emma" version="1.0">
              <emma:interpretation id="{3E8B035A-3949-4A26-93D3-103482BDB8CF}" emma:medium="tactile" emma:mode="ink">
                <msink:context xmlns:msink="http://schemas.microsoft.com/ink/2010/main" type="inkWord" rotatedBoundingBox="7905,7391 9398,7384 9403,8274 7910,8281"/>
              </emma:interpretation>
            </emma:emma>
          </inkml:annotationXML>
          <inkml:trace contextRef="#ctx0" brushRef="#br0" timeOffset="34020.2773">-2405 1762 14335 0,'0'0'640'0,"9"-5"128"0,1-4-624 0,4 0-144 0,5-1 0 0,7 0 0 15,5-1 992-15,7 1 160 0,5 1 48 0,9 1 0 16,8-3-464-16,6 3-96 0,3 1 0 0,-3 0-16 16,-4 0-464-16,-2 0-160 0,-1 2 0 0,-2 3 144 15,-4 1-320-15,-3 1-64 16,-5 1-16-16</inkml:trace>
          <inkml:trace contextRef="#ctx0" brushRef="#br0" timeOffset="33824.6958">-2346 1412 13823 0,'-2'-9'1216'0,"0"0"-960"0,1 1-256 0,-1 1 0 15,2 0 1248-15,0 7 208 0,3-7 32 0,3 0 16 16,-1-2-832-16,3 3-160 0,3-1-48 0,1 0 0 15,2-2 144-15,1 4 32 0,3 1 0 0,0 3 0 16,5-1-32-16,1 5 0 0,0 3 0 0,2 2 0 16,2 1 48-16,-1 3 16 0,1 4 0 0,0-1 0 15,-3 1 16-15,-2-1 0 0,-2 2 0 0,-2 1 0 0,-4 1-160 0,-3 0-16 16,-3-2-16-16,-2 4 0 0,-4-1-176 0,-4-1-16 16,-5-1-16-16,-1 0 0 15,-1 1-96-15,-6 0-32 0,-3 2 0 0,-4-2 0 16,-1-2 48-16,1 2 16 0,0 0 0 0,0-1 0 15,2 2-96-15,2-1-128 0,2-1 176 0,3-3-176 0,3-3 288 0,4 0-48 0,1 0-16 0,4-12 0 32,7 12-64-32,10-1-16 0,8-4 112 15,6-4-128-15,2 1-128 0,1-4 144 0,6-2-144 0,3-2 160 0,0-1-160 16,-2-2 160-16,3 0-160 0,-1 0 0 0,-2 1 0 16,-1-3-176-16,10-1 176 15,-12 1-960-15,-10 4-64 0,-10-6 0 0,-9 6-9120 0,-9 5-1824 0</inkml:trace>
          <inkml:trace contextRef="#ctx0" brushRef="#br0" timeOffset="34711.783">-1385 2016 19743 0,'0'0'880'0,"9"-7"176"0,1 1-848 0,6 3-208 15,3 1 0-15,3 1 0 0,1-1 208 0,-1 0 0 0,1 0 0 0,-1 2 0 16,2 2 336-16,0 0 64 16,-3-2 16-16,0 3 0 0,-1 2 208 0,1 1 32 15,-2 2 16-15,0 1 0 0,-2 0-480 0,1 4-80 0,-1 1-32 0,-2 2 0 16,-1-1-288-16,-2 1-192 15,0-1 16-15</inkml:trace>
          <inkml:trace contextRef="#ctx0" brushRef="#br0" timeOffset="34509.4126">-912 1727 20383 0,'0'0'896'0,"-8"4"192"0,-5 1-864 0,1 4-224 0,-1 1 0 0,2 0 0 0,-1 6 512 0,-2-1 64 15,1 4 16-15,-3-1 0 0,-1 1-48 0,-1 1-16 16,1 6 0-16,-2 0 0 15,2 0-48-15,1 0-16 0,1 0 0 0,-1-4 0 0,1 2-336 0,-1-1-128 16,3-3 0-16,-1 3 0 16,-2-4 0-16,2-2 0 0,1 0 0 0,-1-3-7680 15,0-2-1616-15</inkml:trace>
        </inkml:traceGroup>
        <inkml:traceGroup>
          <inkml:annotationXML>
            <emma:emma xmlns:emma="http://www.w3.org/2003/04/emma" version="1.0">
              <emma:interpretation id="{13F4FC92-3963-4EDE-A266-937DFA8531A9}" emma:medium="tactile" emma:mode="ink">
                <msink:context xmlns:msink="http://schemas.microsoft.com/ink/2010/main" type="inkWord" rotatedBoundingBox="10133,7627 10675,7624 10677,7954 10135,7957"/>
              </emma:interpretation>
            </emma:emma>
          </inkml:annotationXML>
          <inkml:trace contextRef="#ctx0" brushRef="#br0" timeOffset="35314.9747">-178 1874 19343 0,'0'0'1728'0,"14"-9"-1392"15,3 1-336-15,5-1 0 0,8-1 768 0,4-1 96 16,4 3 16-16,5-4 0 0,7 3-624 0,2 0-112 16,0 3-16-16,0-1-128 0,-2-2 128 0,-4 4-128 15,-4 1 0-15</inkml:trace>
          <inkml:trace contextRef="#ctx0" brushRef="#br0" timeOffset="35141.4157">-35 1619 21183 0,'0'0'1888'0,"0"0"-1504"0,-5-7-384 0,1-2 0 15,3-3 1328-15,1 3 192 16,0 9 32-16,3-6 16 0,-3 6-528 0,9-7-96 15,1 0-32-15,4 2 0 0,1 1-576 0,3 1-112 0,1-1-32 0,5 2 0 0,5 1-192 0,2 1 144 16,0 1-144-16,12 5 128 31,-3-1-512-31,-4 0-96 0,-5 2-32 0,-12-4-12768 0</inkml:trace>
        </inkml:traceGroup>
        <inkml:traceGroup>
          <inkml:annotationXML>
            <emma:emma xmlns:emma="http://www.w3.org/2003/04/emma" version="1.0">
              <emma:interpretation id="{DE357462-6B7F-467D-B17A-395D622D204F}" emma:medium="tactile" emma:mode="ink">
                <msink:context xmlns:msink="http://schemas.microsoft.com/ink/2010/main" type="inkWord" rotatedBoundingBox="11521,7532 14818,7514 14820,7931 11523,7948"/>
              </emma:interpretation>
            </emma:emma>
          </inkml:annotationXML>
          <inkml:trace contextRef="#ctx0" brushRef="#br0" timeOffset="37348.8398">2896 1489 23439 0,'0'0'1024'0,"0"0"240"0,-6-5-1008 0,6 5-256 15,-8-2 0-15,-1 4 0 0,1 1 192 0,-3 3 0 16,1 1 0-16,-2-1 0 0,-2 5-192 0,0 1 176 16,-1 0-176-16,-1-2 160 0,1 1 304 0,1-1 64 0,0 0 16 0,2 2 0 0,0 1-240 15,1-3-48 1,1 2-16-16,1-2 0 0,3 1-240 0,-1-3 0 0,1 3 0 0,6-11-8112 31,-6 8-1552-31</inkml:trace>
          <inkml:trace contextRef="#ctx0" brushRef="#br0" timeOffset="37539.4387">2440 1536 12895 0,'0'0'1152'0,"-7"-4"-928"0,7 4-224 0,0 0 0 0,0 0 2240 0,0 0 416 16,0 0 80-16,0 0 16 15,7-3-1952-15,3 1-384 0,4 0-80 0,2 2-16 16,1 6 320-16,4-1 48 0,3-2 16 0,2-1 0 16,3 1-64-16,6 3 0 0,3-1 0 0,5 0 0 15,2 2-416-15,1 2-96 0,3 1 0 0,-1-2-128 16,0 3 0-16,-3-1 0 0,-5 2 0 0,-6-1-12928 0</inkml:trace>
          <inkml:trace contextRef="#ctx0" brushRef="#br0" timeOffset="36924.7792">1439 1520 14223 0,'0'0'624'0,"0"0"144"0,0 0-624 0,0 0-144 0,0 0 0 0,0 0 0 0,5-10 128 0,0 1-128 0,-5 9 192 15,9-7-64 1,0 0 32-16,-9 7 0 0,8-5 0 0,3 2 0 16,-3-1 608-16,3 1 112 0,-11 3 16 0,12-2 16 15,1-1-160-15,1 1-48 0,0 0 0 0,0 2 0 16,0 0-400-16,-2 0-96 0,-2 0-16 0,-10 0 0 0,10 0-192 0,-10 0 144 15,0 0-144-15,0 0 128 0,0 0-128 0,0 0 0 16,0 0 0-16,0 0 0 0,0 0 176 0,0 0-48 16,0 0-128-16,0 0 192 0,-8-1 128 0,-4-1 0 0,-2 2 16 0,-2-2 0 0,-1-1-128 0,-2 1-16 31,0 0-16-31,-2 1 0 0,-1-1 48 0,0 2 16 16,-1 3 0-16,2 1 0 0,1-3 128 0,-1 5 16 15,0 1 16-15,2 3 0 0,0 0 32 0,2 4 0 16,0-2 0-16,0 0 0 0,3 0 0 0,2-1 0 15,3 1 0-15,4 0 0 0,1 0 16 0,10 3 0 16,2 3 352-16,3-3-384 0,4-3-80 16,4 0-16-16,5-1 0 0,4-4-128 0,3 1-48 0,3 1 0 0,8-4 0 15,3 0-144-15,3 0-192 0,2 1 32 0,19 0 16 16,-8 0-2208 0,-8-6-432-16,11-7-96 0,-12 0 0 0</inkml:trace>
          <inkml:trace contextRef="#ctx0" brushRef="#br0" timeOffset="37105.4721">2053 1601 23151 0,'0'0'1024'0,"0"0"208"0,-7-7-976 0,2 1-256 0,2-1 0 0,3 7 0 15,0 0 784-15,0 0 112 0,0 0 32 0,0 0 0 16,0 0-336-16,0 0-64 16,0 0-16-16,10 7 0 0,1-1 112 0,-1 3 16 0,2 1 0 0,0 3 0 15,0-1-256-15,0 3-64 0,0 1 0 0,0-1 0 0,0 1-320 0,-1-1 144 16,-1 6-144-16,4 10 0 31,-4-3-320-31,-1-1-192 0,0-4-16 0,-2-8-13136 0</inkml:trace>
          <inkml:trace contextRef="#ctx0" brushRef="#br0" timeOffset="37785.5186">3391 1615 18431 0,'0'0'816'0,"0"0"160"0,0-7-784 0,0 7-192 0,0 0 0 0,0 0 0 16,0 0 2432-16,10 2 432 0,1 1 80 0,-1 1 32 15,0-1-1824-15,1 1-352 0,-1-1-80 0,2 2-16 16,-1 4-128-16,1 1-48 16,0-1 0-16,0 1 0 0,0 2-272 0,0 1-48 0,0-5-16 0,0 4 0 0,0 4-192 0,0 1-256 15,0 2 48-15,-1-2-14832 0</inkml:trace>
          <inkml:trace contextRef="#ctx0" brushRef="#br0" timeOffset="38305.3441">3997 1646 15663 0,'0'0'1392'0,"0"0"-1120"0,0 0-272 0,-5-5 0 0,1-2 2368 0,4 7 432 16,0 0 80-16,5-8 0 16,6-1-1360-16,3 2-288 0,1-2-48 0,7 2-16 15,8 2-720-15,3 0-128 0,1 2-48 0,4-1 0 0,4 1-272 0,1 1 128 16,2 0-128-16,-2 2 0 16,-2 0 0-16,-3 4-192 0,-3-2 0 0,-6-2-13600 15</inkml:trace>
          <inkml:trace contextRef="#ctx0" brushRef="#br0" timeOffset="38514.4574">4061 1489 2751 0,'0'0'256'0,"0"0"-256"0,0 0 0 0,0 0 0 15,0-7 5008-15,0 7 960 0,0 0 192 0,0 0 48 16,0 0-3568-16,0 0-704 0,10 9-144 0,2-2-16 0,0 1-384 0,2 3-80 15,2-1-16-15,1 4 0 0,0-2-640 0,2 0-128 16,0 2-16-16,2 0-16 0,-1 0-352 0,1 3-144 16,0-2 128-16,0 6-11376 15,-4 1-2272-15</inkml:trace>
        </inkml:traceGroup>
        <inkml:traceGroup>
          <inkml:annotationXML>
            <emma:emma xmlns:emma="http://www.w3.org/2003/04/emma" version="1.0">
              <emma:interpretation id="{4CA24088-DD0B-417C-AA4D-198467F016DC}" emma:medium="tactile" emma:mode="ink">
                <msink:context xmlns:msink="http://schemas.microsoft.com/ink/2010/main" type="inkWord" rotatedBoundingBox="15262,7569 18379,7553 18381,7922 15264,7939"/>
              </emma:interpretation>
            </emma:emma>
          </inkml:annotationXML>
          <inkml:trace contextRef="#ctx0" brushRef="#br0" timeOffset="40103.2478">5321 1529 5519 0,'0'0'496'0,"0"0"-496"0,0 0 0 0,0 0 0 32,0 0 1264-32,0 0 144 0,0 0 48 0,0 0 0 0,0 0 112 0,0 0 32 0,-9-4 0 0,2 1 0 15,0 1-192-15,-1 2-48 16,-1-3 0-16,0-1 0 0,-1 1-416 0,0-1-96 15,-2-1-16-15,-4 2 0 0,2 3-64 0,0 0 0 0,-3 0-16 0,0 2 0 16,0-1-208-16,-2 3-32 16,0 1-16-16,0 0 0 0,-2 0-128 0,4 4-32 15,-2 0 0-15,1 1 0 0,1-1-112 0,3 1-32 0,2 2 0 0,2-2 0 16,3-1 48-16,4 1 0 0,3 2 0 0,3 0 0 0,4 1-64 16,3-3-16-16,4 0 0 0,5-1 0 0,2-2-32 0,6-2-128 15,6 2 192-15,3 1-64 16,1-1-128-16,4 0 0 15,4-2 0-15,14-1 0 0,-8-2-1696 0,-4-2-224 16,-4-2-32-16</inkml:trace>
          <inkml:trace contextRef="#ctx0" brushRef="#br0" timeOffset="40455.8878">5562 1608 9215 0,'0'0'816'0,"0"0"-656"0,11 0-160 0,1 0 0 0,0 0 2016 0,2 0 368 16,-1 0 80-16,1 0 16 0,0 0-1008 0,2 2-208 0,-1 1-48 0,-1 1 0 15,0-1-416-15,-2 1-96 16,-2 1 0-16,-1 2-16 0,-1 0-80 0,-1 1-16 0,-7-8 0 0,5 13 0 0,-5-13-176 0,4 13-32 31,-4 1-16-31,0-2 0 0,0-12 48 0,-5 11 16 16,-2-1 0-16,0 0 0 0,0 1-48 0,-2-1-16 15,1 0 0-15,-1-1 0 0,-1 1-48 0,1 1 0 16,1-3 0-16,-1 1 0 0,2 0-112 0,0-4-16 16,7-5-16-16,0 0 0 0,-5 8-176 0,5-8 128 15,0 0-128-15,0 0 128 0,0 0-128 0,9 7 128 16,1-2-128-16,2-1 128 0,2-2-128 0,3-2 0 0,0-2 0 0,6 0 128 16,4 0-128-16,4 1 0 0,2 1 0 0,16-5 0 31,-5-2-832-31,0 0-64 0,-3-2 0 0,-13-3-13104 0</inkml:trace>
          <inkml:trace contextRef="#ctx0" brushRef="#br0" timeOffset="40839.9603">6085 1567 20159 0,'-15'-12'896'0,"15"12"176"0,-7-5-864 0,0-1-208 0,-2 1 0 0,1 0 0 16,1-2 1216-16,2 2 192 15,-1 0 32-15,6 5 16 0,0 0-384 0,0 0-80 0,0 0-16 0,12 0 0 16,2 0-352-16,5 3-80 0,2 2-16 0,3 1 0 0,2-3-160 0,5 2-48 16,5 4 0-16,2 1 0 15,0 1-320-15,0-1 144 0,-2 4-144 0,11 8 0 16,-11-1-1600-1,-6 0-448-15,-4 1-64 0,-11-6-32 0</inkml:trace>
          <inkml:trace contextRef="#ctx0" brushRef="#br0" timeOffset="40647.3414">6387 1479 23039 0,'0'0'1024'0,"0"0"192"0,0 0-960 0,0 0-256 0,0 0 0 0,0 0 0 15,0 0 0-15,0 0 0 0,-7 12 128 0,-1-2-128 31,-3 1 128-31,-1-1 0 0,0 0-128 0,-2 2 192 0,-1 2-192 0,-1 0 176 16,1 2-176-16,1-3 160 0,0 3-160 0,0-2 0 0,1-2 0 0,-5 2 0 31,3-2-1936-31,3-2-432 0</inkml:trace>
          <inkml:trace contextRef="#ctx0" brushRef="#br0" timeOffset="41217.705">6758 1669 21135 0,'0'0'928'0,"0"0"208"0,0 0-912 0,0 0-224 0,12-2 0 0,2-1 0 31,0 1 128-31,0 0-128 0,-2 0 176 0,0 1-176 16,0-1 128-16,0 0-128 0,0 0 0 0,-1 1 0 0,-1-3 816 0,-10 4 48 0,12 0 16 0,-12 0 0 16,10 4-80-16,-10-4-16 0,0 0 0 0,0 0 0 15,0 0-464-15,4 12-112 16,-4 2-16-16,-4-2 0 0,-3-2-48 0,-3-1-16 0,-2-1 0 0,0 1 0 15,-2 1-128-15,-1 1 192 16,-3 1-192-16,3-2 192 0,-2 0-32 0,1 1 0 16,2-3 0-16,4-1 0 0,1 2-160 0,4 0 128 0,5-9-128 0,0 0 128 0,0 0-128 0,5 6 128 15,-5-6-128-15,14 6 128 0,3-3 0 0,2 1 0 16,4-4 0-16,1 0 0 0,2-2-128 0,3 0 128 16,4 0-128-16,3 1 128 0,2-1-128 0,0 0 0 15,2 0 0-15,15-3-176 31,-3 0-1504-31,-7-4-304 0,10-4-64 0,-10-1-16 0</inkml:trace>
          <inkml:trace contextRef="#ctx0" brushRef="#br0" timeOffset="43092.4995">7734 1682 8287 0,'0'0'736'0,"0"0"-592"15,0 0-144-15,0 0 0 0,0 0 3776 0,1-6 704 16,3-3 160-16,1 0 32 0,2 1-2960 0,1 1-592 0,3 2-112 0,3-2-32 16,1 0-464-16,2 2-112 0,2 1-16 0,2 1 0 15,0-1-224-15,1 3-160 16,2 1 192-16,2 0-192 0,0 0 0 0,-2 1 0 15,-1 1-192-15,-1 1-8752 0,1 1-1744 0</inkml:trace>
          <inkml:trace contextRef="#ctx0" brushRef="#br0" timeOffset="43324.9392">7949 1558 24127 0,'0'0'1072'0,"0"0"208"0,0 0-1024 0,0 0-256 0,0 0 0 0,0 0 0 0,0 0 512 0,0 0 64 16,0 0 0-16,0 0 0 16,-8 4 432-16,-1 1 80 0,0 0 32 0,1 2 0 0,-1-2 0 0,2 4 0 0,0-1 0 0,2 3 0 31,2 1-608-31,1 2-112 0,2-1-16 0,3 3-16 0,3-2-368 16,2 1 144-16,3-1-144 0,6 7 0 15,4 3-1488-15,4-3-416 0,3-4-80 0,-2-7 0 0</inkml:trace>
        </inkml:traceGroup>
        <inkml:traceGroup>
          <inkml:annotationXML>
            <emma:emma xmlns:emma="http://www.w3.org/2003/04/emma" version="1.0">
              <emma:interpretation id="{6E948AD6-85E0-4CE1-AFA5-F90BEE63A97D}" emma:medium="tactile" emma:mode="ink">
                <msink:context xmlns:msink="http://schemas.microsoft.com/ink/2010/main" type="inkWord" rotatedBoundingBox="18926,7662 19450,7659 19451,7688 18927,7690"/>
              </emma:interpretation>
            </emma:emma>
          </inkml:annotationXML>
          <inkml:trace contextRef="#ctx0" brushRef="#br0" timeOffset="43739.976">9119 1605 23615 0,'0'0'1040'0,"0"0"224"0,0 0-1008 0,0 0-256 0,0 0 0 0,0 0 0 0,0 0 288 0,0 0 16 15,0 0 0-15,0 0 0 16,0 0-304-16,0 0-144 0,9-5 16 0,1-1-10736 0</inkml:trace>
          <inkml:trace contextRef="#ctx0" brushRef="#br0" timeOffset="43602.5493">8614 1608 27807 0,'0'0'1232'0,"0"0"256"0,0-7-1184 0,0 7-304 0,0 0 0 0,0 0 0 16,3-8 976-16,-3 8 144 0,5-7 32 0,-5 7 0 15,9-5-672-15,-9 5-128 16,12-2-32-16,2 2 0 0,3 2-320 0,-1 1-128 0,-3 2 0 0,8 0 0 31,0 1-2496-31,3-3-480 0</inkml:trace>
        </inkml:traceGroup>
        <inkml:traceGroup>
          <inkml:annotationXML>
            <emma:emma xmlns:emma="http://www.w3.org/2003/04/emma" version="1.0">
              <emma:interpretation id="{3FC1BAAB-BAF5-4E31-8BF3-D2D2DC082882}" emma:medium="tactile" emma:mode="ink">
                <msink:context xmlns:msink="http://schemas.microsoft.com/ink/2010/main" type="inkWord" rotatedBoundingBox="19951,7661 20298,7659 20299,7689 19952,7691"/>
              </emma:interpretation>
            </emma:emma>
          </inkml:annotationXML>
          <inkml:trace contextRef="#ctx0" brushRef="#br0" timeOffset="43895.7593">9639 1608 16575 0,'0'0'1472'0,"0"0"-1168"0,0 0-304 16,0 0 0-16,0 0 1168 0,0 0 176 16,0 0 48-16,9-3 0 0,-1-2-1232 0,1-1-160 15,-9 6-192-15,10-1-9280 0</inkml:trace>
          <inkml:trace contextRef="#ctx0" brushRef="#br0" timeOffset="44036.5633">9898 1589 16415 0,'0'0'720'0,"0"0"160"0,0 0-704 0,0 0-176 0,0 0 0 0,0 0 0 15,12-1 416-15,0-3 48 0,0 1 16 0,0 1 0 0,0 0-352 16,2 2-128-16,0 0 0 0</inkml:trace>
        </inkml:traceGroup>
        <inkml:traceGroup>
          <inkml:annotationXML>
            <emma:emma xmlns:emma="http://www.w3.org/2003/04/emma" version="1.0">
              <emma:interpretation id="{3757DB60-94A2-4D72-8E41-1EB20D5F71D2}" emma:medium="tactile" emma:mode="ink">
                <msink:context xmlns:msink="http://schemas.microsoft.com/ink/2010/main" type="inkWord" rotatedBoundingBox="20814,7485 21327,7482 21328,7770 20815,7773"/>
              </emma:interpretation>
            </emma:emma>
          </inkml:annotationXML>
          <inkml:trace contextRef="#ctx0" brushRef="#br0" timeOffset="44674.5109">10502 1576 10415 0,'0'0'448'0,"0"0"128"0,0 0-576 0,0 0 0 15,0 0 0-15,0 0 0 0,0 0 2160 0,0 0 320 16,3-9 64-16,1 2 16 0,1-2-576 0,4 2-128 16,3 1 0-16,3-1-16 0,3 0-816 0,4 2-176 0,4-1-16 0,5 3-16 15,3-1-512-15,4 4-112 0,6 0 0 0,0 2-16 0,1 2-176 0,0-1 0 32,-2 2 0-32,-3-1-8784 0,-5-3-1840 0</inkml:trace>
          <inkml:trace contextRef="#ctx0" brushRef="#br0" timeOffset="44914.5847">10769 1401 2751 0,'0'0'256'0,"0"0"-256"0,0 0 0 0,0 0 0 16,0 0 4832-16,0 0 928 0,0 0 176 0,0 0 32 15,0 0-3712-15,0 0-736 0,0 0-160 0,11 12-16 0,1 2-128 0,0 2-32 0,-2-1 0 0,1 1 0 16,-3 1-304-16,1 0-64 16,-4 2-16-16,2-2 0 0,2-3-512 0,-2 0-96 15,-1 0-32-15,1-2 0 0,2 2-160 0,0 0 0 0,1-2 0 0,7 7 0 32,1-2-2896-32,0-3-464 0</inkml:trace>
        </inkml:traceGroup>
        <inkml:traceGroup>
          <inkml:annotationXML>
            <emma:emma xmlns:emma="http://www.w3.org/2003/04/emma" version="1.0">
              <emma:interpretation id="{D5F95020-7403-4845-B237-1054EA21963F}" emma:medium="tactile" emma:mode="ink">
                <msink:context xmlns:msink="http://schemas.microsoft.com/ink/2010/main" type="inkWord" rotatedBoundingBox="21850,7326 24376,7313 24379,7744 21852,7757"/>
              </emma:interpretation>
            </emma:emma>
          </inkml:annotationXML>
          <inkml:trace contextRef="#ctx0" brushRef="#br0" timeOffset="46170.928">12858 1329 21183 0,'0'0'1888'0,"0"0"-1504"0,0 0-384 0,0 0 0 15,10 7 448-15,1 0 32 16,1-1 0-16,1 3 0 0,3 3 720 0,3 2 144 16,0 0 16-16,3 0 16 0,3-1-32 0,2 1-16 0,1 0 0 0,1 2 0 15,0-4-784-15,3 3-160 0,0 2-16 0,13 4-16 32,-5-5-864-32,-2-1-192 0,-2 2-16 0</inkml:trace>
          <inkml:trace contextRef="#ctx0" brushRef="#br0" timeOffset="45985.5083">13364 1272 12895 0,'0'0'576'0,"0"0"112"0,0 0-560 0,0 0-128 0,-2 12 0 0,0 2 0 0,-1 1 1712 0,-1 2 304 16,1 2 64-16,-2 2 16 0,-4 0-1552 0,0 0-304 16,1-1-64-16,-3 1-16 15,1 0-32-15,-2-2-128 0,0-2 192 0,0 0-64 16,1 0-128-16,-1-1 0 0,0-4 144 0,-5 2-144 15,1-4-1104-15,1-3-304 0,-11 0-48 0,7-4-16 0</inkml:trace>
          <inkml:trace contextRef="#ctx0" brushRef="#br0" timeOffset="46556.5932">13622 1563 19343 0,'0'0'1728'15,"0"0"-1392"-15,0 0-336 0,0 0 0 0,0 0 752 0,13 4 80 16,-3-1 0-16,0 3 16 0,-1 0-672 0,0 1-176 15,-1 0 0-15,1-2 0 16,-9-5 0-16,8 11 128 0,-8-11-128 0,9 10 128 16,0 0 64-16,-9-10 0 0,0 0 0 0,0 0 0 15,0 0-192-15,0 0 128 0,5 11-128 0,-5-11 128 16,0 0 32-16,0 0 0 0,0 0 0 0,0 0 0 0,0 0 208 0,-9 0 32 0,9 0 16 0,-8-2 0 16,1-3-272-16,1 0-144 0,6 5 160 0,0 0-160 15,-3-9 128-15,3 0-128 16,0 9 0-16,5-8 144 0,2-1-144 0,2 1 0 15,-1-3 0-15,4 1 128 0,4 3-128 0,0-2 0 0,-1 1 0 0,2 1 0 16,2 2 0-16,0 1 0 0,0 2 0 0,0 2-176 0,0 0 432 16,0 4 64-16,-2 1 32 0,1 2 0 15,-1 0 64-15,0 2 16 0,-1-1 0 0,-1 3 0 16,-3-1-256-16,1 2-48 16,-1 5-128-16,0-1-8512 0,-2-1-1824 0</inkml:trace>
          <inkml:trace contextRef="#ctx0" brushRef="#br0" timeOffset="45283.5274">11933 1293 14447 0,'0'0'640'16,"0"0"128"-16,8-11-608 0,1 4-160 0,-9 7 0 0,0 0 0 16,7-5 0-16,-7 5 0 0,0 0 0 0,0 0 128 15,0 0-128-15,0-7 0 0,0 7 0 0,-7-5 0 0,-3 0 720 0,-2 1 64 16,-4 1 16-16,-1 1 0 16,0 0-96-16,-4 2 0 0,-2 0-16 0,-1 2 0 15,-2 0 160-15,2 1 48 0,-2 3 0 0,2 0 0 16,0 3 272-16,0 1 64 0,-2 3 16 0,2 2 0 0,3 1-416 0,4 1-96 15,1 0-16-15,6 0 0 0,3 1-240 0,4-1-48 0,3 0-16 0,8 0 0 16,6 1-176-16,5-1-48 16,5 0 0-16,7 0 0 0,4-3-48 0,3-2-16 0,3-3 0 0,19 3 0 31,-3-3-720-31,0-1-160 16,0-1-16-16,-17-2-13104 0</inkml:trace>
          <inkml:trace contextRef="#ctx0" brushRef="#br0" timeOffset="45729.1236">12274 1491 11055 0,'0'0'480'0,"0"0"112"0,0 0-464 0,0 0-128 16,0 0 0-16,0 0 0 0,0 0 1344 0,6 9 240 0,1 1 48 0,1-3 16 16,4-2-1136-16,2 2-208 0,0 0-48 0,0 0-16 0,0 0 336 0,1 0 80 15,1 3 16-15,1 0 0 0,0-3-64 0,0 3-16 31,1 1 0-31,-3-4 0 0,-1 1-64 0,0 1-16 0,-2-4 0 0,-2 2 0 0,-10-7 32 16,0 0 0-16,9 9 0 0,-9-9 0 0,0 0-240 0,0 0-48 16,0 0-16-16,0 0 0 0,0 0-80 15,0 0-16-15,-11 5 0 0,-1 0 0 0,-3-5-16 0,-1 0-128 16,1 0 192-16,1-2-64 0,0-1-128 0,0-1 160 16,1 1-160-16,0-2 160 0,1 0-160 0,2-1 0 15,0 1 0-15,1-2 0 0,4 0 0 0,1-1 0 16,1-1 144-16,3 9-144 15,2-8 0-15,3-1 0 0,2 0 0 0,1 1 0 16,4-3 0-16,2 4 0 0,2-1 0 0,-1-1 0 16,3 1 0-16,-1 1 0 0,0 1 0 0,0 3 0 0,-1 1 0 0,1 1-128 15,0-1 128-15,2 2 0 0,0 0 0 0,0 2 0 0,0 3 0 0,2 0 0 16,2 0 160-16,1 2 16 16,-2 0 0-16,1 2 0 0,-1 1 16 0,0 0 16 15,-1 1 0-15,0-3 0 0,-2 4-208 0,-2-1 144 16,0-1-144-16,-1 0 128 0,-2 1-320 0,0-3-64 0,-2 3 0 15,0-3-8448 1,0 1-1664-16</inkml:trace>
        </inkml:traceGroup>
      </inkml:traceGroup>
    </inkml:traceGroup>
    <inkml:traceGroup>
      <inkml:annotationXML>
        <emma:emma xmlns:emma="http://www.w3.org/2003/04/emma" version="1.0">
          <emma:interpretation id="{9ED4EF18-48DC-441C-84AD-13C261C9B282}" emma:medium="tactile" emma:mode="ink">
            <msink:context xmlns:msink="http://schemas.microsoft.com/ink/2010/main" type="paragraph" rotatedBoundingBox="2285,8585 27840,8330 27892,13544 2337,138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F59B807-8A05-4F0A-AAD0-9D28D8091BF2}" emma:medium="tactile" emma:mode="ink">
              <msink:context xmlns:msink="http://schemas.microsoft.com/ink/2010/main" type="line" rotatedBoundingBox="3120,8572 26088,8514 26091,9682 3123,9740"/>
            </emma:interpretation>
          </emma:emma>
        </inkml:annotationXML>
        <inkml:traceGroup>
          <inkml:annotationXML>
            <emma:emma xmlns:emma="http://www.w3.org/2003/04/emma" version="1.0">
              <emma:interpretation id="{8279027A-4700-48AB-B8E6-6D4C7D6DF336}" emma:medium="tactile" emma:mode="ink">
                <msink:context xmlns:msink="http://schemas.microsoft.com/ink/2010/main" type="inkWord" rotatedBoundingBox="3120,8572 5126,8567 5128,9271 3121,9277"/>
              </emma:interpretation>
            </emma:emma>
          </inkml:annotationXML>
          <inkml:trace contextRef="#ctx0" brushRef="#br0" timeOffset="47878.1052">-6392 2502 10127 0,'0'0'896'0,"-15"-2"-704"15,-2-1-192-15,-2 1 0 0,-2-1 2176 0,-2 1 384 0,1 0 96 0,-4 2 16 16,-3 0-992-16,1 2-192 0,4 2-32 0,1 1-16 16,-1 0-480-16,2 0-80 0,1 0-32 0,4 2 0 15,0-2-448-15,3 2-80 0,14-7-32 0,-11 7 0 0,11-7-288 0,0 0 128 16,0 0-128-16,4 14 0 0,3-2 128 0,3-2-128 16,4-1 0-16,3 1 0 0,2 2 128 0,2 0-128 15,0 2 144-15,5 2-144 16,3 1 128-16,0 2-128 0,1 2 0 0,-1-1 0 0,0 3 0 0,1-1 0 0,-3 1 0 0,3 3 0 31,-3-2 144-31,3 0-144 0,-3 0 128 0,-3-1-128 0,-5-4 384 0,-3-2 0 16,-2 0 0-16,-6-1 0 0,-8-16-224 0,4 15-160 15,-4-15 192-15,-5 17-192 16,-4-3 128-16,-5-3-128 0,-7-3 0 0,-3 1 0 0,-3-2 0 16,-3 0 160-16,-3-2-160 0,-1 2 128 0,-6-2-128 0,-1 2 128 0,-2 0-128 0,-2 0 128 15,-2-1-128-15,-3 1 160 0,-2-1-160 0,-3 2 160 16,-4 1-160-16,1-1 0 0,-3-1 0 0,6 0-176 15,7 0 16-15,6 0 0 0,10-2 0 0,7-1 0 32,8-1-912-32,17-3-176 0,0 0-32 0</inkml:trace>
          <inkml:trace contextRef="#ctx0" brushRef="#br0" timeOffset="48075.0269">-5953 2968 28559 0,'0'0'2544'0,"0"0"-2032"0,-2-12-512 0,2 12 0 16,0 0 336-16,2-12-16 0,-2 12-16 0,-2-12 0 15,0 0 224-15,2 12 48 16,-7-9 16-16,7 9 0 0,0 0-320 0,-10-5-64 0,10 5-16 0,0 0 0 16,0 0-192-16,-10 9 0 0,10-9 0 0,0 0-160 15,0 0-2192 1,0 0-432-16</inkml:trace>
          <inkml:trace contextRef="#ctx0" brushRef="#br0" timeOffset="48268.2665">-5814 2808 22111 0,'-5'-23'976'0,"5"15"208"0,0-3-944 0,4 1-240 0,1-2 0 0,5-2 0 16,4 0 1824-16,5 0 320 0,4-1 64 0,2 1 16 15,3 0-1472-15,5-1-304 0,5 3-48 0,3-1-16 16,1 0-192-16,-1 2-64 0,0 1 0 0,-1 0 0 0,-2 1-128 0,-2 2 0 16,1 0-160-16,9-1 160 15,-8 2-2064-15,-5 3-320 0</inkml:trace>
          <inkml:trace contextRef="#ctx0" brushRef="#br0" timeOffset="48478.4474">-5335 2661 11967 0,'0'0'1072'0,"0"0"-864"15,-7 3-208-15,7-3 0 0,0 0 2720 0,0 0 496 16,0 0 112-16,3 12 0 0,2 0-1088 0,2 4-240 16,2 1-32-16,1 1-16 0,2-1-272 0,2 2-48 15,2 0-16-15,-1 0 0 0,-1 1-656 0,0 1-144 16,-2 2-32-16,-2-1 0 0,-3 0-544 0,-2-1-112 0,-1 3-128 0,-4 11 176 15,-2-4-1072-15,0 2-224 0,1-2-32 0</inkml:trace>
        </inkml:traceGroup>
        <inkml:traceGroup>
          <inkml:annotationXML>
            <emma:emma xmlns:emma="http://www.w3.org/2003/04/emma" version="1.0">
              <emma:interpretation id="{58A8E7AC-60EE-4A02-917C-F3518AEF564E}" emma:medium="tactile" emma:mode="ink">
                <msink:context xmlns:msink="http://schemas.microsoft.com/ink/2010/main" type="inkWord" rotatedBoundingBox="7079,9097 9515,9091 9517,9724 7080,9730"/>
              </emma:interpretation>
            </emma:emma>
          </inkml:annotationXML>
          <inkml:trace contextRef="#ctx0" brushRef="#br0" timeOffset="50257.0176">-2598 3089 6447 0,'21'-5'272'0,"-21"5"80"0,10-6-352 0,-1 1 0 16,-9 5 0-16,7-7 0 0,-1 0 3664 0,-6 7 672 15,-1-6 128-15,-4-1 16 0,-4-2-1936 0,-3 2-400 16,-2 2-80-16,-2 2-16 0,-2-1-864 0,-3 2-176 16,-3-1-48-16,-2 3 0 0,-4 0-528 0,5 2-112 0,-1-1-32 0,0 3 0 15,-2-1-96-15,1 4 0 16,-1 0-16-16,-12 5 0 0,6-3-176 0,3 3 128 15,3 2-128-15,2-4 128 0,2 2-128 0,1 2 0 0,-1 3 0 0,4 2 0 16,-1 4 0-16,4-1 0 0,-1 0 0 0,3-1 0 16,1 0 0-16,5 0 0 0,3-1 0 0,4 1 0 15,2-2 0-15,5 0 0 16,2-4 0-16,0-4 0 0,1-3 0 0,3 3 128 0,3-6-128 0,-1 0 0 16,3-1 0-16,1-4 128 0,4 0-128 0,0-4 0 0,-1-1 0 0,3 0 128 15,1-2-128-15,2 0 0 0,0-2 0 0,0 1 0 31,-1-3 0-31,0 1 0 0,-1 0 0 0,-2-1 0 0,-1-1 0 0,0 0 0 16,-2 0 0-16,0-2 128 0,-2 0-128 0,0 1 0 16,-1-1 0-16,-1 0 0 0,-1 0 0 0,0-1 0 0,-2 1 0 0,0 2 0 15,-5 1 0-15,2 5 0 0,-3-1 160 0,-6 7 48 16,0 0 16-16,0 0 0 0,0 0 224 0,0 0 32 16,0 0 16-16,0 0 0 0,7 12-256 0,-1 3-48 15,0 3-16-15,1 1 0 0,0 0-176 0,2-1 0 16,1 1 0-16,2 2 128 0,0 2-128 0,2-1 0 15,2-1 144-15,-1-4-144 0,3-1 0 0,-1-1 0 16,0-1 0-16,7 5 0 0,0 0-1376 16,-1 2-352-16,-1-2-64 0,-5-9-13856 0</inkml:trace>
          <inkml:trace contextRef="#ctx0" brushRef="#br0" timeOffset="50474.6115">-2201 3311 26543 0,'0'0'1168'0,"0"0"256"0,-2-6-1136 0,2 6-288 0,0 0 0 0,0 0 0 15,0 0 1216-15,0 0 176 0,0 0 32 0,11 0 16 16,-11 0-288-16,12 3-64 16,0 4-16-16,0 3 0 0,-2 2-464 0,0 6-96 0,1 2 0 0,-1 1-16 0,1 1-352 0,-1-1-144 15,0 0 128-15,2-2-128 16,-1 0 0-16,-1 2 0 0,0-1-224 0,6 8 80 31,-4-4-2608-31,-2-7-512 0</inkml:trace>
          <inkml:trace contextRef="#ctx0" brushRef="#br0" timeOffset="50665.4518">-1821 3484 25967 0,'0'0'1152'0,"-2"-9"240"0,0 1-1120 0,2-1-272 16,2 0 0-16,1 3 0 0,-3 6 928 0,0 0 128 15,0 0 32-15,0 0 0 0,0 0-96 0,0 0-16 16,0 0 0-16,4 10 0 0,-2 4-416 0,-1 0-96 0,-1 1-16 0,2 1 0 16,0-1-272-16,1 1-176 0,1-1 192 0,4 4-192 31,3 2-640-31,1-2-256 0,1-2-32 0,-2-7-13856 0</inkml:trace>
          <inkml:trace contextRef="#ctx0" brushRef="#br0" timeOffset="51093.239">-1673 3151 23839 0,'0'0'1056'0,"-2"-9"224"0,2 9-1024 0,-1-8-256 16,-1-1 0-16,2 9 0 0,0 0 1456 0,0 0 240 0,0 0 48 0,0 0 16 15,9-3-544-15,1 1-96 0,0 4-32 0,4 1 0 16,3 1-480-16,4-1-96 0,1 0-32 16,8 3 0-16,3-3-256 0,3 6-48 0,2 1-16 0,3 2 0 15,2 2-160-15,-1 1 0 0,-4 3 0 0,10 8 0 16,-6 1-2128-16,-5-3-464 0,-5 1-96 15</inkml:trace>
          <inkml:trace contextRef="#ctx0" brushRef="#br0" timeOffset="50894.0085">-1224 3070 29887 0,'-14'-9'1328'0,"7"6"272"0,-3-1-1280 0,-1 4-320 0,3 2 0 0,-1 0 0 0,0 1 368 0,1 6 16 16,-2 3 0-16,-1 0 0 15,-1-2-384-15,0 4 0 0,0 2 0 0,0 1 0 16,0 2 0-16,0 2 0 0,0-1 0 0,-4 8 0 31,2-4-464-31,0-1-64 0,2-4-16 0,4-4-8352 0,-1-1-1680 0</inkml:trace>
          <inkml:trace contextRef="#ctx0" brushRef="#br0" timeOffset="51343.3926">-914 3330 21183 0,'0'0'1888'0,"-3"-5"-1504"0,1 0-384 0,2 5 0 15,0 0 2128-15,0 0 368 0,0 0 64 0,0 0 0 16,0 0-1664-16,7 10-320 0,-2 1-80 0,1 3-16 16,-1-1 32-16,2 5 16 0,0 1 0 0,-1 0 0 15,1 0-288-15,0 0-64 0,0 0-16 0,5 6 0 16,0 0-832-16,2-3-160 0,-2 0-48 0,-3-6-13648 0</inkml:trace>
        </inkml:traceGroup>
        <inkml:traceGroup>
          <inkml:annotationXML>
            <emma:emma xmlns:emma="http://www.w3.org/2003/04/emma" version="1.0">
              <emma:interpretation id="{DCE2C6A7-3A85-49D9-B84C-821A9A966976}" emma:medium="tactile" emma:mode="ink">
                <msink:context xmlns:msink="http://schemas.microsoft.com/ink/2010/main" type="inkWord" rotatedBoundingBox="9996,9148 10580,9146 10582,9555 9997,9556"/>
              </emma:interpretation>
            </emma:emma>
          </inkml:annotationXML>
          <inkml:trace contextRef="#ctx0" brushRef="#br0" timeOffset="53360.9701">-292 3280 12895 0,'0'0'1152'0,"0"0"-928"15,0 0-224-15,-9-5 0 0,1-2 2672 0,8 7 480 16,-6-8 112-16,6 8 0 0,-1-9-1200 0,1 9-240 0,3-10-48 0,2-1-16 16,4 1-944-16,3 1-192 0,4 1-48 0,3-3 0 15,5 1-416-15,3 0-160 16,4 1 0-16,6 0 144 0,1 1-144 0,3 1 0 0,0 2 0 0,3 1 0 15,0 1 0-15,0 1-320 16,-5 2 48-16,-2 0-9456 16,-6 2-1904-16</inkml:trace>
          <inkml:trace contextRef="#ctx0" brushRef="#br0" timeOffset="53590.8776">-164 3065 19343 0,'0'0'1728'0,"0"0"-1392"16,0 0-336-16,0 0 0 0,0 0 1856 0,-2 12 320 16,2-12 48-16,7 17 16 15,1-3-448-15,3-2-96 0,-11-12-16 0,17 14 0 16,2 0-208-16,0-1-64 0,2 1 0 0,3 2 0 16,0-1-656-16,2 2-144 0,0 1-32 0,1 1 0 15,1 0-400-15,0 1-176 0,-1 1 128 0,-3 1-128 31,-1 3-640-31,-2 1-192 0,-2 3-64 0,-1-2-10656 0,0-4-2144 0</inkml:trace>
        </inkml:traceGroup>
        <inkml:traceGroup>
          <inkml:annotationXML>
            <emma:emma xmlns:emma="http://www.w3.org/2003/04/emma" version="1.0">
              <emma:interpretation id="{1A034AE3-6355-4E8C-AD62-9B975928CA85}" emma:medium="tactile" emma:mode="ink">
                <msink:context xmlns:msink="http://schemas.microsoft.com/ink/2010/main" type="inkWord" rotatedBoundingBox="11116,9023 14059,9015 14061,9430 11117,9438"/>
              </emma:interpretation>
            </emma:emma>
          </inkml:annotationXML>
          <inkml:trace contextRef="#ctx0" brushRef="#br0" timeOffset="54173.8723">1335 3025 6447 0,'0'0'272'0,"11"-5"80"0,-1 0-352 0,0-1 0 16,-1 1 0-16,-9 5 0 0,9-7 3328 0,-9 7 608 15,0 0 112-15,3-10 32 0,-5 3-1776 0,-3-2-368 0,-3 1-64 0,-4 1-16 16,-4 2-816-16,-3 0-160 15,-2 1-48-15,-1 2 0 0,-1 1-464 0,-1 1-112 0,0 0 0 0,-2 1-16 16,0 1-80-16,0 3-16 0,-1-3 0 0,1 2 0 16,0-1-144-16,2 0 128 0,0-1-128 0,1 2 128 0,1-3-128 0,-1 3 0 31,-1-1 0-31,2 1 0 0,1 1 0 0,2 0 0 0,4 0 0 0,1 0 0 0,3 1 0 0,3-1 0 31,8-5 0-31,0 0 0 0,0 0 0 0,3 14 0 0,4-6 0 0,4 3 0 16,1-3-144-16,1 1 144 0,3-1 0 0,1 3 0 15,2-3 0-15,0-1 0 0,0-2 0 0,0 1 0 16,-2-3-144-16,2-1 144 0,-1 0 0 0,-1-2-144 0,0 0-64 0,-1-2-16 16,-3 0 0-16,0 0 0 0,-1-1 64 0,0-1 16 15,-2-1 0-15,0 0 0 0,1-2 144 0,-1 0 0 16,-1-1 0-16,-2-1 0 0,0 0 0 0,0 1 0 16,-1-1 0-16,1 1 0 15,-2 1 224-15,-5 7-32 0,7-9 0 0,0 2 0 16,-2 0 320-16,-5 7 48 0,0 0 16 0,11-3 0 0,-11 3-16 0,12-2 0 15,0 2 0-15,0 2 0 0,-2 1-240 0,1 4-64 0,-1 2 0 0,1-1 0 16,-1 1-80-16,0 1-32 0,1 1 0 0,-1-1 0 16,2-1-144-16,0 1 0 0,2 2 144 0,0-2-144 15,1-1 0-15,1 1 0 0,-1 3 0 0,8 6-192 16,-3-1-2240-16,1-2-448 16,0-6-80-16</inkml:trace>
          <inkml:trace contextRef="#ctx0" brushRef="#br0" timeOffset="54367.2492">1770 3073 1839 0,'-12'-12'0'0,"12"12"160"0,-3-7-160 0,3 7 0 0,-2-7 0 0,2 7 0 16,0 0 6352-16,0 0 1248 0,9-3 240 0,-9 3 48 0,0 0-5584 0,12 3-1104 16,0 3-240-16,-2 0-32 0,-10-6 96 0,9 11 32 0,-1 3 0 0,1-1 0 15,-2 1-544-15,0 2-96 0,0 1-32 16,0 4 0-1,0-1-384-15,0 3 0 0,-1-2 0 0,5 10 0 16,-1-2-1824-16,1-3-448 0,-1-2-96 0</inkml:trace>
          <inkml:trace contextRef="#ctx0" brushRef="#br0" timeOffset="54719.2356">2138 3118 23839 0,'0'0'1056'0,"0"0"224"0,0 0-1024 0,0 0-256 16,0 0 0-16,0 0 0 0,0 0 544 0,0 0 64 15,0 0 16-15,0 0 0 0,0 0-176 0,0 0-48 0,10 0 0 0,-10 0 0 16,11 0 160-16,-11 0 16 16,10 5 16-16,0 1 0 0,1-1-272 0,-3 2-48 15,-8-7-16-15,9 7 0 0,-9-7-256 0,7 6 0 0,-7-6 128 0,0 0-128 16,3 11 0-16,-3-11 0 0,-1 8 128 0,-3 1-128 15,4-9 0-15,-5 9 0 16,0-2 0-16,-2-1 0 0,0 0 0 0,0-1 160 0,-2 0-160 0,3 0 128 0,6-5 0 0,-7 7 0 16,7-7 0-16,0 0 0 0,0 0 0 0,0 0-128 15,0 0 192-15,0 0-64 0,0 0 16 0,0 0 0 16,12 5 0-16,2 0 0 0,3-1 16 0,5-1 0 16,6-1 0-16,1 1 0 15,1-3 0-15,1 0 0 0,1 0 0 0,13 0 0 31,-3-1-640-31,-6 1-128 0,-3-5-32 0,-11-1 0 0</inkml:trace>
          <inkml:trace contextRef="#ctx0" brushRef="#br0" timeOffset="55141.2153">2656 3004 25967 0,'0'0'1152'0,"0"0"240"0,-2-7-1120 0,2 7-272 15,2-8 0-15,-2 8 0 0,0 0 1376 0,0 0 224 0,8-5 32 0,-8 5 16 16,12 0-144-16,1 1-32 15,0 3 0-15,3-1 0 0,-1 1-448 0,4-1-112 16,2 2-16-16,2 2 0 0,1 0-576 0,0 0-128 0,2 2-32 0,3-1 0 0,0-3-160 0,3 4 0 16,0 0-192-16,15 4 192 15,-4 1-2560-15,-5-2-400 0,-3 0-80 0</inkml:trace>
          <inkml:trace contextRef="#ctx0" brushRef="#br0" timeOffset="54949.3117">3077 2977 17503 0,'0'0'1552'0,"0"0"-1232"0,0-7-320 0,0 7 0 0,0 0 3040 0,0 0 544 16,0 0 128-16,-7-2 0 0,-3 4-2432 0,-4 1-480 15,-2 1-96-15,-3 3-32 0,-1 1-480 0,-3 1-192 0,1-2 128 0,1 3-128 16,0-1 0-16,1 3 0 0,1 0 0 0,1 0 0 16,3-2 0-16,1 4-144 0,0-2 0 0,-1 4 0 31,3-6-2640-31,12-10-528 0,-16 9-96 0,16-9-32 0</inkml:trace>
          <inkml:trace contextRef="#ctx0" brushRef="#br0" timeOffset="55515.1165">3341 3106 5519 0,'0'0'496'0,"0"0"-496"15,0 0 0-15,0 0 0 0,0 0 3392 0,0 0 592 16,7-7 112-16,1 2 32 0,-8 5-2320 0,13-3-464 16,-1 1-80-16,0 0-32 0,0 0-272 0,0 1-64 15,0 1-16-15,-2 0 0 0,1 0-80 0,-11 0-16 16,12 3 0-16,-12-3 0 0,0 0-112 0,10 7-32 15,-10-7 0-15,0 0 0 0,7 9 0 0,-7-9-16 0,2 12 0 0,-2-12 0 16,0 0-224-16,-4 8-32 16,-1 4-16-16,-2 1 0 0,0-1-192 0,-1 0-32 0,-3 0-128 0,1-2 192 15,0 0-192-15,1 1 128 0,0-3-128 0,2 1 0 16,-1 0 0-16,1-1 128 16,0 1-128-16,2 0 0 0,5-9 0 0,-4 8 0 15,4-8 128-15,-1 11-128 0,-1-1 0 0,2-10 0 0,0 0 0 0,5 9 0 16,0-1 0-16,4-1 0 0,3-2 0 0,0-1 0 0,2-3 128 0,1-1-128 15,4 0 0-15,2 0 144 0,3 0-144 0,2 2 0 16,0 0 0-16,15 3 0 16,-3 0-1344-16,2-1-336 15,-2-6-80-15,5-3-16 0</inkml:trace>
        </inkml:traceGroup>
        <inkml:traceGroup>
          <inkml:annotationXML>
            <emma:emma xmlns:emma="http://www.w3.org/2003/04/emma" version="1.0">
              <emma:interpretation id="{1DBFFBEE-CC53-41E2-A533-4FF753D38E27}" emma:medium="tactile" emma:mode="ink">
                <msink:context xmlns:msink="http://schemas.microsoft.com/ink/2010/main" type="inkWord" rotatedBoundingBox="14975,9134 15172,9133 15173,9226 14976,9227"/>
              </emma:interpretation>
            </emma:emma>
          </inkml:annotationXML>
          <inkml:trace contextRef="#ctx0" brushRef="#br0" timeOffset="56019.7948">4670 3144 20271 0,'-4'-15'896'0,"3"4"192"0,-1-3-880 0,2 2-208 15,0 12 0-15,5-8 0 0,2-1 3152 0,-7 9 592 0,12-7 112 0,0 2 32 16,0-2-2992-16,2 4-576 16,-14 3-128-16,19-2-32 15,0 2-608-15,2 0-128 0,1 0-32 0,4 2-9360 16,2-1-1872-16</inkml:trace>
        </inkml:traceGroup>
        <inkml:traceGroup>
          <inkml:annotationXML>
            <emma:emma xmlns:emma="http://www.w3.org/2003/04/emma" version="1.0">
              <emma:interpretation id="{3343F204-D499-4F0F-9180-8EAAAB2707FA}" emma:medium="tactile" emma:mode="ink">
                <msink:context xmlns:msink="http://schemas.microsoft.com/ink/2010/main" type="inkWord" rotatedBoundingBox="15898,9135 16535,9134 16535,9199 15899,9201"/>
              </emma:interpretation>
            </emma:emma>
          </inkml:annotationXML>
          <inkml:trace contextRef="#ctx0" brushRef="#br0" timeOffset="56182.16">5586 3118 9215 0,'0'0'400'0,"0"0"96"0,7-12-496 0,0 2 0 0,-7 10 0 0,11-9 0 15,-11 9 4544-15,15-5 800 0,1-2 160 0,-3 2 48 16,-13 5-4464-16,14-4-880 0,-14 4-208 0,0 0 0 31,16-1-2048-31,-2 1-416 0</inkml:trace>
          <inkml:trace contextRef="#ctx0" brushRef="#br0" timeOffset="56335.6724">6108 3080 21183 0,'0'0'944'0,"0"0"192"0,0 0-912 0,0 0-224 16,12-7 0-16,0 2 0 0,0 2 128 0,0-1-128 15,-12 4 176-15,17-3-176 0,-1 1 0 0,-2 0 0 0,-14 2 0 0,19-3-9472 16</inkml:trace>
        </inkml:traceGroup>
        <inkml:traceGroup>
          <inkml:annotationXML>
            <emma:emma xmlns:emma="http://www.w3.org/2003/04/emma" version="1.0">
              <emma:interpretation id="{6D211B89-028A-4FEF-B62A-3086AE6DB617}" emma:medium="tactile" emma:mode="ink">
                <msink:context xmlns:msink="http://schemas.microsoft.com/ink/2010/main" type="inkWord" rotatedBoundingBox="17127,9156 17184,9156 17185,9183 17127,9184"/>
              </emma:interpretation>
            </emma:emma>
          </inkml:annotationXML>
          <inkml:trace contextRef="#ctx0" brushRef="#br0" timeOffset="56502.8951">6815 3101 12895 0,'0'0'1152'0,"0"0"-928"16,0 0-224-16,0 0 0 0,0 0 2560 0,0 0 480 0,0 0 96 0,0 0 0 15,2-12-2336-15,-2 12-480 0,0 0-80 0,0 0-32 0,10-7-208 0,-10 7 0 0,16-5 128 16,-1 3-7552 0,-1 0-1488-16</inkml:trace>
        </inkml:traceGroup>
        <inkml:traceGroup>
          <inkml:annotationXML>
            <emma:emma xmlns:emma="http://www.w3.org/2003/04/emma" version="1.0">
              <emma:interpretation id="{B8901921-7234-44F0-858B-0339DD882F5A}" emma:medium="tactile" emma:mode="ink">
                <msink:context xmlns:msink="http://schemas.microsoft.com/ink/2010/main" type="inkWord" rotatedBoundingBox="17649,9034 19692,9029 19693,9366 17650,9371"/>
              </emma:interpretation>
            </emma:emma>
          </inkml:annotationXML>
          <inkml:trace contextRef="#ctx0" brushRef="#br0" timeOffset="58740.1266">9354 3072 18431 0,'-19'-14'816'0,"5"5"160"0,-1 2-784 0,-1 0-192 0,1 0 0 0,-1 1 0 16,1-1 1552-16,-1 1 272 0,2 1 48 0,1 0 16 15,-3 2-1504-15,0-3-384 0,-1 0 0 0,2-1 0 16,-3 0 144-16,3 2-144 0,-2 3 192 0,1-2-192 15,-1-1 352-15,0 2-32 0,-1-1-16 0,1 4 0 16,-2 2-160-16,-2 2-16 0,-3-1-128 0,0 2 192 16,-2 0-192-16,2 2 128 0,0 0-128 0,3 0 0 0,4 0 128 0,1 2-128 15,1-1 0-15,3 1 0 0,12-9 0 0,0 0 0 16,-5 12 0-16,5-12 0 16,0 0 0-16,10 19 0 0,4-4 0 0,3-1 0 15,2-5 144-15,3-1-144 0,4-1 128 0,4 0-128 16,-1-3 0-16,0-1-192 0,-1-1 0 0,0-2 16 0,-1-2-16 0,1-1-16 15,-2-1 0-15,0 1 0 0,-2-2 208 0,-4-1 0 16,-1-2 0-16,-1-1 0 0,-3 1 0 0,-1 1 0 16,-4-2 0-16,-10 9-144 0,9-12 848 0,-9 12 160 15,0 0 32-15,3-12 16 0,-3 0 304 0,0 12 64 0,-5-11 16 0,5 11 0 16,-8-8-640-16,8 8-128 16,-11-7-16-16,11 7-16 0,0 0-256 0,0 0-48 15,0 0-16-15,0 0 0 0,0 0-176 0,0 0 0 16,0 0 0-16,0 0 0 0,12 10 0 0,4 1 0 0,-1 1 0 15,3 2 0 1,-1 1-768-16,2 2-192 0,0 2-48 0,2 0-9184 0,1 0-1840 0</inkml:trace>
          <inkml:trace contextRef="#ctx0" brushRef="#br0" timeOffset="56651.493">7337 3132 9215 0,'0'0'816'0,"0"0"-656"0,0 0-160 0,0 0 0 15,0 0 1312-15,13-3 224 0,1-1 64 0,-14 4-7296 0</inkml:trace>
          <inkml:trace contextRef="#ctx0" brushRef="#br0" timeOffset="58032.8422">7768 3184 14735 0,'0'0'1312'0,"0"-12"-1056"15,0 1-256-15,3 4 0 0,-3 7 2896 0,0 0 528 16,13-8 96-16,2-3 32 0,2 5-2512 0,4-1-496 0,1 0-96 0,4 0-32 15,4 2-144-15,3-1-16 0,3-2-16 0,2 3 0 16,1 1-240-16,1-1 0 0,2 0 0 0,-4 1 0 0,-4 1 0 0,-1 1 0 16,-4 0 0-16,-1 1 144 0,-4-1-144 0,-2 2-256 15,-3-2 64-15,-1 1-12976 16</inkml:trace>
          <inkml:trace contextRef="#ctx0" brushRef="#br0" timeOffset="58250.5328">8165 3015 10127 0,'0'0'896'0,"0"0"-704"0,-10-6-192 0,10 6 0 16,0 0 3488-16,0 0 672 0,-9-5 128 0,9 5 16 16,0 0-2368-16,0 0-464 0,0 0-112 0,0 0-16 15,0 0-80-15,0 0-32 0,-7 14 0 0,7-14 0 0,-5 16-368 0,5-16-80 16,0 17-16-16,3 4 0 0,4-1-416 0,2-2-96 0,0-1 0 0,4 4-16 31,6 1-240-31,0 0 0 0,0 3 0 0,4-1 0 16,1 0-2720-16,0-3-592 0</inkml:trace>
        </inkml:traceGroup>
        <inkml:traceGroup>
          <inkml:annotationXML>
            <emma:emma xmlns:emma="http://www.w3.org/2003/04/emma" version="1.0">
              <emma:interpretation id="{9F65A7D0-27CB-454D-B01C-1386BED513B4}" emma:medium="tactile" emma:mode="ink">
                <msink:context xmlns:msink="http://schemas.microsoft.com/ink/2010/main" type="inkWord" rotatedBoundingBox="20027,8942 22989,8935 22990,9392 20028,9400"/>
              </emma:interpretation>
            </emma:emma>
          </inkml:annotationXML>
          <inkml:trace contextRef="#ctx0" brushRef="#br0" timeOffset="60764.1142">11230 2925 20895 0,'0'0'928'0,"-8"-9"192"0,-3-1-896 0,3 0-224 0,1-3 0 0,2 1 0 16,1 2 1344-16,4 10 240 0,0 0 32 0,0 0 16 16,0 0-224-16,0 0-32 15,0 0-16-15,14-3 0 0,3 1-544 0,6 7-112 0,3 4-32 0,6 3 0 16,5 2-32-16,4 1 0 0,4 4 0 0,5 0 0 0,5 0-368 0,-1-2-80 15,-1-3 0-15,-3 2-16 0,-1-3-176 0,-6 3 0 16,-4 5 0-16,-2-2 128 16,-6-6-1472-16,-2 5-320 0,0 1-48 0,-1-2-13072 15</inkml:trace>
          <inkml:trace contextRef="#ctx0" brushRef="#br0" timeOffset="60559.8756">11765 2902 13823 0,'0'0'608'0,"-12"0"128"0,-2-5-592 0,-1 2-144 0,-2-2 0 0,-2 1 0 15,-2 4 3088-15,-1 2 592 0,-8 3 112 0,3 2 32 16,-1 0-1840-16,2 5-352 0,0 0-80 0,2 2-16 0,3 0-528 0,2 1-112 16,4-1-32-16,1 2 0 15,2-1-480-15,3-1-112 0,1 3-16 0,2-1 0 0,6-16-256 0,-5 17 0 0,0-2 128 0,5-15-128 16,-3 16-240-16,3-16-96 0,0 0-32 0,0 0 0 31,0 17-2896-31,0-17-592 0</inkml:trace>
          <inkml:trace contextRef="#ctx0" brushRef="#br0" timeOffset="61143.2887">12074 3047 23151 0,'0'0'1024'0,"0"0"208"0,0 0-976 0,0 0-256 15,0 0 0-15,0 0 0 0,0 0 896 0,0 0 144 16,12-5 32-16,-12 5 0 16,14 4-112-16,0 1-32 0,0 2 0 0,0 0 0 0,-1 1-128 0,1 1-32 0,2 1 0 0,-1 1 0 15,3-1-432-15,-1 0-80 0,0-1-32 0,-1 0 0 0,-1 1-224 16,-1 0 0-16,-14-10 0 0,10 14 0 15,-10-14 0-15,0 0 0 16,0 0 128-16,0 0-128 0,0 0 0 0,0 0 0 0,0 0 0 0,0 0 0 16,0 0 128-16,0 0-128 15,-10-5 176-15,1-2-176 0,-1-3 128 0,1 1-128 0,-1 0 0 0,1-1 0 0,2-2 0 0,4 0 0 32,0 0 0-32,1 1 0 0,2 11 0 0,0 0 0 0,2-13-128 0,-2 13 128 15,5-12-256-15,-5 12 64 0,10-9 0 0,-10 9 0 0,14-7 192 0,1 4 0 16,4 3 0-16,0 1 0 15,2 1-144-15,3 3 16 0,0 0 0 0,4 2 0 0,5 0 128 0,1 4 0 0,1 1 0 0,-4 1 0 16,-3 1 0-16,-1 2 0 0,-1 3 0 0,-2 1-9808 31,-1 3-1936-31</inkml:trace>
          <inkml:trace contextRef="#ctx0" brushRef="#br0" timeOffset="58922.7381">9718 3111 29887 0,'0'0'1328'0,"-3"-8"272"0,3 8-1280 0,0 0-320 0,0 0 0 0,0 0 0 16,0 0 256-16,0 0 0 0,0 0 0 0,10 12 0 0,-10-12 128 0,12 17 0 15,-1 0 16-15,-1 4 0 16,0 0-240-16,2-1-160 0,2 1 192 0,4 0-192 16,-1 1-1088-16,0-1-320 0,2 0-64 0</inkml:trace>
          <inkml:trace contextRef="#ctx0" brushRef="#br0" timeOffset="59413.6147">9867 3027 9215 0,'0'0'816'0,"0"0"-656"16,0-11-160-16,0 11 0 0,3-13 3344 0,4 2 640 15,0 1 128-15,3 1 32 0,2 2-2864 0,2 2-560 0,2 2-112 16,3 1-32-16,2 2 16 0,1 3 0 0,2-1 0 0,2 3 0 16,3 2 80-16,4 2 16 0,2 1 0 0,-3 2 0 15,-2 0-304-15,-3-1-64 0,-2-1-16 0,-3 0 0 16,-3 1-176-16,-2-1-128 0,-1 4 192 0,-2 0-192 16,-14-14 128-16,10 15-128 0,-10-15 0 0,9 14 0 15,-9-14 0-15,5 17 0 0,-5-17 128 0,5 16-128 0,-5-16 0 0,0 0 160 16,0 0-160-16,0 0 128 15,0 0-128-15,0 0 0 0,0 0 0 0,0 0 0 16,0 0 128-16,-12-4 0 0,2-2 0 0,1-1 0 16,4-2-128-16,0-1 0 0,-1-4 0 0,1-2-176 15,2 2 176-15,-1 2 0 0,4 12 0 0,-3-13-128 16,-1 1 128-16,4 12 0 0,2-16 0 0,2 2-128 16,-4 14 128-16,6-15 0 0,3 3 0 0,1 1 0 15,-10 11 0-15,16-8 0 0,1-1 0 0,0 2 0 16,1 0 0-16,4 2 0 0,4 2 0 0,2 1 0 0,3 0 240 0,3 4 80 15,3 1 0-15,0 4 16 0,1 2 160 0,0 1 16 0,-1-1 16 0,-1 3 0 16,-2 0-272-16,-4 0-48 0,-4 2-16 0,-6 0 0 0,-4-2-192 16,-4 3 0-16,-3 1 0 0,-4 1 0 31,-2 2-960-31,-3 2-224 0,-3 1-48 0,1-1-8816 0,0-2-1776 0</inkml:trace>
        </inkml:traceGroup>
        <inkml:traceGroup>
          <inkml:annotationXML>
            <emma:emma xmlns:emma="http://www.w3.org/2003/04/emma" version="1.0">
              <emma:interpretation id="{6F7EF196-A263-4BEC-8915-3B7B047A883B}" emma:medium="tactile" emma:mode="ink">
                <msink:context xmlns:msink="http://schemas.microsoft.com/ink/2010/main" type="inkWord" rotatedBoundingBox="23542,8576 26089,8569 26091,9507 23545,9514"/>
              </emma:interpretation>
            </emma:emma>
          </inkml:annotationXML>
          <inkml:trace contextRef="#ctx0" brushRef="#br0" timeOffset="63738.9457">13462 3389 8287 0,'0'0'368'0,"0"0"80"0,0 0-448 0,0 0 0 15,-4-10 0-15,4 10 0 0,0 0 3744 0,6-11 672 0,-1 3 128 0,3-1 16 16,3 2-2720-16,3 2-560 0,3-2-96 0,4 4-32 16,3 1-272-16,2 2-64 0,3 0-16 0,6 3 0 0,4-1-32 0,1 3-16 31,-4 0 0-31,2 2 0 0,2 0-464 0,-2 0-96 15,-4-2 0-15,-1 1-16 0,-2 0-176 0,-3 5 0 0,-2 1 0 0,0 0-10352 32,-1 2-2128-32</inkml:trace>
          <inkml:trace contextRef="#ctx0" brushRef="#br0" timeOffset="64436.3722">14560 2542 19119 0,'0'0'832'0,"-7"-9"192"0,-2 1-816 0,0-1-208 16,1 2 0-16,3 0 0 0,5 7 1376 0,-5-7 224 0,1 2 64 0,4 5 0 16,0 0-320-16,0 0-48 0,0 0-16 0,4 14 0 0,-1 1-480 15,4 6-96-15,1 3-32 0,1 7 0 16,1 6 144-16,3 2 16 16,2 1 16-16,1 1 0 0,-3-3-176 0,1-1-32 0,0-1-16 0,2-3 0 15,-1-2-160-15,1-2-16 0,1-1-16 0,0-3 0 16,2-2-432-16,2-2 128 0,0-1-128 0,1-1 0 15,0-5 128-15,3 0-128 0,1-2 0 0,1 0 128 16,2-2-128-16,1-1 128 0,-1-4-128 0,2 0 128 16,2-1-128-16,-2-4 128 0,-3-2-128 0,-4-1 128 0,-3-3-128 0,-6 0 0 15,-3-3 0-15,-3-1 0 16,-6-1-160-16,-3-1 160 0,-1 0-208 16,-6-2 80-16,-4 0 0 0,-1 1 0 0,-2-1 0 0,-1 0 0 15,-1 2 128-15,1 0 0 0,-2-2-144 0,1 2 144 0,0 0 0 0,3 0 0 16,-1 2 0-16,0-1 0 0,0 4 0 0,2 0 0 15,2 2 0-15,1 2 0 0,9 3-144 0,0 0 144 16,0 0 0-16,0 0 0 0,0 0 0 0,-2 10-128 16,4 0 128-16,3 1 0 0,2-3 0 0,4 3 0 15,1-1 0-15,1 2 0 16,1 0 0-16,2 0 0 0,-2-3 0 0,5 1 0 0,1 1 0 0,1-1 0 16,0 2 0-16,6 5 0 15,-4-3-1600-15,-2 3-320 0,1-1-64 0</inkml:trace>
          <inkml:trace contextRef="#ctx0" brushRef="#br0" timeOffset="64697.8997">15590 3059 14623 0,'0'0'640'0,"0"0"144"0,0 0-624 0,0 0-160 0,0 0 0 0,0 0 0 15,0 0 2112-15,0 0 400 0,9-5 80 0,-9 5 16 16,0 0-176-16,0 0-48 0,10 2 0 0,0 1 0 16,-10-3-896-16,11 7-176 0,-11-7-32 0,10 9-16 15,-1 0-544-15,-1 1-96 0,-1 0-32 0,0-1 0 16,-7-9-352-16,11 10-80 0,-1 1-16 0,0-1 0 16,1 2-144-16,-1 2 0 0,2 1 0 0,4 10 0 31,-3-1-2176-31,1-2-528 0</inkml:trace>
          <inkml:trace contextRef="#ctx0" brushRef="#br0" timeOffset="63482.8314">13845 2692 13871 0,'0'0'608'0,"0"0"144"0,5-14-608 0,0 2-144 16,1 2 0-16,-1 1 0 16,-2 0 960-16,-3 9 144 0,0 0 48 0,-1-10 0 15,-3 1 256-15,4 9 48 0,-10-6 16 0,10 6 0 16,-12-2-448-16,-2 2-64 0,-3 3-32 0,-1 4 0 0,-1 5-240 0,-1 4-48 0,-5 3-16 0,1 0 0 15,0 0 80-15,0 1 0 16,0 3 16-16,0-2 0 0,-1-2-80 0,1 0 0 16,0 0-16-16,0-2 0 0,2-2-256 0,1 1-48 0,2-1-16 0,0 1 0 15,0-4-48-15,2-2 0 16,1-1 0-16,-1 0 0 0,0-1-96 0,-1 1-32 0,3-1 0 16,-1-1 0-16,1 0-128 0,1-2 0 0,0-1 144 0,4 1-144 0,10-5 0 0,0 0 0 15,-12 5 0-15,12-5 128 16,0 0-128-16,0 0 0 0,0 0 0 0,0 0 0 15,0 0 0-15,13 11 0 0,1-4 0 0,5-2 128 16,2-4 0-16,3-1 16 0,4 2 0 0,3-2 0 16,3-2-144-16,3 1 0 0,-1 1 0 0,4 0 128 15,-1 0-128-15,4 0 0 0,1 3 0 0,0 1 0 0,1-3 176 0,0 3-48 0,-2-1-128 0,-1 1 192 32,-4-3 160-32,-4 3 32 0,-4-1 0 0,-3 2 0 15,-3 2-240-15,-5-1-144 0,-19-6 192 0,16 8-192 0,-2 1 0 0,-14-9 0 16,10 12-240-16,-1 2 80 31,-2-2-2496-31,-7-12-496 0,3 21-112 0,-1 3 0 0</inkml:trace>
          <inkml:trace contextRef="#ctx0" brushRef="#br0" timeOffset="61793.9442">13351 3078 7359 0,'0'0'656'0,"0"0"-528"16,0 0-128-16,0 0 0 0,0 0 1744 0,0 0 320 0,19-3 64 0,2 0 16 16,0-1-1712-16,3 2-432 0,4 1 0 0,1-1 0 15,4 2 0-15,0 2 128 16,-4 1-128-16,2 1 0 0,-2-1 0 0,-3 0 128 16,-7-1-128-16</inkml:trace>
          <inkml:trace contextRef="#ctx0" brushRef="#br0" timeOffset="61623.0304">13379 3011 16575 0,'0'0'1472'0,"0"0"-1168"0,-7-8-304 0,7 8 0 15,0 0 2640-15,4-11 480 0,-4 11 80 0,15-8 32 0,4 1-2016 0,4 1-384 0,2 1-96 0,7 2-16 31,2-2-464-31,4 3-112 0,2 4-16 0,3 1 0 16,2 1-128-16,-4 2 0 0,-6 1 0 0,-4 2-9216 16,-5-2-1904-16</inkml:trace>
        </inkml:traceGroup>
      </inkml:traceGroup>
      <inkml:traceGroup>
        <inkml:annotationXML>
          <emma:emma xmlns:emma="http://www.w3.org/2003/04/emma" version="1.0">
            <emma:interpretation id="{D3AA70D5-F22F-41D7-87F4-B1DAEA1BAAB7}" emma:medium="tactile" emma:mode="ink">
              <msink:context xmlns:msink="http://schemas.microsoft.com/ink/2010/main" type="line" rotatedBoundingBox="6970,10074 27050,9873 27058,10634 6977,10835"/>
            </emma:interpretation>
          </emma:emma>
        </inkml:annotationXML>
        <inkml:traceGroup>
          <inkml:annotationXML>
            <emma:emma xmlns:emma="http://www.w3.org/2003/04/emma" version="1.0">
              <emma:interpretation id="{AEA1698E-F38E-40B3-BE53-44CFE9A404A5}" emma:medium="tactile" emma:mode="ink">
                <msink:context xmlns:msink="http://schemas.microsoft.com/ink/2010/main" type="inkWord" rotatedBoundingBox="6972,10340 9794,10312 9798,10789 6977,10817"/>
              </emma:interpretation>
            </emma:emma>
          </inkml:annotationXML>
          <inkml:trace contextRef="#ctx0" brushRef="#br0" timeOffset="67773.7811">-2439 4464 18431 0,'0'0'1632'0,"0"0"-1312"16,0 0-320-16,0 0 0 0,0 0 1984 0,0 0 336 16,0 0 64-16,0 0 16 0,0 0-1632 0,14-5-336 0,-14 5-64 0,15 0-16 15,1 2 112-15,-3 1 32 0,1-1 0 0,2 1 0 16,1 2-32-16,0 4 0 0,1 0 0 0,-5-1 0 15,-13-8-304-15,12 14-160 0,-3 2 160 0,-4 1-160 16,-5-2 0-16,-1 3 128 0,-5-1-128 0,1-1 0 16,-3-1 0-16,-3 2 0 0,-3-3 128 0,1-2-128 15,-1-1 0-15,0-1 0 0,0-1 0 0,0-1 0 16,-1-1 128-16,1-2-128 0,14-5 0 0,-12 4 144 0,12-4-144 0,0 0 0 16,0 0 0-16,0 0 128 0,0 0-128 0,0 0 0 15,10-11 0-15,4 1 0 16,2-2 0-16,6 3 0 0,6 1 0 0,3 1 0 0,0 0 0 0,3 0 0 15,3 2 0-15,1 1 0 16,1 1-208-16,1-1-128 0,1 1-32 0,-3 1 0 16,-1-1-2272-16,-3-2-464 0,6-6-96 15,-4 3 0-15</inkml:trace>
          <inkml:trace contextRef="#ctx0" brushRef="#br0" timeOffset="67928.158">-1825 4466 24303 0,'0'0'1072'0,"0"0"224"0,0 0-1040 0,0 0-256 0,0 0 0 0,0 0 0 0,0 0 672 0,0 0 80 32,0 0 16-32,16 10 0 0,-1-1 320 0,-1-1 64 15,-2 3 0-15,0-1 16 0,-12-10-400 0,17 12-64 16,-1 4-32-16,-2 1 0 0,-2 2-672 0,-2 0 0 16,1-2 0-16,-1-1-9984 15,0-1-1920-15</inkml:trace>
          <inkml:trace contextRef="#ctx0" brushRef="#br0" timeOffset="68362.708">-1440 4373 11055 0,'0'0'976'0,"0"0"-784"15,0 0-192-15,0 0 0 0,0 0 1984 0,10-7 336 16,-10 7 80-16,11-7 16 0,-11 7-928 0,0 0-176 0,0 0-32 0,0 0-16 0,15-2-256 0,-15 2-48 31,18 4-16-31,-3 2 0 0,4 1-416 0,2 0-80 0,3-2 0 0,2 4-16 16,1 0-240-16,3-1-64 0,3-1 0 0,1 2 0 15,4 0-272-15,-2 1-64 0,-3-2-16 0,0-1-12768 16</inkml:trace>
          <inkml:trace contextRef="#ctx0" brushRef="#br0" timeOffset="68185.2043">-950 4316 13823 0,'0'0'1216'0,"-10"-5"-960"0,-2-1-256 0,1 5 0 0,1 1 3232 0,0 0 608 0,-2 1 112 15,0 3 16 1,-4 3-3184-16,0 1-640 0,-1 1-144 0,-3 1 0 16,-3 1 0-16,1-3 0 0,1 3 0 0,0-1 0 15,4 0 0-15,1 1 0 0,3 3 0 0,-1-2 0 16,-2-4 0-16,2 1-224 0,2-1 64 0,0 1 16 16,-1 0-2032-16,-1-4-384 0,-7 4-96 0,21-9-16 0</inkml:trace>
          <inkml:trace contextRef="#ctx0" brushRef="#br0" timeOffset="68573.6107">-646 4431 22511 0,'0'0'992'0,"0"0"224"0,0 0-976 0,0 0-240 0,0 0 0 0,0 0 0 15,12-3 1152-15,-12 3 192 0,0 0 48 0,0 0 0 0,0 0-688 0,0 0-128 16,10 14-16-16,-1-1-16 16,-9-13-256-16,14 19-48 0,-4 2-16 0,2 2 0 0,0 1-224 0,0 0 0 15,2-2 0-15,0-1-8976 16,-2 0-1776-16</inkml:trace>
          <inkml:trace contextRef="#ctx0" brushRef="#br0" timeOffset="67422.6853">-2855 4297 14735 0,'-11'-7'1312'0,"-1"-2"-1056"0,-1 1-256 0,-1 2 0 16,0 3 1536-16,2 0 256 0,-2-1 64 0,0 2 0 16,-1 1-1520-16,-3 2-336 15,1 1 0-15,-2 3 0 0,-3 4 0 0,-1-1 0 16,1-1 0-16,-1 2 0 0,1 0 0 0,0-1 128 16,-1 1 0-16,2 0 16 0,-1 3 368 0,1 0 80 0,2 1 16 0,2-2 0 15,3 1 32-15,2 2 0 0,2-2 0 0,1 2 0 0,9-14-208 0,-7 15-48 31,7-15 0-31,-1 21 0 0,4-2-128 0,-3-19-48 0,10 15 0 0,4 1 0 16,3-4 0-16,4-5 0 0,3 0 0 0,0-2 0 16,-3-2-64-16,0-4-16 0,1-3 0 0,1 1 0 15,-1-1-128-15,2-1 160 0,4-2-160 0,0 0 160 0,-3-1-160 0,1 1 0 16,0-2-160-16,-2 1 160 0,-1-3 0 0,-2 3 0 16,-2-1-128-16,-2 0 128 0,-2 2 0 0,1 1 0 15,-2-1 0-15,-4 0 0 0,-10 7 160 0,0 0-160 16,10-7 128-16,-10 7-128 0,11-9 656 0,-11 9 48 0,0 0 16 0,0 0 0 31,0 0 112-31,0 0 0 0,0 0 16 0,0 0 0 16,14 2-496-16,-14-2-96 0,13 7-32 0,1 0 0 15,-14-7-224-15,16 8 0 0,-3 1 0 0,1 1 0 0,0 1 0 0,0-1-256 16,-2 2 48-16,0 0 16 16,0 4-2144-16,2-4-416 0,0-4-96 0</inkml:trace>
        </inkml:traceGroup>
        <inkml:traceGroup>
          <inkml:annotationXML>
            <emma:emma xmlns:emma="http://www.w3.org/2003/04/emma" version="1.0">
              <emma:interpretation id="{F4F50503-9BE4-4760-9F6B-2345C3389199}" emma:medium="tactile" emma:mode="ink">
                <msink:context xmlns:msink="http://schemas.microsoft.com/ink/2010/main" type="inkWord" rotatedBoundingBox="10342,10478 10888,10472 10891,10796 10345,10801"/>
              </emma:interpretation>
            </emma:emma>
          </inkml:annotationXML>
          <inkml:trace contextRef="#ctx0" brushRef="#br0" timeOffset="69115.5572">31 4585 13823 0,'0'0'1216'0,"0"0"-960"16,0-10-256-16,5 1 0 0,-5 9 3568 0,14-10 656 0,3 3 144 0,7 0 32 15,9-2-3168-15,1 2-624 0,4-3-128 0,4-2-32 16,3 0-240-16,-1 0-48 0,-2 3-16 0,-1 0 0 15,-3-1-144-15,-2 3 0 16,-1 0 0-16,-4 2-9392 16,-5 2-1904-16</inkml:trace>
          <inkml:trace contextRef="#ctx0" brushRef="#br0" timeOffset="69306.185">371 4399 13823 0,'0'0'1216'0,"-12"-4"-960"0,12 4-256 0,0 0 0 0,-9-3 3104 0,9 3 576 16,0 0 112-16,0 0 32 16,0 0-2272-16,0 0-448 0,0 0-80 0,3 19-32 15,1-2 224-15,1-2 64 0,-5-15 0 0,7 25 0 0,0 0-672 0,1-2-128 0,1 1-32 0,1 2 0 16,4 2-448-16,2 1 128 0,-1 0-128 0,4 2-11056 31,4 0-2240-31</inkml:trace>
        </inkml:traceGroup>
        <inkml:traceGroup>
          <inkml:annotationXML>
            <emma:emma xmlns:emma="http://www.w3.org/2003/04/emma" version="1.0">
              <emma:interpretation id="{8F319319-EDA0-4B04-BA19-DB3CD5310395}" emma:medium="tactile" emma:mode="ink">
                <msink:context xmlns:msink="http://schemas.microsoft.com/ink/2010/main" type="inkWord" rotatedBoundingBox="13185,10419 13461,10417 13461,10457 13186,10459"/>
              </emma:interpretation>
            </emma:emma>
          </inkml:annotationXML>
          <inkml:trace contextRef="#ctx0" brushRef="#br0" timeOffset="69675.1461">2873 4373 23615 0,'0'0'1040'0,"0"0"224"0,0 0-1008 0,0 0-256 0,0 0 0 0,0 0 0 0,5-9 496 0,2 2 48 0,2 0 16 0,3 2 0 31,2 2 112-31,3 1 32 0,4-2 0 0,3 4 0 16,2 4-400-16,1 1-80 0,1 2-16 0,0 2 0 16,1-3-1936-16,0 1-400 0</inkml:trace>
        </inkml:traceGroup>
        <inkml:traceGroup>
          <inkml:annotationXML>
            <emma:emma xmlns:emma="http://www.w3.org/2003/04/emma" version="1.0">
              <emma:interpretation id="{8CC72D1D-05E7-480B-892D-AD2DA5B18239}" emma:medium="tactile" emma:mode="ink">
                <msink:context xmlns:msink="http://schemas.microsoft.com/ink/2010/main" type="inkWord" rotatedBoundingBox="14105,10454 14322,10451 14322,10504 14106,10507"/>
              </emma:interpretation>
            </emma:emma>
          </inkml:annotationXML>
          <inkml:trace contextRef="#ctx0" brushRef="#br0" timeOffset="69834.6516">3793 4424 21183 0,'0'0'1888'0,"11"-8"-1504"0,-1-1-384 0,2 1 0 16,3 2 1680-16,4 1 272 15,4 0 48-15,1 2 16 0,0-1-1760 0,0 2-256 0,2 1-224 0,2-3 32 16</inkml:trace>
        </inkml:traceGroup>
        <inkml:traceGroup>
          <inkml:annotationXML>
            <emma:emma xmlns:emma="http://www.w3.org/2003/04/emma" version="1.0">
              <emma:interpretation id="{66531E2F-D0E9-4D41-BD7A-9B632506AA5C}" emma:medium="tactile" emma:mode="ink">
                <msink:context xmlns:msink="http://schemas.microsoft.com/ink/2010/main" type="inkWord" rotatedBoundingBox="15531,10389 15928,10385 15929,10471 15532,10475"/>
              </emma:interpretation>
            </emma:emma>
          </inkml:annotationXML>
          <inkml:trace contextRef="#ctx0" brushRef="#br0" timeOffset="70030.8834">5219 4392 29375 0,'17'-14'1296'0,"-5"7"272"0,4 0-1248 0,1 0-320 0,4 0 0 0,-1 0 0 0,-1 0 480 0,2 1 32 16,1-1 16-16,-1 1 0 16,0 3-384-16,0 0-144 0,1-3 0 0,0 5 144 15,1 2-144-15,1 3-256 0,0-1 64 0,2 1-9024 16,2 1-1792-16</inkml:trace>
        </inkml:traceGroup>
        <inkml:traceGroup>
          <inkml:annotationXML>
            <emma:emma xmlns:emma="http://www.w3.org/2003/04/emma" version="1.0">
              <emma:interpretation id="{7E7B1C91-1E06-414E-A756-2BD7581494B2}" emma:medium="tactile" emma:mode="ink">
                <msink:context xmlns:msink="http://schemas.microsoft.com/ink/2010/main" type="inkWord" rotatedBoundingBox="16874,10338 17119,10335 17120,10416 16875,10419"/>
              </emma:interpretation>
            </emma:emma>
          </inkml:annotationXML>
          <inkml:trace contextRef="#ctx0" brushRef="#br0" timeOffset="70224.1579">6562 4336 25791 0,'0'0'2304'0,"5"-12"-1856"0,0 2-448 0,4 1 0 16,-9 9 1824-16,15-8 272 0,-1-1 48 0,0 2 16 16,-2 0-1632-16,-2 2-320 15,-10 5-64-15,14-7-16 0,0 4-128 0,0-1 0 0,1 3 0 0,2 2 0 31,2 3-1200-31,2-1-320 0,2-1-64 0,1 1-11968 0</inkml:trace>
        </inkml:traceGroup>
        <inkml:traceGroup>
          <inkml:annotationXML>
            <emma:emma xmlns:emma="http://www.w3.org/2003/04/emma" version="1.0">
              <emma:interpretation id="{7832F094-56EF-4D06-BDB5-E1FAEB44307C}" emma:medium="tactile" emma:mode="ink">
                <msink:context xmlns:msink="http://schemas.microsoft.com/ink/2010/main" type="inkWord" rotatedBoundingBox="17712,10395 17799,10394 17800,10405 17713,10406"/>
              </emma:interpretation>
            </emma:emma>
          </inkml:annotationXML>
          <inkml:trace contextRef="#ctx0" brushRef="#br0" timeOffset="70400.7065">7400 4323 5519 0,'0'0'240'0,"0"0"64"0,0 0-304 0,0 0 0 0,0 0 0 0,0 0 0 0,0 0 3520 0,14-6 656 0,-2 3 128 0,2 1 32 47,-14 2-3808-47,17 0-752 0,-1 0-160 0,-2 2-8576 0</inkml:trace>
        </inkml:traceGroup>
        <inkml:traceGroup>
          <inkml:annotationXML>
            <emma:emma xmlns:emma="http://www.w3.org/2003/04/emma" version="1.0">
              <emma:interpretation id="{9444C813-BE11-4B4F-9906-B108C9FA3CDB}" emma:medium="tactile" emma:mode="ink">
                <msink:context xmlns:msink="http://schemas.microsoft.com/ink/2010/main" type="inkWord" rotatedBoundingBox="18444,10217 19172,10210 19175,10495 18447,10502"/>
              </emma:interpretation>
            </emma:emma>
          </inkml:annotationXML>
          <inkml:trace contextRef="#ctx0" brushRef="#br0" timeOffset="71415.6921">8517 4188 18431 0,'-7'-16'816'0,"7"16"160"0,-3-12-784 0,1 0-192 16,0 2 0-16,2 10 0 0,0 0 2944 0,0 0 560 15,4-7 96-15,-4 7 32 0,0 0-1648 0,0 0-336 0,0 0-64 0,12 14-16 0,-2 0-544 16,2-1-128-16,-1 1 0 0,1 4-16 0,0-1-592 16,2 4-112-16,-1 1-32 0,3 0 0 0,-1 1-144 0,3-2 0 31,1-4 0-31,0 5 128 16,-2 1-2048-16,2-1-432 0</inkml:trace>
          <inkml:trace contextRef="#ctx0" brushRef="#br0" timeOffset="71192.9987">8134 4381 12895 0,'0'0'1152'0,"0"0"-928"16,0 0-224-16,0 0 0 15,5-10 3104-15,2 1 576 0,-7 9 112 0,12-12 32 0,2 0-1584 0,0 2-304 16,0 1-64-16,3 2-16 16,2-1-752-16,3 1-144 0,2 0-48 0,2 2 0 0,0-1-384 0,5 0-80 15,4-1 0-15,3 3-16 16,1 1-304-16,3 1-128 0,-2-1 128 0,1 3-128 16,2 5 0-16,-1 0 0 0,-5 2 0 0,-2 1 0 31,-4 3-2144-31,-3-3-416 0,-4-2-64 0,-3-1-32 0</inkml:trace>
        </inkml:traceGroup>
        <inkml:traceGroup>
          <inkml:annotationXML>
            <emma:emma xmlns:emma="http://www.w3.org/2003/04/emma" version="1.0">
              <emma:interpretation id="{96200435-3DF9-42A4-98CA-D31C8F3DC30D}" emma:medium="tactile" emma:mode="ink">
                <msink:context xmlns:msink="http://schemas.microsoft.com/ink/2010/main" type="inkWord" rotatedBoundingBox="19634,10221 23705,10180 23710,10632 19638,10673"/>
              </emma:interpretation>
            </emma:emma>
          </inkml:annotationXML>
          <inkml:trace contextRef="#ctx0" brushRef="#br0" timeOffset="73295.0924">9749 4264 6447 0,'0'0'576'0,"0"0"-576"15,0 0 0-15,9-9 0 0,-9 9 2320 0,0 0 368 16,5-10 64-16,-5 10 0 0,4-10-896 0,-4 10-192 16,-2-16-48-16,-2 4 0 0,-1 3-272 0,-2 1-48 15,1-1-16-15,-5 2 0 0,-1 0-432 0,-2 0-80 0,0 4-32 0,-1 3 0 16,-4 3-432-16,0 3-96 0,-3-3-16 0,-1 4 0 0,-1 0-192 0,0 1 0 15,-2-2 128-15,0 2-128 0,-2 1 128 0,2 0 0 32,2-1-128-32,2 3 192 0,5-1-192 0,-1 2 0 15,6-3 128-15,4 3-128 0,-1 1 0 0,9-13 0 0,-5 18 128 0,3-3-128 16,2-15 0-16,4 16 0 0,-4-16 0 0,10 15 0 0,2-1 0 0,4-4 176 31,1-3-176-31,3-1 160 0,5-1-160 0,1 0 0 0,1-2 0 0,1-3 0 16,-2 0 0-16,0-3 0 0,5 1 0 0,-2-1 0 0,-1-1 0 0,-3-1 0 15,1 0 128-15,-1-2-128 0,-5 0 0 16,1-2 0 0,-2 1 0-16,0 1 0 0,0-2 880 0,-2 1 144 15,-3-1 16-15,0 0 16 16,-14 9-1648-16,12-10-336 0,-4 1-64 0,-8 9-16 0,0 0 1008 0,6-12 288 0,-6 12 16 0,0 0 0 0,0 0 464 0,0 0 112 0,-4-10 16 0,4 10 0 31,0 0-256-31,0 0-32 0,0 0-16 0,0 0 0 0,0 0-240 16,0 0-48-16,0 0-16 0,14 9 0 0,2-2-144 0,1 1-16 15,0-1-128-15,4 0 192 0,1 0-192 0,2 2 144 16,-1-3-144-16,6 3 128 0,6 0-128 16,-1-1 0-16,-1 1 144 0,-4-2-144 0,-1 0 0 0,-4 0 0 15,-1 0 0-15,-3-1 128 16,-1 3-1408-16,-1 0-256 0,-5-1-64 0,-13-8-9248 0,0 0-1840 0</inkml:trace>
          <inkml:trace contextRef="#ctx0" brushRef="#br0" timeOffset="73666.4474">10386 4383 11055 0,'0'0'480'0,"0"0"112"0,0 0-464 0,0 0-128 15,0 0 0-15,0 0 0 0,-3-16 2544 0,3 16 480 0,0-17 112 0,2 5 0 16,-2 12-1280-16,0 0-272 0,10-12-48 0,-10 12-16 0,10-9-512 0,-10 9-112 15,16-5 0-15,-2 4-16 0,-1 1-400 0,-13 0-80 16,16 3-16-16,-2 2 0 16,-14-5-16-16,14 9-16 0,-14-9 0 0,12 12 0 0,-2 2-160 0,-10-14-16 15,3 15-16-15,-3-15 0 0,-1 16-160 0,-1-1 128 16,-3 1-128-16,0-4 128 0,-2 0 48 0,-2 0 0 16,-3-2 0-16,0 1 0 0,0-4-32 0,-2 1 0 15,2 1 0-15,12-9 0 0,-12 5-144 0,12-5 0 16,-10 7 144-16,10-7-144 0,0 0 144 0,0 0-144 15,0 0 192-15,0 0-192 16,0 0 144-16,0 0-144 0,17 3 0 0,2-1 144 0,2-2-144 0,1-3 0 16,2 1 0-16,4-1 128 0,3-1-128 0,5 1 0 15,2-1 0-15,2 1 128 0,-1-2-128 0,3 1-256 0,1 1 64 0,-2 1-10544 16,-3 0-2112-16</inkml:trace>
          <inkml:trace contextRef="#ctx0" brushRef="#br0" timeOffset="74108.7414">10835 4359 6447 0,'0'0'576'0,"0"0"-576"16,0 0 0-16,0 0 0 0,0 0 2032 0,0 0 288 0,0 0 64 0,0 0 16 15,14 0-592-15,-14 0-112 0,15 2-32 0,1 1 0 16,-1 0-448-16,1 3-112 0,0 1-16 0,1-1 0 15,0 1-336-15,0 2-80 0,1 0-16 0,-1-1 0 16,0 3-240-16,-1-1-48 0,-3 0-16 0,-1 1 0 16,-3 2 0-16,-2 1 0 0,-2 2 0 0,-5-16 0 15,0 0 32-15,4 17 0 0,-4-1 0 0,0-16 0 16,-2 15-128-16,2-15-32 0,-7 12 0 0,7-12 0 16,-10 7-64-16,10-7-16 0,-12 2 0 0,12-2 0 0,-14-4-144 0,2-1 192 15,3-2-192-15,2-1 192 16,0-3-16-16,2-1 0 0,0 0 0 0,1 0 0 15,4 0-176-15,0 0 0 0,0 12 0 0,6-12 0 16,2-2 0-16,1 2 0 0,0 0 0 0,1 2 0 16,0-1-208-16,1 3-80 0,-11 8-16 0,15-9 0 0,1 0 112 15,-3 2 32-15,-13 7 0 0,18-5 0 16,-1 2 160-16,0 1 0 0,-1-1 0 0,3 1-128 0,5 4 384 0,2-1 96 16,1 3 16-16,5 1 0 0,0-2 64 0,3 4 16 15,-1 2 0-15,-1 1 0 0,-2 2-304 0,0-1-144 0,2-3 160 0,-4 3-160 16,-3-1 0-16,-2 2-128 0,1 2-16 0,-5 0 0 31,-1 0-2256-31,0-4-448 0</inkml:trace>
          <inkml:trace contextRef="#ctx0" brushRef="#br0" timeOffset="74544.4056">11872 4274 15663 0,'0'0'1392'0,"4"-12"-1120"0,-1 0-272 0,-3 12 0 16,7-10 2528-16,4 3 448 0,2 2 96 0,1 1 0 15,0 3-1696-15,5-1-352 16,5 5-64-16,0 4 0 0,-1 2 384 0,3-1 96 16,1 6 16-16,3 0 0 0,-1 2-496 0,4-1-112 15,3 1-16-15,2-3 0 0,0 1-608 0,0 0-224 0,-2-2 144 0,0-2-144 16,1 3-1296-16,-1-1-352 16,-2-2-64-16</inkml:trace>
          <inkml:trace contextRef="#ctx0" brushRef="#br0" timeOffset="74365.5024">12281 4169 18431 0,'0'-19'1632'15,"2"2"-1312"-15,0 1-320 0,0 8 0 0,-2 8 3392 0,0 0 592 16,0 0 128-16,0 0 32 0,0 0-3088 0,0 0-608 0,-7 12-128 0,-2 2-32 16,-1 1 160-16,-2 1 48 0,0 1 0 0,-1 0 0 0,1 0-208 0,0 1-32 15,0-3-16-15,0 1 0 0,2-3-240 0,-1 1 128 16,-1 0-128-16,2 0 0 0,0-2-224 0,-1 0-144 15,1 0-16-15,-6 4-16 16,1-4-2032-16,1-4-384 0,0-1-96 16</inkml:trace>
          <inkml:trace contextRef="#ctx0" brushRef="#br0" timeOffset="74916.1536">12758 4347 18431 0,'0'0'1632'0,"0"0"-1312"0,-7-11-320 0,7 11 0 16,0 0 2048-16,0 0 352 0,0 0 64 0,0 0 16 0,0 0-368 0,0 0-80 15,0 0-16-15,0 0 0 0,0 0-1488 0,0 0-288 31,0 0-64-31,0 0-16 0,14 13-32 0,-14-13 0 0,10 13 0 0,-10-13 0 16,10 14-864-16,-10-14-176 0,0 0-48 0,0 0 0 0,0 0 768 0,0 0 192 16,0 0 0-16,0 0 0 0,0 0 0 0,0 0 0 0,0 0 128 0,0 0-128 15,0 0 0-15,0 0 144 16,0 0-144-16,0 0 0 0,0 0 128 0,0 0-128 16,0 0 0-16,0 0 0 0,4-14 0 0,-1 2 0 15,1 0 0-15,-1 0 0 0,2 0 0 0,2 2 0 0,0-1 128 0,2 3-128 16,3 1 0-16,2 0 0 15,-1 2 0-15,5 1 0 0,2 3 448 0,8 2 16 0,3 4 16 0,2 1 0 16,1 0 144-16,3 1 16 16,1 2 16-16,0 1 0 0,-2 1-256 0,0-1-48 0,-1-3-16 0,-4 3 0 15,-4 2-336-15,-1 2 0 0,-2 3 0 0,-3 1-11200 16,-4-1-2320 0</inkml:trace>
        </inkml:traceGroup>
        <inkml:traceGroup>
          <inkml:annotationXML>
            <emma:emma xmlns:emma="http://www.w3.org/2003/04/emma" version="1.0">
              <emma:interpretation id="{4B59EAE4-FB18-4CCD-B770-F3E190534BD5}" emma:medium="tactile" emma:mode="ink">
                <msink:context xmlns:msink="http://schemas.microsoft.com/ink/2010/main" type="inkWord" rotatedBoundingBox="24436,9899 27050,9873 27058,10604 24443,10630"/>
              </emma:interpretation>
            </emma:emma>
          </inkml:annotationXML>
          <inkml:trace contextRef="#ctx0" brushRef="#br0" timeOffset="75656.281">14142 4474 14735 0,'0'0'1312'0,"0"0"-1056"16,-12-1-256-16,12 1 0 0,0 0 2304 0,0 0 384 0,0 0 96 0,0 0 16 15,19 3-1568-15,7 1-304 16,3-1-64-16,7-1-16 0,4-4 160 0,8 2 16 0,9 0 16 0,4 0 0 16,1 0-496-16,-2 2-96 15,-1 1-32-15,-4-1 0 0,-5-4-416 0,0 2 0 0,0 2-144 0</inkml:trace>
          <inkml:trace contextRef="#ctx0" brushRef="#br0" timeOffset="75491.6425">14532 3948 29823 0,'0'0'1328'0,"0"0"272"0,0 0-1280 0,0 0-320 16,-7-8 0-16,7 8 0 0,0 0 592 0,-12-2 64 0,-2 2 16 0,-3 3 0 15,-5 2-480-15,-3 2-192 16,-2 0 128-16,1 4-128 0,0 1 128 0,0 1-128 0,0 1 0 0,0 2 128 15,2-1-128-15,2 3 128 0,1-3-128 0,4 2 128 16,1-1-128-16,4-1 0 16,4-1 0-16,1-2 0 0,7-12 0 0,-4 11 0 0,4-11 0 0,0 0 0 15,7 10 0-15,-7-10 0 0,14 7 0 0,1 0 0 0,4-2 128 0,2 2-128 16,2-2 0-16,1 2 128 0,2 0 288 0,1 2 48 16,1-1 16-16,3 3 0 0,2 1 144 0,-1-2 16 0,0 0 16 15,-3 1 0-15,-2-1-368 0,1 0-80 16,-4-1-16-16,-3 0 0 0,-2-1-192 0,-2 3 0 15,-3-3-144-15,-2 3 144 16,-3 2-2272 0,-9-13-352-16,3 14-80 0</inkml:trace>
          <inkml:trace contextRef="#ctx0" brushRef="#br0" timeOffset="76108.7246">15109 3807 25679 0,'0'0'1136'0,"0"0"240"0,0 0-1104 0,0 0-272 0,0 0 0 0,0 0 0 0,0 0 272 0,12 13 0 16,-2 5 0-16,2 4 0 16,2 6 816-16,0 3 144 0,-1 3 48 0,3 8 0 0,1 8-208 0,2-2-48 15,0-3 0-15,2-4 0 0,0-3-544 0,-1-1-112 16,1-5-32-16,0-4 0 0,-2-6-208 0,0-1-128 16,-2-2 160-16,0-3-160 0,1-4 128 0,-1-2-128 0,0-1 0 0,2-1 0 15,2-1 0-15,1-2 0 16,2-3 0-16,0-2 0 0,1-2-128 0,-1-1-128 15,-2-2-32-15,-1-2 0 0,-2 0-80 0,-2-2-16 16,-3 1 0-16,-2-3 0 0,-3 1 208 0,-2-2 48 16,-4-2 0-16,-3-1 0 0,-3-1 256 0,-1-1 48 0,-3 1 16 0,-1 1 0 0,-3 1 304 15,-1 2 64-15,-2 2 16 0,-1 1 0 16,-1 0-208-16,1 6-48 0,-1-1 0 0,2 3 0 16,1 1-320-16,13 0 0 15,-12 1 0-15,12-1 0 0,-9 11 0 0,9-11-160 16,-4 14 160-16,8 1 0 15,5-1-512-15,4 1 0 0,5 1 0 0,4 1 0 0,4 0-2224 0,3-1-432 0</inkml:trace>
          <inkml:trace contextRef="#ctx0" brushRef="#br0" timeOffset="76416.9941">16146 4323 21183 0,'0'0'1888'15,"-5"-9"-1504"-15,1-3-384 0,4 12 0 0,2-10 2048 0,-2 10 352 0,5-9 64 0,-5 9 16 0,9-7-1136 0,-9 7-240 16,12-3-32-16,-12 3-16 0,14 1-112 0,-1 1-32 0,-13-2 0 0,16 5 0 0,-16-5-432 0,15 9-96 31,-2 1 0-31,-13-10-16 0,12 12-368 0,-12-12 128 16,10 14-128-16,-10-14 0 0,0 0 0 0,3 14 128 16,-3-14-128-16,0 0 0 0,-6 15 0 0,6-15 0 15,-9 16 0-15,-1-4 128 0,-3-2-128 0,1-3 128 0,0 0-128 0,0 0 128 16,2 0-128-16,10-7 0 15,-12 7 128-15,12-7-128 0,-9 10 0 0,9-10 144 16,0 0-144-16,0 0 0 0,0 0 128 0,11 17-128 16,-11-17 0-16,20 11 0 0,6-4 128 0,3 0-128 0,6-2 0 15,6-2 0-15,4 2 128 0,5 1-128 0,4-1 0 16,1-2 0-16,0-1 0 0,2 1-176 16,2 3 0-16,-7-3-17312 0</inkml:trace>
        </inkml:traceGroup>
      </inkml:traceGroup>
      <inkml:traceGroup>
        <inkml:annotationXML>
          <emma:emma xmlns:emma="http://www.w3.org/2003/04/emma" version="1.0">
            <emma:interpretation id="{D425E953-81FC-4212-A1CA-6BC386B111C6}" emma:medium="tactile" emma:mode="ink">
              <msink:context xmlns:msink="http://schemas.microsoft.com/ink/2010/main" type="line" rotatedBoundingBox="6678,11277 27855,10883 27877,12085 6701,12478"/>
            </emma:interpretation>
          </emma:emma>
        </inkml:annotationXML>
        <inkml:traceGroup>
          <inkml:annotationXML>
            <emma:emma xmlns:emma="http://www.w3.org/2003/04/emma" version="1.0">
              <emma:interpretation id="{FA8D6D94-AFEF-4794-93C5-2A75BC7E873A}" emma:medium="tactile" emma:mode="ink">
                <msink:context xmlns:msink="http://schemas.microsoft.com/ink/2010/main" type="inkWord" rotatedBoundingBox="6678,11277 10851,11199 10873,12398 6700,12476"/>
              </emma:interpretation>
            </emma:emma>
          </inkml:annotationXML>
          <inkml:trace contextRef="#ctx0" brushRef="#br0" timeOffset="79725.4147">-2557 6197 11055 0,'-12'-7'976'0,"0"0"-784"16,2-2-192-16,1 2 0 0,9 7 3520 0,0 0 640 0,-3-8 144 15,3 8 32-15,0 0-2976 0,0 0-592 0,3-9-112 0,-3 9-16 16,0 0-16-16,14-3 0 0,2 3 0 0,-1 3 0 0,2 2 0 0,1-1 0 16,-1 1 0-16,0 2 0 0,-1 3-240 0,-1 0-32 15,1 1-16-15,-1-1 0 0,1 2-144 0,-2-1-16 0,-14-11-16 0,13 10 0 16,-13-10-160-16,0 0 128 0,7 14-128 0,-7-14 128 15,2 14-128-15,-2-14 0 0,0 0 0 0,0 0 0 16,-10 8 0 0,10-8 0-16,-12 5 0 0,0-3 0 0,1-4 0 0,11 2 0 0,-12-7 0 0,3-1-176 15,1-1-16-15,3-3 0 16,1 0 0-16,1-2 0 0,1-1 192 0,2-1-160 16,3 1 160-16,3-1-160 0,-1 4 160 0,0 2 0 0,2-1-144 0,2 4 144 15,1 0-128-15,-10 7 128 0,15-6-160 0,-1 4 160 0,-14 2 0 0,19 3 0 16,0 1 0-16,0 1 0 0,0 2 0 0,-2 1 0 31,-1 1 176-31,0 1-48 0,-1 4-128 0,1 2 0 16,-3-1 0-16,3 1 128 0,-2-1-128 0,0-1 0 0,-2 0 0 0,-2-4 128 15,-10-10-128-15,12 11 0 0,-12-11 0 0,12 7 0 0,-12-7 0 0,0 0 0 16,14 3 0-16,-14-3 0 16,0 0 0-16,14-3 0 15,-14 3 0-15,14-9 0 0,-4-1 0 0,-1-1 0 16,-4-3 0-16,0-1 128 0,2-1-128 0,-2 1 0 15,-2-2 0-15,3 1 0 0,4 1 0 0,0-1 0 0,1 2 0 0,-1 0 0 16,4 1 0-16,0 2 192 0,1 1 0 0,2 3-16 0,4 0 144 0,0 0 48 16,0 2 0-16,3 2 0 0,0-1 48 0,0 4 16 15,0 0 0-15,-1 2 0 0,-3 1-208 0,1 2-32 16,-2 2-16-16,-2 4 0 0,-3 3-176 0,2 1 0 16,-1 1 0-16,-1-1 0 0,-4 2 0 0,-1 2 0 15,0 0 0-15,-2 4-176 16,-1-3-624-16,1 1-128 0,0-2-32 0,0 0 0 15,0-3-1920-15,0-1-384 0,3-4-64 0</inkml:trace>
          <inkml:trace contextRef="#ctx0" brushRef="#br0" timeOffset="79913.2695">-1416 6119 3679 0,'0'0'160'0,"-5"-14"32"0,0 0-192 0,1 2 0 15,1 0 0-15,3 12 0 0,0-12 5360 0,0 12 1024 0,0-10 208 0,0 10 32 16,0 0-4016-16,9-7-816 15,-9 7-144-15,12-2-48 0,-12 2-592 0,17 5-128 16,-2 2-32-16,-1 4 0 0,0 2-176 0,2 6-32 0,-1 2-16 0,1 1 0 0,-3 1-496 16,1 1-128-1,-2 2 0-15,2 2 0 16,-2-1-896-16,0 1-208 0,2 1-48 0,0-5-14864 0</inkml:trace>
          <inkml:trace contextRef="#ctx0" brushRef="#br0" timeOffset="80649.6334">-1031 5936 13823 0,'0'0'608'0,"0"0"128"0,0 0-592 0,0 0-144 16,0 0 0-16,0 0 0 0,-2-10 2800 0,2 10 528 15,0 0 96-15,0 0 32 0,0 0-1792 0,16-2-368 16,1 4-64-16,0 1-16 0,2 1-256 0,2-1-48 15,3-1-16-15,4 1 0 0,0 2-320 0,1 2-64 16,4 2 0-16,1 3-16 0,1 0-320 0,-1 2-176 16,1-2 192-16,1 2-192 15,-1 0-848-15,-4 1-288 0,-6 2-48 0,-2 1-13616 0</inkml:trace>
          <inkml:trace contextRef="#ctx0" brushRef="#br0" timeOffset="80428.8343">-603 5883 7359 0,'0'0'656'0,"0"0"-528"0,0 0-128 0,0 0 0 16,0 0 2544-16,-12 6 464 0,-2 1 112 0,0 0 16 15,1 0-1152-15,-3 0-208 16,-5 0-48-16,1 2-16 0,-3 1-288 0,1 2-48 0,-2 2-16 0,1 0 0 16,1-1-592-16,1 3-128 0,2-1-32 15,4 1 0-15,1 0-320 0,3-1-64 0,3-1-16 0,3 0 0 16,3-1-384-16,2 3-80 0,-2-4 0 0,2-2-16 16,0-10-2544-16,0 0-512 0</inkml:trace>
          <inkml:trace contextRef="#ctx0" brushRef="#br0" timeOffset="80855.479">-342 6036 22111 0,'0'0'1968'0,"0"0"-1584"16,-7-10-384-16,7 10 0 0,0 0 2592 0,0 0 432 0,0 0 96 0,0 0 16 16,14 0-1632-16,-1 5-320 15,0 2-64-15,0 3-16 0,1 4-464 0,-2 3-112 0,-1 1-16 0,-1 2 0 16,0 4-336-16,-1 1-176 0,0-3 160 0,-1 2-160 15,1 0-816-15,-1 4-256 0,1-4-48 0,1-2-9904 16,1-3-1984-16</inkml:trace>
          <inkml:trace contextRef="#ctx0" brushRef="#br0" timeOffset="81104.9222">81 5986 18431 0,'-2'-10'1632'0,"2"10"-1312"15,0-12-320-15,0 12 0 0,7-9 3232 0,5 2 576 0,3 2 112 16,3 1 32-16,1-2-3056 0,0 2-592 16,0 1-128-16,0-1-32 0,1 1 48 0,4-2 0 0,4-2 0 15,0 2 0-15,1-1-16 0,-1-1 0 16,-1 2 0-16,-1-2 0 0,0 0-176 0,-2 2-224 0,0 2 48 0,-1 1 16 31,-2-1-2384-31,-4-1-464 0</inkml:trace>
          <inkml:trace contextRef="#ctx0" brushRef="#br0" timeOffset="81286.6832">362 5788 20271 0,'0'0'896'0,"0"0"192"0,0 0-880 0,0 0-208 0,0 0 0 0,0 0 0 0,-3-9 1696 0,3 9 288 15,0 0 64-15,0 0 16 16,0 0 48-16,0 0 16 0,17 7 0 0,-2 0 0 16,-1 1-720-16,2 3-128 0,1-1-48 0,-2 2 0 15,1 4-752-15,-2 1-160 0,-2 2-16 0,0 0-16 0,-2 2-288 0,1 5 0 16,-3 3 0-16,-1 4-12032 16,0 3-2480-16</inkml:trace>
          <inkml:trace contextRef="#ctx0" brushRef="#br0" timeOffset="79149.6834">-3187 6074 10879 0,'0'0'480'0,"0"0"96"0,0 0-448 0,0 0-128 0,0 0 0 0,9-9 0 16,-2 1 1152-16,-7 8 224 15,5-11 32-15,-5 11 16 0,0-12 176 0,0 12 48 16,-2-12 0-16,1 2 0 0,-3 0-240 0,-1 1-64 16,0 0 0-16,0 1 0 0,-1-3-384 0,0 3-96 15,-3-3-16-15,-1 3 0 0,-2 1-208 0,-1 2-32 0,0 3-16 0,-1 0 0 0,-2-1-368 0,1 3-80 31,-3 0-16-31,0 3 0 0,0 2-128 0,-2 2 0 16,-5-2 0-16,3 6 0 0,0-1 0 0,1 4 0 0,0 2 0 0,2-1 0 16,4 1 192-16,-1 3-32 0,0 1-16 0,3 1 0 0,-1 0-144 0,2 3 160 0,3-2-160 0,2 1 160 15,2-1-160-15,3 1 0 16,2-6 0-16,6-2 0 0,4-1 128 0,4 0-128 16,1-4 128-16,4 1-128 15,4-3 0-15,3-1 0 0,1-2 0 0,4 1 0 0,2-5 0 16,0-1 128-16,-2-1-128 0,0-1 0 0,0 0 0 0,-2-3 0 0,-1-2 0 0,-2-2 0 15,-4 1 0-15,-1-3 0 0,-2-1 0 0,-2-1 0 32,-3-1 0-32,0-2 0 0,-2-1 0 0,-2 0 0 0,-1 1 0 0,0 1 0 0,-3-3 0 0,0 3 0 15,-5-1 0-15,1 1 0 0,2 1 192 0,-3 2-64 16,-1 0 592 0,-1 1 112-16,1 11 32 0,0-8 0 0,0 8-16 0,0 0 0 0,0 0 0 0,0 0 0 15,0 0-336-15,0 0-64 0,0 0 0 0,17 5-16 16,-2 2-304-16,1 2-128 0,1 1 0 0,2 4 128 15,0 1-128-15,0 2 0 0,2 1 0 0,1-1 0 16,1 0 0-16,1 2 0 0,3-1 0 0,1 0 0 31,0 1-1216-31,-1 4-240 0,-1-2-32 0,2-1-16 0,-2-1-1760 0,-2-5-368 0</inkml:trace>
          <inkml:trace contextRef="#ctx0" brushRef="#br0" timeOffset="77089.6882">-3035 5270 11055 0,'-1'-19'976'0,"1"9"-784"0,-2-1-192 0,4 3 0 15,-2 8 4944-15,8-11 944 0,1 3 192 0,-1 1 48 16,-8 7-4656-16,13-9-912 0,-3 4-192 0,-10 5-48 0,0 0-320 16,14 0 0-16,-14 0 0 0,0 0 0 0,0 0 0 0,13 12 0 15,-2 0 0-15,-3 0 0 16,-8-12-448-16,9 19-96 0,0-2-32 0,-2 1-9216 15,-2-1-1840-15</inkml:trace>
          <inkml:trace contextRef="#ctx0" brushRef="#br0" timeOffset="77233.0113">-2910 5449 13823 0,'0'0'1216'0,"0"0"-960"16,0 0-256-16,0 0 0 0,-7-10 2864 0,7 10 528 15,0 0 96-15,0 0 32 0,0 0-2144 0,0 0-416 16,0 0-96-16,0 0-16 0,0 0-528 0,0 0-96 15,15 10-32-15,1 3 0 16,-1 2-1408-16,1-1-304 0,1 0-48 0</inkml:trace>
        </inkml:traceGroup>
        <inkml:traceGroup>
          <inkml:annotationXML>
            <emma:emma xmlns:emma="http://www.w3.org/2003/04/emma" version="1.0">
              <emma:interpretation id="{E175B72D-9106-47F1-9B48-ABA25CBA3234}" emma:medium="tactile" emma:mode="ink">
                <msink:context xmlns:msink="http://schemas.microsoft.com/ink/2010/main" type="inkWord" rotatedBoundingBox="13563,11985 13729,11982 13731,12078 13565,12081"/>
              </emma:interpretation>
            </emma:emma>
          </inkml:annotationXML>
          <inkml:trace contextRef="#ctx0" brushRef="#br0" timeOffset="81738.4239">3289 5998 15663 0,'-12'-15'688'0,"7"4"144"0,-2-3-656 16,2 2-176-16,1 2 0 0,1 3 0 0,1 2 3264 0,2 5 608 15,0 0 128-15,0 0 32 16,2-10-3200-16,-2 10-624 0,5-7-208 0,-5 7 128 0,0 0 16 0,14-5 16 15,-14 5 0-15,21 1 0 0,-1 3-160 0,3-1-224 16,-1-1 48-16,6 1-8896 16,3 1-1776-16</inkml:trace>
        </inkml:traceGroup>
        <inkml:traceGroup>
          <inkml:annotationXML>
            <emma:emma xmlns:emma="http://www.w3.org/2003/04/emma" version="1.0">
              <emma:interpretation id="{EB7973EB-B8B4-40FC-98B1-A590AC2843DB}" emma:medium="tactile" emma:mode="ink">
                <msink:context xmlns:msink="http://schemas.microsoft.com/ink/2010/main" type="inkWord" rotatedBoundingBox="14753,11889 15027,11883 15029,11975 14755,11980"/>
              </emma:interpretation>
            </emma:emma>
          </inkml:annotationXML>
          <inkml:trace contextRef="#ctx0" brushRef="#br0" timeOffset="81911.2144">4442 5898 12895 0,'12'-21'1152'0,"-5"11"-928"0,-7 10-224 0,9-10 0 15,-2 1 4816-15,3 2 928 16,0 2 176-16,2 0 32 0,2-2-4528 0,0 2-912 0,-2 0-176 0,0 1-32 0,2 1-304 0,0 1 0 16,1 0 0-16,3 2 0 31,1 2-1392-31,3 0-272 0,2-1-64 0,4-1-12256 0</inkml:trace>
        </inkml:traceGroup>
        <inkml:traceGroup>
          <inkml:annotationXML>
            <emma:emma xmlns:emma="http://www.w3.org/2003/04/emma" version="1.0">
              <emma:interpretation id="{A7AF16C9-8CB6-4CD9-980D-2CB4517A443E}" emma:medium="tactile" emma:mode="ink">
                <msink:context xmlns:msink="http://schemas.microsoft.com/ink/2010/main" type="inkWord" rotatedBoundingBox="15753,11874 16109,11867 16110,11919 15754,11925"/>
              </emma:interpretation>
            </emma:emma>
          </inkml:annotationXML>
          <inkml:trace contextRef="#ctx0" brushRef="#br0" timeOffset="82062.2879">5441 5843 11967 0,'0'0'1072'0,"0"0"-864"0,0 0-208 0,14-5 0 15,-3-4 2864-15,2 2 528 0,3 2 96 0,-1 0 32 0,1 0-1872 0,1-1-368 0,2 0-80 0,2 2-16 16,1 2-736-16,4 1-160 16,0 1-32-16,4 1 0 15,2 3-1424-15,5-1-304 0,4 2-48 0</inkml:trace>
        </inkml:traceGroup>
        <inkml:traceGroup>
          <inkml:annotationXML>
            <emma:emma xmlns:emma="http://www.w3.org/2003/04/emma" version="1.0">
              <emma:interpretation id="{F3E080D4-CF26-4960-B887-64267BEAC4E2}" emma:medium="tactile" emma:mode="ink">
                <msink:context xmlns:msink="http://schemas.microsoft.com/ink/2010/main" type="inkWord" rotatedBoundingBox="17009,11818 17364,11811 17365,11881 17010,11888"/>
              </emma:interpretation>
            </emma:emma>
          </inkml:annotationXML>
          <inkml:trace contextRef="#ctx0" brushRef="#br0" timeOffset="82235.4339">6698 5805 25631 0,'0'0'1136'0,"15"-10"224"0,-1-1-1088 0,4 3-272 0,-1 1 0 0,4 0 0 15,-1 0 704-15,3 0 96 16,-1 0 16-16,1 2 0 0,-1 1-400 0,0 3-80 0,1 1-16 0,-1 1 0 0,1 3-528 0,1-1-112 15,-2 1-32-15,1-2-12512 0</inkml:trace>
        </inkml:traceGroup>
        <inkml:traceGroup>
          <inkml:annotationXML>
            <emma:emma xmlns:emma="http://www.w3.org/2003/04/emma" version="1.0">
              <emma:interpretation id="{8C7E94AF-134A-45B8-88D8-D9EA223B072C}" emma:medium="tactile" emma:mode="ink">
                <msink:context xmlns:msink="http://schemas.microsoft.com/ink/2010/main" type="inkWord" rotatedBoundingBox="18001,11772 18263,11767 18264,11829 18003,11834"/>
              </emma:interpretation>
            </emma:emma>
          </inkml:annotationXML>
          <inkml:trace contextRef="#ctx0" brushRef="#br0" timeOffset="82410.0958">7690 5751 25503 0,'0'0'1136'0,"0"0"224"0,4-13-1088 0,4 1-272 0,3-1 0 0,4 5 0 16,1 1 512-16,3 2 32 0,2 0 16 0,1 5 0 15,0 1-432-15,3 4-128 0,0 2 0 0,0 0 0 16,-1-3-1504-16,0-1-352 0</inkml:trace>
        </inkml:traceGroup>
        <inkml:traceGroup>
          <inkml:annotationXML>
            <emma:emma xmlns:emma="http://www.w3.org/2003/04/emma" version="1.0">
              <emma:interpretation id="{A0E3CF62-9893-405D-9667-C32BDA273EAB}" emma:medium="tactile" emma:mode="ink">
                <msink:context xmlns:msink="http://schemas.microsoft.com/ink/2010/main" type="inkWord" rotatedBoundingBox="18888,11553 19469,11542 19475,11901 18895,11912"/>
              </emma:interpretation>
            </emma:emma>
          </inkml:annotationXML>
          <inkml:trace contextRef="#ctx0" brushRef="#br0" timeOffset="83200.1442">8581 5765 7359 0,'0'0'656'0,"10"-7"-528"0,-10 7-128 0,14-10 0 15,-4 0 2960-15,1-2 560 0,-3-2 128 0,-1 0 0 0,-1 2-832 0,0 1-192 0,1-1-16 0,4 4-16 32,3-1-688-32,1 4-144 0,4 2-32 0,2-1 0 15,1 1-720-15,2 1-160 0,2 0-16 0,4 0-16 16,2-1-384-16,1-2-80 0,0-2-16 0,0 2 0 16,-2 0-336-16,-2 1 128 0,-1 1-128 0,-2 3 0 15,-4 3-624-15,-3 2-192 0,-2 2-32 0,-3 2-10608 16,-14-9-2112-16</inkml:trace>
          <inkml:trace contextRef="#ctx0" brushRef="#br0" timeOffset="83415.12">8861 5465 17503 0,'0'0'768'0,"0"0"176"0,0 0-752 0,0 0-192 15,0 0 0-15,0 0 0 0,0 0 2832 0,0 0 544 16,0 0 96-16,10 10 32 0,0 4-1696 0,2 0-336 15,2 3-64-15,0 2 0 0,-2 2-256 0,0-2-64 16,0 0 0-16,0 2 0 0,0-2-640 0,2 1-144 0,0-1-32 0,0 0 0 16,-2-3-272-16,0-1 0 15,-2 1 0-15,2-1 0 16,0 1-1152-16,2-1-176 0,2 1-32 0,-1-2-15008 0</inkml:trace>
        </inkml:traceGroup>
        <inkml:traceGroup>
          <inkml:annotationXML>
            <emma:emma xmlns:emma="http://www.w3.org/2003/04/emma" version="1.0">
              <emma:interpretation id="{739284D4-77E7-4B5E-AD45-3E47F96A2C51}" emma:medium="tactile" emma:mode="ink">
                <msink:context xmlns:msink="http://schemas.microsoft.com/ink/2010/main" type="inkWord" rotatedBoundingBox="20057,11482 24386,11401 24398,12038 20069,12119"/>
              </emma:interpretation>
            </emma:emma>
          </inkml:annotationXML>
          <inkml:trace contextRef="#ctx0" brushRef="#br0" timeOffset="85157.3674">10721 5774 15663 0,'0'0'1392'0,"0"0"-1120"16,0 0-272-16,0 0 0 0,12-7 2576 0,-12 7 464 0,11-5 96 0,-11 5 0 31,0 0-1408-31,15 1-272 0,-1 3-64 0,0 1-16 0,0 2-208 0,-1 0-32 15,1 2-16-15,0-1 0 0,-2 3-464 0,0-1-80 0,0 0-32 0,0 2 0 16,-12-12-352-16,12 16-64 0,-12-16 0 0,12 14-128 16,-1-2 144-16,-11-12-144 0,0 0 0 0,12 10 144 15,-12-10-144-15,0 0 0 0,0 0 0 0,0 0 128 16,0 0-128-16,0 0 0 16,0 0 0-16,0 0 0 0,0 0 0 0,0 0 0 0,9-7 0 0,-3-1 0 0,1-3-224 0,-2-1-80 31,-5 12-16-31,6-14 0 15,-1 2-128-15,-5 12-16 0,7-12-16 0,-2-2 0 0,0 1 176 0,0 0 48 0,-5 13 0 0,9-12 0 0,-2 0 256 0,-7 12-160 16,0 0 160-16,0 0-128 0,12-8 128 0,-12 8 0 31,0 0 0-31,14-4 0 0,-14 4 224 0,14 5 32 0,-14-5 0 0,15 9 0 16,-1 0 64-16,-2-1 32 16,-2 3 0-16,1-3 0 0,-11-8-96 0,12 12-32 15,-2-1 0-15,-10-11 0 0,10 12-224 0,-10-12 144 0,13 14-144 0,-13-14 128 0,0 0-128 0,8 13 0 31,-8-13 0-31,0 0 0 0,0 0 0 0,0 0 128 0,0 0-128 16,0 0 0-16,0 0 0 0,0 0 128 0,0 0-128 0,0-10 0 16,0 0 0-16,0 10 0 0,0-12 0 0,0 1 0 0,0 11 0 0,2-14 0 15,1 2 0-15,-3 12 0 0,7-13 0 0,0 2 0 0,-7 11-176 32,10-12 176-32,1 4 0 0,1 2-160 0,0 3 160 0,4-1 0 15,1 1 0-15,2 3-128 0,0 2 128 0,3 1 0 16,2 1 0-16,2 3 0 0,2-1 0 0,1 3 0 0,4 1 0 0,2 2 0 15,-1 1 0-15,1-1 0 0,-4 0 0 0,-4-4 0 0,-3 1 0 0,-3 3 0 16,-2 4-240-16,-2 1-32 16,1-2-16-16,-5 3 0 15,-2-1-2400-15,-1-2-464 0,1 1-112 0,-3-7 0 0</inkml:trace>
          <inkml:trace contextRef="#ctx0" brushRef="#br0" timeOffset="85579.7552">11826 5824 12895 0,'0'0'576'0,"0"0"112"0,0 0-560 0,0 0-128 0,-5-10 0 0,5 10 0 15,0 0 3200-15,0 0 592 16,0 0 128-16,0 0 32 0,0 0-2704 0,0 0-544 0,0 0-96 0,0 0-32 16,0 0-48-16,0 0-16 0,0 0 0 0,17 6 0 0,-2 1 224 0,-1 4 32 15,-2-1 16-15,0-1 0 0,-12-9-336 0,16 13-64 31,-2 0 0-31,-14-13-16 0,12 12-160 0,-12-12-16 0,14 8-16 0,-14-8 0 0,0 0-176 0,0 0 192 16,0 0-192-16,0 0 192 16,0 0-192-16,0 0 0 0,0 0 144 0,0 0-144 15,0 0 128-15,0 0-128 0,3-12 128 0,-1 2-128 16,-2-1 0-16,0-1 0 0,-2-1 0 0,0 1 128 0,1-1-128 0,1 1 0 16,0 0 0-16,0 0 0 0,0 12 0 0,3-15-208 15,0-1 80-15,-3 16 128 0,6-14-192 0,-6 14 192 16,7-13-192-16,-1 0 192 0,-6 13-160 0,0 0 160 15,0 0 0-15,16-5-144 16,-16 5 144-16,17 0 0 0,-1 4 0 0,-1 1 0 16,1 2 0-16,1 3 192 0,0 2-32 0,2 2-16 0,0 0 128 0,2 0 32 15,-2-1 0-15,5 1 0 0,2-2-96 16,2 4-16-16,-2-2 0 0,-1 1 0 0,0-1-192 0,-3-2 0 16,-3-3 128-16,0 5-128 15,0 1-960-15,-2-1-224 0,1 0-48 0,-3-2-16 16,-3-2-1760-16,-12-10-336 0</inkml:trace>
          <inkml:trace contextRef="#ctx0" brushRef="#br0" timeOffset="86025.2255">12594 5665 25503 0,'-2'-17'1136'0,"4"7"224"0,0-3-1088 0,1 5-272 0,-3 8 0 0,10-9 0 0,4 1 896 0,2-1 112 16,1 2 16-16,4 4 16 0,3 1-112 0,3 5-32 15,3 2 0-15,3 4 0 0,1 1 160 0,2 4 32 16,2 2 0-16,2 3 0 0,0-2-480 0,-4 2-96 16,-5-2 0-16,-3 1-16 0,-3-1-496 0,-2-2 0 15,-2 3-128-15,-1-1 128 16,1-2-2240-16,-2-1-320 0,-2 0-80 0</inkml:trace>
          <inkml:trace contextRef="#ctx0" brushRef="#br0" timeOffset="85848.9708">13137 5608 20271 0,'2'-21'896'0,"-2"11"192"0,0 0-880 0,0 10-208 0,0 0 0 0,0 0 0 16,0 0 2496-16,0 0 448 0,0 0 80 0,-5 14 32 15,-4 1-2096-15,-3 1-432 0,-2-3-80 0,-1 3 0 16,-4 1 256-16,-2-1 64 0,1-1 16 0,-3-1 0 16,1 2-400-16,1-3-96 15,2-2-16-15,0-1 0 0,0 0-272 0,2 1 0 0,-1-4 128 0,3 1-128 16,-1 3-1088-16,1-3-256 0,1-2-64 0,0 0-16 15,0-2-1616-15,1-2-320 0</inkml:trace>
          <inkml:trace contextRef="#ctx0" brushRef="#br0" timeOffset="86422.457">13436 5781 16575 0,'0'0'1472'0,"0"0"-1168"0,0 0-304 0,0 0 0 16,0 0 1664-16,16 0 288 0,-16 0 48 0,15 5 16 0,-15-5-1616 0,14 9-400 15,-14-9 0-15,10 12 0 16,-10-12 384-16,11 15 0 0,-11-15 0 0,8 16 0 15,-1 1 128-15,-7-17 0 0,7 17 16 0,-7-17 0 16,0 0-320-16,7 14-64 0,-7-14-16 0,0 0 0 0,0 0 64 0,0 0 16 16,0 0 0-16,0 0 0 0,0 0 240 0,0 0 32 0,0 0 16 0,0 0 0 31,0 0 592-31,0-9 128 0,0 9 32 0,0-12 0 16,-2 0-1760-16,2 12-368 0,-1-14-64 0,1 2-16 0,1 0 752 0,-1 12 208 15,5-14 0-15,1 2 0 0,-6 12 672 0,8-12 256 0,-1 2 48 0,-7 10 16 31,12-9-1632-31,-12 9-336 0,16-3-64 0,-1 3-16 0,1-2 928 0,1 4 128 0,2 0 128 0,5 3-128 16,4 0 528-16,1 2 16 0,2 0 0 0,2 0 0 16,0 0-128-16,1-1-32 15,1 1 0-15,-2 0 0 0,-6 0-224 0,-1 4-160 0,-2-1 192 16,-3 2-192 0,-4-2-1152-16,-1 4-320 0,-2 2-80 0,-4 3-16 0</inkml:trace>
          <inkml:trace contextRef="#ctx0" brushRef="#br0" timeOffset="83953.516">10307 5617 14735 0,'9'-9'1312'0,"-1"-1"-1056"0,1-2-256 0,1 0 0 0,-1 0 1904 0,-2-2 320 16,-2-2 64-16,-2 2 16 0,1 2-880 0,-3 0-160 15,-4 2-48-15,-2 0 0 0,-2-2-512 0,-2-1-96 0,-1 3-32 0,-2 1 0 16,-4-1-48-16,-1 3-16 16,-5 0 0-16,-1 2 0 0,-1 2-224 0,-2-1-48 0,-3 2-16 0,-2 2 0 15,0 2-64-15,1 2-16 0,1 1 0 0,1 3 0 16,-1 3-144-16,1-1 128 0,-1 2-128 0,1 4 128 15,1 1-128-15,1 4 0 0,2 1 0 0,3 1 0 0,2-3 0 0,4 1 0 16,2-2 0-16,7-2 0 16,2 1 0-16,2-3 0 0,4-1 0 0,-2-14 0 15,9 15 0-15,1-1 0 0,0-3 0 0,6-3 0 16,0-3 0-16,3-1 0 0,1-2 0 0,3-1 0 0,1-1 128 0,0 0-128 16,0-1 0-16,0-3 128 0,1-3-128 0,-5 2 128 15,-3 0-128-15,-1 0 128 16,0-2-128-16,-4-2 0 0,-2-1 0 0,0-1 0 15,1 1 0-15,-1 0 128 16,-1-1-128-16,-1 3 128 0,-1-4 336 0,2 1 64 0,-1 1 16 0,1 1 0 16,-9 9 96-16,16-7 0 0,-3 0 16 0,1 4 0 0,0 1-144 0,2 2-48 15,1 0 0 1,0 4 0-16,0 1-128 0,2 0-16 0,2 0-16 16,-2 4 0-16,-2 1-176 0,-1 1-128 0,-1-1 144 0,-1 2-144 15,-14-12 0-15,12 17 0 0,-1 1-176 0,-3-1 176 16,-3 2-2640-16,1-2-416 0,-1-1-80 0</inkml:trace>
        </inkml:traceGroup>
        <inkml:traceGroup>
          <inkml:annotationXML>
            <emma:emma xmlns:emma="http://www.w3.org/2003/04/emma" version="1.0">
              <emma:interpretation id="{8A3BA8F2-48A6-49FE-A5C5-B421414DC646}" emma:medium="tactile" emma:mode="ink">
                <msink:context xmlns:msink="http://schemas.microsoft.com/ink/2010/main" type="inkWord" rotatedBoundingBox="25051,11332 26639,11302 26653,12031 25065,12061"/>
              </emma:interpretation>
            </emma:emma>
          </inkml:annotationXML>
          <inkml:trace contextRef="#ctx0" brushRef="#br0" timeOffset="87183.1258">14751 5924 13823 0,'0'0'608'0,"0"0"128"0,0 0-592 0,0 0-144 15,0 0 0-15,0 0 0 0,0 0 2352 0,16 5 432 16,1-5 96-16,9 0 0 0,8-2-1472 0,8 2-288 16,4 0-64-16,8 0-16 0,5 0-352 0,5 4-80 15,-1-1-16-15,1 2 0 0,-2 1-416 0,-3 1-176 16,-5-1 128-16,-6 1-13568 0</inkml:trace>
          <inkml:trace contextRef="#ctx0" brushRef="#br0" timeOffset="86984.061">15098 5448 10127 0,'19'-21'448'0,"-5"9"96"0,1 2-544 0,3-1 0 16,-1 1 0-16,0 0 0 0,-3 1 3984 0,0 4 688 16,-6-2 144-16,-1 2 32 0,-5 1-2432 0,-2 4-496 15,0 0-80-15,0 0-32 0,0 0-704 0,-10 7-144 0,-2 0-16 0,-2 2-16 16,-2 4-528-16,-1 1-96 15,-4 2-32-15,-1 3 0 0,-2-2-272 0,0 2 160 16,-1 0-160-16,3 0 128 0,-2-2-128 0,1-1 0 0,1 3 0 0,1-2 128 16,2-2-128-16,5 1 0 0,4-4 0 0,1 0 0 15,1-1 0-15,8-11 0 0,-4 15 0 0,4-15 0 16,0 0 0-16,0 0 0 16,0 0 0-16,12 12 0 0,4-3 0 0,3-2 0 0,3 0 0 0,4-1 0 15,0 0 0-15,7-1 0 0,3-2 128 0,4 4-128 16,0 2 0-16,-2-2 0 0,-2 0-160 0,-2 0 160 15,1-2-1376-15,-6 3-176 16,-6 1-48-16,-3 1-8864 0,-2-3-1776 0</inkml:trace>
          <inkml:trace contextRef="#ctx0" brushRef="#br0" timeOffset="87647.3413">15778 5268 11055 0,'-3'-12'976'0,"1"2"-784"0,2-1-192 0,0 11 0 0,0 0 3472 0,0 0 656 0,10-5 128 0,-10 5 32 16,0 0-3312-16,0 0-656 0,16 2-128 0,-16-2-16 15,14 12 400-15,-2 4 64 16,0 4 32-16,-2 4 0 0,1 2 368 0,-3 7 80 16,1 3 16-16,-1 6 0 0,3 4-368 0,-1-4-80 15,2-4-16-15,0 0 0 0,2-4-160 0,0-1-16 16,1-5-16-16,3-1 0 0,-1-6-288 0,2-2-48 0,0-2-16 0,0-1 0 15,0-2-128-15,-2-4 0 0,0-3 144 0,-1 0-144 16,0 0 0-16,-3-2 0 0,1-4 0 0,0 1 128 16,1-2-128-16,-15 0 0 0,14-7 0 0,0 0 0 0,0 1-128 15,-2-1-64-15,0 0 0 0,-2-2 0 16,-1-3-128-16,0 2-48 16,-9 10 0-16,10-14 0 0,-1 0 64 0,-2 4 16 15,-7 10 0-15,6-16 0 0,-2 2 288 0,-4 14-160 0,2-15 160 0,-2 15-128 16,-2-12 128-16,2 12 0 0,-7-12 0 0,7 12 0 15,0 0 0-15,-10-2 0 0,-1 2-144 0,11 0 144 16,-12 7-144-16,2 1 144 0,0 1-192 0,3 1 192 16,7-10-256-16,-4 16 48 0,2 1 16 0,6-1 0 15,1-2-2032-15,5-4-400 16,3-1-64-16</inkml:trace>
        </inkml:traceGroup>
        <inkml:traceGroup>
          <inkml:annotationXML>
            <emma:emma xmlns:emma="http://www.w3.org/2003/04/emma" version="1.0">
              <emma:interpretation id="{2443460C-8780-4DE5-B1C7-F40A3268AFBA}" emma:medium="tactile" emma:mode="ink">
                <msink:context xmlns:msink="http://schemas.microsoft.com/ink/2010/main" type="inkWord" rotatedBoundingBox="27102,11874 27873,11859 27878,12085 27106,12099"/>
              </emma:interpretation>
            </emma:emma>
          </inkml:annotationXML>
          <inkml:trace contextRef="#ctx0" brushRef="#br0" timeOffset="88201.1287">16800 5824 10127 0,'0'0'896'0,"0"0"-704"0,-10-4-192 0,10 4 0 0,0 0 3424 0,0 0 656 16,0 0 128-16,0 0 16 0,0 0-2080 0,0 0-416 16,0 0-96-16,0 0-16 15,0 0-416-15,0 0-96 0,0 0-16 0,5 19 0 0,-5-19-288 0,10 19-64 16,0-1-16-16,-10-18 0 0,11 13-448 0,-1 1-80 15,-10-14-32-15,11 14 0 0,-11-14-160 0,0 0 0 16,0 0 0-16,0 0 128 0,0 0-128 0,0 0 0 16,0 0 0-16,0 0 128 0,0 0-128 0,8-5 0 15,-8 5 0-15,4-12 128 0,-3 1-128 0,-1 1 0 0,0 0 0 0,0-1 0 16,2 1-128-16,-2 10-16 0,4-12 0 0,-3 0 0 16,-1 0-48-16,0 12 0 0,0 0 0 0,9-11 0 15,-9 11 48-15,10-8 0 16,-10 8 0-16,16-4 0 0,-16 4 144 0,17 4-128 0,0 1 128 0,1 2-128 0,-1 0 128 0,0 1 0 15,0 3 0-15,1 3 128 0,1-1 64 0,0 1 32 16,-2 2 0-16,0-2 0 0,0-2-48 0,-1 0-16 31,-2 0 0-31,-1 0 0 0,0-2-160 0,-13-10 0 0,8 14 0 0,-8-14 128 16,0 0-128-16,0 0 0 0,0 0 0 0,0 0 0 16,0 0 0-16,0 0 0 0,-10-7 0 0,-1-2 0 0,1 1 0 0,0-1 0 15,-2-1 0-15,0-2 0 0,0-4 0 0,1 1 0 16,3-1 0-16,1 1 0 15,1 1 0-15,5 2 0 0,1 0 0 0,0 12 0 16,0 0 0-16,10-11 0 0,0 3 0 0,4 3 0 0,2 3 0 0,1 2 0 16,0 3 128-16,6 2-128 0,3 2 0 15,1 0 192-15,1 0-192 0,1 2 192 0,2 1-32 16,-1 2 0-16,-4-1 0 0,1 1 0 16,-1 0-160-16,2 0 0 0,-2-2 144 0,-4 4-144 0,-3 0 0 0,-4 3-256 15,-1 0 32-15,-3-1-11360 16,-4-2-2288-16</inkml:trace>
        </inkml:traceGroup>
      </inkml:traceGroup>
      <inkml:traceGroup>
        <inkml:annotationXML>
          <emma:emma xmlns:emma="http://www.w3.org/2003/04/emma" version="1.0">
            <emma:interpretation id="{C12DE678-1383-48F5-A346-D28A2D17D971}" emma:medium="tactile" emma:mode="ink">
              <msink:context xmlns:msink="http://schemas.microsoft.com/ink/2010/main" type="line" rotatedBoundingBox="2327,12700 8217,12647 8227,13746 2337,13799"/>
            </emma:interpretation>
          </emma:emma>
        </inkml:annotationXML>
        <inkml:traceGroup>
          <inkml:annotationXML>
            <emma:emma xmlns:emma="http://www.w3.org/2003/04/emma" version="1.0">
              <emma:interpretation id="{312AF582-F3D1-42BF-8CC6-B64A9A494E22}" emma:medium="tactile" emma:mode="ink">
                <msink:context xmlns:msink="http://schemas.microsoft.com/ink/2010/main" type="inkWord" rotatedBoundingBox="2327,12700 5998,12667 6008,13766 2337,13799"/>
              </emma:interpretation>
            </emma:emma>
          </inkml:annotationXML>
          <inkml:trace contextRef="#ctx0" brushRef="#br0" timeOffset="93408.5547">-6616 7318 19343 0,'0'0'1728'0,"0"0"-1392"0,0 0-336 0,0 0 0 16,10-8 1824-16,1 2 288 0,-1 3 64 0,-10 3 16 16,16 0-1168-16,-1 3-224 0,1 3-48 0,-1 1-16 15,-1 1 96-15,0-3 0 0,-14-5 16 0,17 9 0 16,-1 0-416-16,-1 3-96 0,-1-2-16 0,0 2 0 15,-1-2-160-15,0 1-32 0,-3-3-128 0,-10-8 192 16,14 9-192-16,-14-9 0 0,14 9 0 0,-14-9 0 16,0 0 0-16,0 0 0 0,0 0 0 0,0 0 0 0,0 0 0 0,0 0-160 15,0 0 32-15,8-12 0 0,-4 0 0 0,-1 1 0 16,-1-1 0-16,0 0 0 16,-2 0 128-16,0 2-128 0,1-1 128 0,-1 11-128 15,0-12 128-15,0 12 0 0,4-10 0 0,-4 10 0 16,0 0 0-16,12-5-128 0,2-1 128 0,-1 1-128 15,3 2 128-15,1 3 0 0,4 3-144 0,0 2 144 16,-1 1 0-16,3-1 0 0,1-2 0 0,4 2 0 0,1 1 0 0,-1 0 0 16,-3 0 0-16,0 2 0 0,-3 4 0 0,-1 2 0 15,-2 2 0-15,-2 1 0 0,-3-3 0 0,-2 0 0 16,-2-2-144-16,-1-2 144 0,-1 0 0 0,-8-10 0 16,0 0 0-16,0 0 0 0,0 0 0 0,0 0 0 15,0 0 0-15,0 0 0 0,0 0 128 0,0 0-128 0,0 0 176 0,-5-12-176 16,-2-2 128-16,2-3-128 0,0-3 0 0,0-3 0 15,0-1 128-15,1-2-128 0,1-2 0 0,-1 3 0 16,3 2 128-16,-1-1-128 16,0-2 0-16,0 0 0 0,-1-1 0 0,-2-3 0 15,0-4 0-15,-2 3 0 0,0 5 0 0,0 3 0 0,0 3 0 16,2 2 0-16,0 5 464 0,5 13 48 0,-7-12 0 16,7 12 0-16,0 0 144 0,0 0 48 0,0 0 0 0,0 0 0 15,0 12-176-15,1 5-16 0,3-2-16 0,1 3 0 16,2 1-144-16,3 0-32 0,4-2 0 0,3 4 0 15,1-4-320-15,2 0 0 0,5 0 0 0,2-1 128 16,4-1-128-16,2 1 0 0,0 3 0 0,1-2 0 0,3-1 0 16,-1-1 0-16,2 1 128 15,-4-2-128-15,-3 1 0 0,-5 2 0 0,-5 2 0 0,0 4 0 32,-1 1-2448-32,-2 0-560 0,-5-3-128 0</inkml:trace>
          <inkml:trace contextRef="#ctx0" brushRef="#br0" timeOffset="92754.5625">-7527 7028 13823 0,'-14'-8'1216'0,"-2"-3"-960"0,1-1-256 0,3 4 0 15,5-1 2368-15,3 0 416 0,3-3 96 0,4 2 0 16,-3 10-1600-16,12-5-320 0,4 0-64 0,3 1 0 16,1 1-352-16,6 1-64 0,2 0-16 0,3 1 0 15,2 1 48-15,5 3 16 0,3 0 0 0,4 3 0 16,2 6-16-16,1 3-16 0,2 2 0 0,2 4 0 15,1 3 16-15,-3 0 16 0,-5-1 0 0,-2 1 0 16,-1 0-80-16,-6-1 0 0,-7-3-16 0,-3 1 0 0,-3 2-240 0,-4-1-32 16,-4 0-16-16,-3 3 0 15,-5-6-144-15,-2 6 0 0,-3 3 0 0,-4 1 0 16,-6-1 0-16,-4 1 0 0,-6-1 128 0,-4 1-128 16,-6 2 0-16,-6-3 0 0,-8-4 0 0,-8 0 128 15,-8-7-128-15,-4-1 128 0,-4-6-128 0,0 1 128 0,-3-1-128 0,0 2 0 16,2 4 0-16,-4-6 0 0,-1-3 128 0,-1-4-128 15,-3-4 0-15,7-1 128 16,7-2-288-16,9-1-64 0,6 0-16 0,11 0 0 16,8 0-1472-16,7-2-288 15,6-7-64-15</inkml:trace>
          <inkml:trace contextRef="#ctx0" brushRef="#br0" timeOffset="92408.8032">-7358 6882 1839 0,'-14'-4'160'0,"-2"-3"-160"0,-1-1 0 0,2 2 0 16,1 3 5696-16,14 3 1120 0,-12 5 224 0,12-5 32 16,-7 14-4944-16,3 3-976 0,4 6-208 0,6 3-48 15,0-1-176-15,7 3-32 0,0 0-16 0,5-1 0 0,2 1 96 0,4 1 0 16,4-3 16-16,1 2 0 0,3-1-416 0,-1-1-96 15,-2-3-16-15,-1 1 0 0,-3 2-256 0,-4-2 0 0,-2-3 0 0,-2-1 0 16,-3 3 0-16,-5-3 0 0,-4-1 0 0,-2-3 0 31,-3 1-832-31,-3-1-208 0,-4-4-48 0,-2-2-16 16,-1-3-2128-16,-2-2-416 0,-10-5-96 0,3-5-16 0</inkml:trace>
          <inkml:trace contextRef="#ctx0" brushRef="#br0" timeOffset="94753.8751">-6497 7282 10127 0,'0'0'896'0,"0"0"-704"16,0 0-192-16,0 0 0 0,-9-16 3712 0,2 8 704 15,7 8 128-15,0 0 48 0,-12-9-2464 0,12 9-480 16,-12 0-112-16,2 4 0 0,-2-1-560 0,12-3-96 0,-10 12-32 0,3 2 0 16,1 2-208-16,5-1-64 0,2 2 0 0,3-1 0 15,1 3 16-15,2 0 0 16,-2-2 0-16,4 0 0 0,3 2-192 0,3-1-32 0,3-1-16 0,1 0 0 0,0 2-352 0,1-3 0 0,5-3 0 0,2-2 128 31,2-3-128-31,3-2 0 0,0-3 128 0,1-3-128 16,0-3 128-16,0-3-128 0,-1-2 160 0,1-3-160 0,0-1 144 0,-4-3-144 15,-3-2 128-15,-2-1-128 0,-1-1 0 0,-4-1 128 16,-4-3-128-16,-1 1 0 0,-3-1 0 0,-5 4 128 16,0 0-128-16,-3-3 0 15,-3-1 0-15,-2 3 0 0,-1-1 0 0,-1 2 0 16,-1 2 0-16,0 1 0 0,-3 1 0 0,1 1 0 15,-2 4 0-15,9 10 0 0,-10-11 0 0,10 11 0 16,-12-7 0-16,12 7 0 0,-13-7 0 0,13 7 0 16,0 0 0-16,0 0 0 0,0 0 0 0,0 0 0 15,0 0 0-15,0 0 160 0,0 0-32 0,4 14-128 0,3-2 0 16,5 2 0-16,3 3 0 0,3-1 0 0,-3-2 0 0,2-1-144 16,2 3 144-16,2-2-128 0,-2 0 128 0,2-1-128 0,3 1 128 0,0 2-128 15,0-2 128-15,4 1 0 0,0 1 0 0,3 1 0 16,1 2 0-16,5 0 0 0,-1 0 0 0,-2 0 0 15,-1-2 144-15,-2 0-144 0,-1 1 192 0,-3-1-192 16,-1 0-1392-16,-2 0-384 16,0 2-80-16,-5-7-14832 0</inkml:trace>
          <inkml:trace contextRef="#ctx0" brushRef="#br0" timeOffset="94049.0765">-5377 7304 15887 0,'0'0'704'0,"0"0"144"0,-12-6-672 15,0 0-176-15,-2 1 0 0,2 0 0 0,0 0 1152 0,-2 0 192 0,-5-2 32 0,0 0 16 0,0-2-464 0,-1 2-96 16,-3 0 0-16,2 0-16 0,2-1-64 0,2 1-16 31,0 2 0-31,1 0 0 0,3-2 32 0,-1 3 0 16,0 3 0-16,14 1 0 0,-12-2-288 0,12 2-48 16,0 0-16-16,0 0 0 0,0 0-416 0,-4 15-192 0,4-15 0 0</inkml:trace>
          <inkml:trace contextRef="#ctx0" brushRef="#br0" timeOffset="95518.655">-5023 7386 9215 0,'0'0'816'0,"0"0"-656"0,0 0-160 0,0 0 0 16,5-13 2944-16,-5 13 576 0,4-13 96 0,-3 2 32 16,-1 3-1632-16,0 8-320 0,-5-9-64 0,0 0-16 0,0-1-80 0,0 3-32 15,5 7 0-15,-9-7 0 0,0-3-704 0,1 1-144 0,-1 2-16 0,-1 2-16 31,-2 2-240-31,0-2-32 0,0-2-16 0,-4 0 0 0,-1 3-80 0,-1-1 0 16,1-2-16-16,-2 4 0 0,-2 1-112 0,1 2 0 16,-1 0-128-16,0 0 192 0,1 0-192 0,-1 2 144 15,0-1-144-15,1 3 128 0,-1-1-128 0,2 6 0 0,0 3 0 0,3-3 128 16,4-6-128-16,12-3 0 16,-8 12 0-16,2 0 0 0,6-12 0 0,0 18 0 15,4-1 0-15,4-2 0 0,3-1 0 0,4 0 0 16,3 0 0-16,1-2 0 0,1-2 0 0,3-1 0 15,-3-2 144-15,3-2-144 0,-1-2 128 0,1 1-128 16,-2-2 128-16,-1-2-128 0,-3 0 0 0,1-2 0 16,-1 0 0-16,-3-1 0 0,-14 3 0 0,14-6 0 0,-14 6 0 0,0 0 0 15,5-6-128-15,-5 6 128 0,3-9-128 0,1-3 128 16,-4 2 0-16,0 10 0 0,-5-9 0 0,-2 2 0 0,-2 0 0 16,0 2 0-16,9 5 0 0,-8-4 0 0,8 4 0 0,0 0 0 15,0 0 0-15,0 0 0 0,0 0 0 0,0 0 0 31,0 0 0-31,15 6 0 0,1-1 0 0,3-2 0 16,3 1 0-16,2 1 0 0,2-2 0 0,4 3 0 16,-1-1 0-16,2 0 0 0,0 0 0 0,-2 0 0 0,-1-1 0 0,-4-3 0 15,-3 1 0-15,-2-2-128 0,-4-2 128 0,-15 2-192 16,14-5 192-16,-14 5-160 0,11-8 160 0,-4-3-160 16,-4-1 160-16,-3-2 0 0,0 1 0 0,-2 4 0 15,-3 0 0-15,0-3 0 0,0-3 0 0,-2-9 128 16,-2-1-128-16,1 3 0 0,-3 1 0 0,1-1 0 15,-2-4 0-15,1-2 0 0,1-1 0 16,0-4 0-16,-1-1 0 0,3-6 0 0,-1-8 0 0,2-2 128 16,2-6-128-16,0 5 0 15,0 2 0-15,1 6 128 0,2 9-128 0,1 6 0 0,-1 7 0 0,0 4 0 0,1 5 0 0,1 12 0 16,0 0 0-16,0 0 0 0,0 0 0 0,0 0 192 16,0 0 0-16,8 17-16 0,-1 4 48 0,2 3 16 15,3 5 0-15,2 3 0 0,3 4-240 0,4 9 128 16,-1 3-128-16,3 0 0 0,1-1 0 0,3-2 0 0,1-4 0 15,1-5 0-15,3-3 0 0,-1-5 0 0,0-2 0 0,1 0 0 16,1-1 0-16,-3 1 0 16,-3-3 0-16,1-1 0 0,1-1 0 0,-1 5 128 15,-2 3-128-15,-2 2-11856 16,-2 2-2416-16</inkml:trace>
          <inkml:trace contextRef="#ctx0" brushRef="#br0" timeOffset="93665.2319">-5139 7285 11967 0,'0'0'1072'0,"0"0"-864"16,0 0-208-16,4-13 0 0,-1-3 3152 0,-1 2 592 16,-4 2 112-16,2 12 32 0,-3-10-1904 0,3 10-368 0,-9-7-80 0,9 7 0 15,-14-3-688-15,1 1-128 0,-3 0-16 0,0 2-16 16,-1 0-480-16,2 0-80 15,-3 2-128-15,1 1 176 0,0 1-176 0,0 1 0 0,-1-2 144 0,3 1-144 16,-2-1 0-16,3 1 144 0,2-3-144 0,12-1 0 16,-11 7 160-16,11-7-160 0,-7 12 128 0,7-12-128 31,0 0-304-31,6 14-144 0,1 0-16 0,3-2-16 16,5-2-880-16,-1-1-176 0,0-2-48 0</inkml:trace>
        </inkml:traceGroup>
        <inkml:traceGroup>
          <inkml:annotationXML>
            <emma:emma xmlns:emma="http://www.w3.org/2003/04/emma" version="1.0">
              <emma:interpretation id="{4565804C-DCE1-41E9-A0A7-277F23A3188B}" emma:medium="tactile" emma:mode="ink">
                <msink:context xmlns:msink="http://schemas.microsoft.com/ink/2010/main" type="inkWord" rotatedBoundingBox="6983,12936 8219,12925 8224,13485 6988,13497"/>
              </emma:interpretation>
            </emma:emma>
          </inkml:annotationXML>
          <inkml:trace contextRef="#ctx0" brushRef="#br0" timeOffset="97016.1346">-3240 7391 8287 0,'0'0'368'0,"-14"-5"80"0,2-1-448 0,0 1 0 0,0 2 0 0,12 3 0 15,-14-2 3456-15,4 0 592 0,-1 1 128 0,11 1 32 0,0 0-2448 0,0 0-480 16,0 0-112-16,0 0-16 16,0 0-224-16,0 0-48 0,0 0-16 0,0 0 0 0,11 13-480 0,2-4-80 15,3 0-32-15,1-2 0 0,1-2-48 0,2-2-16 0,1-3 0 0,1-2 0 16,-1-1-208-16,0-2 144 0,-2 1-144 0,0-1 128 31,0-2-128-31,0-1 0 0,-2-1 0 0,0-1 128 16,1-2-128-16,-1 1-176 0,-3 1 48 0,-1-2 0 15,1 1 128-15,-3-1-128 0,-3 0 128 0,1-2-128 0,-2 1 128 16,-2 1 0-16,-3-1 0 0,-2 13 0 0,0 0 208 0,-4-13-16 0,-1 2-16 0,5 11 0 31,-7-8 544-31,7 8 112 0,0 0 32 0,0 0 0 0,0 0-208 0,0 0-32 16,0 0-16-16,0 0 0 0,0 0-352 0,4 15-64 0,1-1 0 0,3 0-16 15,4-2-176-15,4 0 0 16,1 0 0-16,2 0 128 0,0-1-128 0,2 1 0 0,1-4 0 0,3 6 128 31,0 3-1808-31,1 1-368 0,-5-1-80 0,3-9-13056 0</inkml:trace>
          <inkml:trace contextRef="#ctx0" brushRef="#br0" timeOffset="97188.0491">-2962 6997 17503 0,'-26'-27'1552'0,"10"8"-1232"0,-1-4-320 0,2 4 0 16,-1 4 1872-16,4 1 320 0,3 0 64 0,4 4 16 15,5 10-1632-15,0 0-336 0,0 0-64 0,0 0-16 0,10-5-224 16,6 6 0-16,1 6 0 0,7 4 0 16,4 1-1856-16,3 5-320 0,4 4-64 15,3 1-16-15</inkml:trace>
          <inkml:trace contextRef="#ctx0" brushRef="#br0" timeOffset="97512.5394">-2432 7373 11967 0,'-11'6'1072'0,"1"-1"-864"0,0-2-208 0,10-3 0 0,0 0 2352 0,0 0 416 16,0 0 96-16,0 0 16 0,0 0-1664 0,0 0-336 15,0 0-64-15,0 0-16 0,0 0 112 0,0 0 32 0,13-3 0 0,1-1 0 16,0 1-592-16,0-4-112 15,0 2-32-15,-1 0 0 0,-1-1-208 0,1 1 0 0,-3-2 128 0,0 2-128 16,-10 5 0-16,12-5-128 16,-3-4 128-16,-9 9-208 0,9-12 64 0,-4 0 16 15,-2 2 0-15,-3 10 0 0,0 0 128 0,-1-14 0 16,-1-1 0-16,-2 1 0 0,-1 3-128 0,5 11 128 16,-7-12-128-16,0 0 128 0,2 0 0 0,-2 2 0 0,0 1 0 0,2 1 0 15,0-3 0-15,5 11 0 16,0 0 0-16,0 0 128 0,0 0 496 0,0 0 96 15,0 0 32-15,0 0 0 0,0 0-176 0,0 0-48 0,19 7 0 0,2 2 0 16,3-1-80-16,2 4-32 0,1 2 0 0,3 0 0 16,1-2-256-16,-4 5-160 0,3 4 192 0,-1 2-15680 15</inkml:trace>
        </inkml:traceGroup>
      </inkml:traceGroup>
    </inkml:traceGroup>
    <inkml:traceGroup>
      <inkml:annotationXML>
        <emma:emma xmlns:emma="http://www.w3.org/2003/04/emma" version="1.0">
          <emma:interpretation id="{7E38F314-4F09-466D-B739-F1D153C4822D}" emma:medium="tactile" emma:mode="ink">
            <msink:context xmlns:msink="http://schemas.microsoft.com/ink/2010/main" type="paragraph" rotatedBoundingBox="4198,13912 30038,13151 30073,14330 4233,15091" alignmentLevel="3"/>
          </emma:interpretation>
        </emma:emma>
      </inkml:annotationXML>
      <inkml:traceGroup>
        <inkml:annotationXML>
          <emma:emma xmlns:emma="http://www.w3.org/2003/04/emma" version="1.0">
            <emma:interpretation id="{7FC65E22-F1C7-444D-8746-D135500FFD47}" emma:medium="tactile" emma:mode="ink">
              <msink:context xmlns:msink="http://schemas.microsoft.com/ink/2010/main" type="line" rotatedBoundingBox="4198,13912 30038,13151 30073,14330 4233,15091"/>
            </emma:interpretation>
          </emma:emma>
        </inkml:annotationXML>
        <inkml:traceGroup>
          <inkml:annotationXML>
            <emma:emma xmlns:emma="http://www.w3.org/2003/04/emma" version="1.0">
              <emma:interpretation id="{0EB5D1C8-305A-462F-81D6-88CF3ECB8E99}" emma:medium="tactile" emma:mode="ink">
                <msink:context xmlns:msink="http://schemas.microsoft.com/ink/2010/main" type="inkWord" rotatedBoundingBox="4203,14061 6865,13982 6886,14663 4223,14741"/>
              </emma:interpretation>
            </emma:emma>
          </inkml:annotationXML>
          <inkml:trace contextRef="#ctx0" brushRef="#br0" timeOffset="101350.0968">-4642 8136 12383 0,'0'0'544'0,"0"0"112"0,0 0-528 0,0 0-128 0,14 2 0 0,0 3 0 0,-14-5 1664 0,17 7 320 15,-1 0 48-15,1 1 16 0,-1 1-1344 0,3 3-272 16,1-1-48-16,3-1-6464 15,1 0-1280-15</inkml:trace>
          <inkml:trace contextRef="#ctx0" brushRef="#br0" timeOffset="101269.6712">-4447 8341 8287 0,'-24'-20'736'0,"9"6"-592"16,-3-2-144-16,1 1 0 0,0-2 944 0,0 1 144 15,-1-1 48-15,5 0-5968 0</inkml:trace>
          <inkml:trace contextRef="#ctx0" brushRef="#br0" timeOffset="101777.289">-4212 8371 20783 0,'0'0'912'0,"0"0"208"0,0 0-896 0,0 0-224 0,5-12 0 0,2 5 0 0,-7 7 1344 0,9-5 208 16,-9 5 48-16,12-4 16 0,-12 4-208 0,19 5-32 15,-2 2-16-15,2 2 0 16,0 1-576-16,0 2-112 0,0-1-32 0,-2 3 0 16,-1-1-272-16,-1 1-64 0,-1 0-16 0,-2 0 0 0,-12-14-288 0,14 15 128 15,-5-3-128-15,-9-12 0 0,0 0 0 0,5 16 0 0,-5-16 0 0,0 0 0 16,0 0 128-16,0 0-128 0,-7 14 0 0,7-14 0 0,-9 7 128 0,9-7-128 15,-12 3 0-15,12-3 0 0,-12 0 144 0,2-2-144 16,1-3 0-16,9 5 144 16,-7-8-144-16,7 8 0 15,-5-13 0-15,5 13 0 0,-2-13 0 0,2 1-224 0,2-1 48 0,-2 13 16 16,7-13-160-16,2-1-16 16,-1 0-16-16,3 4 0 0,1 1 112 0,2 2 32 0,-1 2 0 0,1 2 0 15,2-1 208-15,-1 2 0 0,1 1 0 0,-1 1 0 16,3 1 512-16,1 3 64 0,1-1 0 0,3 2 0 15,1-1 16-15,0 3 16 0,2 3 0 0,2 1 0 16,-1-1-224-16,1 0-64 0,-2 1 0 0,0 1 0 0,-2 1-320 0,-2 1 144 16,-1-2-144-16,0 2 0 31,-1 0-1168-31,1 0-352 0,0 0-64 0,-1-2-13936 0</inkml:trace>
          <inkml:trace contextRef="#ctx0" brushRef="#br0" timeOffset="101179.683">-6090 8269 12895 0,'0'0'1152'0,"0"0"-928"0,0 0-224 0,0 0 0 16,0 0 2672 0,-7 14 480-16,4 0 112 0,3 1 0 0,3 2-1136 0,3 1-224 0,1-1-48 0,1 4-16 15,4 1-512-15,2 1-112 16,-2-3 0-16,4 1-16 0,1-2-400 0,0-2-80 0,0-1-16 0,1-1 0 15,-1-1-384-15,-2 0-64 0,-2-4-32 0,-3 2 0 16,0-1-224-16,-10-11 0 0,0 0 0 0,0 0 0 16,0 0 128-16,0 0-128 0,0 0 0 0,0 0 144 15,0 0-144-15,0 0 0 0,0 0 0 0,0 0 128 16,-5-14-128-16,0 2 128 0,0-2-128 0,-2-2 128 0,-2-3-128 0,1-3 0 16,-1-4 0-16,-1-2 0 0,1-1 0 15,2-7 0-15,2-7 0 0,1-2 0 0,1-3 0 0,1 1-192 16,2-1 64-16,4 5 128 15,1 10-288-15,2 5 64 0,0 2 16 0,1 7 0 16,1 7 80-16,0 4 128 0,-1-1-208 0,-8 9 80 16,14-2 128-16,2 4 0 0,-1 3 0 0,1 4 0 0,-1 1 0 0,4 6 0 15,2-1 0-15,3 4 0 0,-2 0 224 0,4 5-32 16,4 2 0-16,2 4 0 0,5 1-48 0,1 1-16 0,-2 3 0 16,-2 1 0-16,1 0-128 0,-4-3 160 0,-3-5-160 0,-4-1 160 15,-2-4-160-15,-3-4 0 0,-2-2 0 0,-1 0 0 16,-6-3 0-16,-1-2 0 15,-9-12 0-15,0 0 0 16,2 11 0-16,-2-11 0 0,0 0 128 0,0 0-128 0,-11 8 0 0,1-4 0 16,-4-4 144-16,2-2-144 0,-2-2 0 0,2-1 0 0,0-2 0 0,2-3 128 15,-1 0-128-15,3-4 0 0,-1-3 0 0,4-1 0 16,0 1 0-16,1-2 128 0,3-2-128 0,2 1 0 16,3-5 0-16,4 3 0 15,6 0 0-15,0 4 0 0,2 3-144 0,1 1 0 16,2 2 0-16,0 2 0 0,2 3-16 0,-2 2 0 0,-2-1 0 0,2 5 0 15,2-1 160-15,-1 0 0 0,1 2-144 0,1 4 144 16,3-1 0-16,-5 4 0 0,-2 2 0 0,-1 1 0 0,0 0 0 16,0 2 0-16,1 4 0 0,-1-1 0 0,0 3 0 0,2-1 0 31,-2 0 0-31,1 2 0 0,-3 0 128 0,2 2-128 0,1-2 0 0,-3 0 128 16,-1-2-128-16,0 0 0 0,-2-1 0 0,0-1 0 15,-2-2 0-15,-1-3 0 0,-9-10 128 0,9 10-128 0,-9-10 0 0,0 0 0 16,0 0 0-16,12 9 0 0,-12-9 0 0,0 0 0 31,0 0 0-31,15-2 128 0,-1-1-128 0,-14 3 0 0,14-7 0 0,0-2 0 16,-2-3 0-16,0 0 128 0,-2-2-128 0,0 2 0 15,3-3 0-15,-3-1 0 0,-1 1 0 0,-1-1 0 0,1 2 0 16,-2 0 0-16,0 1 0 0,-2 0 0 0,-2 1 0 0,-3 12 0 16,5-13 0-16,1 4 0 15,-6 9 0-15,0 0 0 0,0 0 0 0,0 0 0 16,0 0 304-16,0 0-32 0,15 3 0 0,-1 4 0 0,-2 2-80 15,2 0 0-15,-2-1-16 0,2 1 0 0,0 1-176 0,1 1 0 16,1-3 0-16,3 1 128 0,0 1-128 0,0-1 0 16,-2-2 0-16,2 0 0 0,0-1 0 0,0 3 0 0,0-4 0 0,0 0 0 31,-2 1-352-31,0-1-160 16,-1 0-16-16,-2 2-16 0,-4 2-1824 0,0-3-384 0,-10-6-64 15,0 0-7104-15,0 0-1408 0</inkml:trace>
        </inkml:traceGroup>
        <inkml:traceGroup>
          <inkml:annotationXML>
            <emma:emma xmlns:emma="http://www.w3.org/2003/04/emma" version="1.0">
              <emma:interpretation id="{F09564A8-FD76-42E1-9B09-E74386FCFEE5}" emma:medium="tactile" emma:mode="ink">
                <msink:context xmlns:msink="http://schemas.microsoft.com/ink/2010/main" type="inkWord" rotatedBoundingBox="7738,14063 9069,14024 9086,14624 7756,14663"/>
              </emma:interpretation>
            </emma:emma>
          </inkml:annotationXML>
          <inkml:trace contextRef="#ctx0" brushRef="#br0" timeOffset="102493.4112">-2560 8478 21183 0,'0'0'1888'0,"0"0"-1504"16,10-16-384-16,1 2 0 0,1 2 1392 0,2 0 208 0,1 4 32 0,2-1 16 15,1-3 80-15,1 2 32 16,1-2 0-16,3-2 0 0,1 0-704 0,5 2-144 0,2 0-16 15,2 3-16-15,-2-1-656 0,4 5-224 16,1 1 144-16,0 6-144 16,0 3-2032-16,1-7-480 0</inkml:trace>
          <inkml:trace contextRef="#ctx0" brushRef="#br0" timeOffset="102286.6161">-2465 8041 12895 0,'0'0'576'0,"0"0"112"0,0 0-560 0,7-12-128 0,0 2 0 0,0 1 0 0,-2 1 2656 16,-5 8 496-1,8-7 112-15,-8 7 0 0,12-9-1472 0,1 4-320 16,-13 5-48-16,15-4-16 0,-1 3-288 0,-14 1-64 15,15-2-16-15,1 5 0 0,-1 3-240 0,1 0-48 16,0 3-16-16,-3 1 0 0,-13-10-192 0,12 16-32 16,-5 0-16-16,-1 3 0 0,-3-1-48 0,-1 1 0 0,-4 0 0 0,2 2 0 0,0 0-176 15,-2 0-32-15,-3 1-16 0,-2 2 0 16,-1-1-80-16,-3 2-16 0,-3 0 0 0,4-3 0 0,3-3-128 16,2-3 0-16,0-3 0 0,1 3-176 15,1-2 176-15,1 0 0 0,0-4 0 0,2-10 0 16,2 14 0-16,2-4 0 0,-4-10 0 0,8 9 0 15,-8-9 0-15,16 7 0 0,-1-4 0 0,-1-1 0 0,-14-2 0 0,17 0 144 16,1-2-144-16,-3 0 160 0,-1-1-304 16,0-1-64-16,0 1-16 0,-14 3 0 15,15 5-864-15,-3-1-192 0,-12-4-16 0,0 0-16 16,0 0-2848-16,0 0-576 0</inkml:trace>
          <inkml:trace contextRef="#ctx0" brushRef="#br0" timeOffset="103281.8201">-1726 8511 14735 0,'-9'-6'1312'15,"-1"3"-1056"-15,-1 0-256 0,11 3 0 0,-12 0 3376 0,12 0 608 0,0 0 128 0,0 0 32 16,0 0-2048-16,0 0-416 0,0 0-80 0,2 19 0 15,-2-19-816-15,10 15-144 0,-10-15-48 0,17 10 0 16,1-4-288-16,-1-3-64 0,2-1-16 0,0-2 0 16,0-4-224-16,3-1 144 0,3 3-144 0,-3 1 128 15,-3-3-128-15,-2-1 0 0,-1 2 0 0,-2 1-176 16,-14 2-144-16,13-4-48 0,-13 4 0 0,0 0 0 16,7-5 48-16,-7 5 0 0,0 0 0 0,2-8 0 15,-4-1 320-15,1 0 0 0,-3 2 0 0,4 7 0 16,-9-8-144-16,3 1 144 0,6 7 0 0,0 0 0 15,-13-4 0-15,13 4-128 0,0 0 128 0,0 0 0 16,0 0 0-16,0 0-160 0,0 0 160 0,0 0-128 0,0 0 128 0,0 0 0 16,2 16 0-16,-2-16-128 15,11 12 128-15,2-3 0 0,3-2 0 0,1-2 0 0,0-3 0 0,-1 1 0 16,-2 0 0-16,1-3 0 0,1 0 0 0,-1 0 0 16,-1 0 0-16,-14 0 0 0,17-3 0 0,-1 0 0 15,0-1 0-15,-3 1 0 0,-1-3 0 0,-1 0-160 16,-1-5 160-16,-1 1-160 0,-2-2 32 0,0 0 0 15,-2 0 0-15,-2-2 0 0,-1-2 128 0,-2 1 0 16,0-3 0-16,-2 1 0 0,0-4 0 0,1 1-128 16,-3-1 128-16,1 2-128 0,-1 0 128 0,-1 5 0 15,-2 2 0-15,0 4 0 16,7 8-640-16,-8-4-32 0,-3 2-16 0,11 2-9040 0,-13 7-1792 0</inkml:trace>
        </inkml:traceGroup>
        <inkml:traceGroup>
          <inkml:annotationXML>
            <emma:emma xmlns:emma="http://www.w3.org/2003/04/emma" version="1.0">
              <emma:interpretation id="{ECF5EBA1-772D-4320-8315-79F116EC1A68}" emma:medium="tactile" emma:mode="ink">
                <msink:context xmlns:msink="http://schemas.microsoft.com/ink/2010/main" type="inkWord" rotatedBoundingBox="9803,14252 10437,14233 10448,14608 9814,14626"/>
              </emma:interpretation>
            </emma:emma>
          </inkml:annotationXML>
          <inkml:trace contextRef="#ctx0" brushRef="#br0" timeOffset="105103.9139">-468 8543 11967 0,'-12'-3'1072'0,"1"-1"-864"31,3 1-208-31,8 3 0 0,0 0 3136 0,0 0 592 16,0 0 112-16,19 0 32 0,1-2-2656 0,8 1-544 0,5-5-96 0,3-2-32 15,2-3 432-15,5-1 96 16,6-1 16-16,4 0 0 0,6 7-704 0,1 2-128 15,2 6-16-15,4 1-9792 16,1-1-1968-16</inkml:trace>
          <inkml:trace contextRef="#ctx0" brushRef="#br0" timeOffset="104929.8177">-391 8307 4607 0,'0'0'400'0,"-12"7"-400"0,12-7 0 0,0 0 0 0,0 0 2832 0,0 0 496 16,0 0 80-16,0 0 32 0,-8-9-896 0,8 9-176 15,0-12-48-15,5 2 0 16,2-1-592-16,3-2-112 0,4 1-16 0,3 0-16 0,4-2-592 0,3 2-112 16,4 0-32-16,1-1 0 0,0 5-272 0,4 1-48 15,2 0-16-15,-1 4 0 0,1 1-368 0,-1 2-144 0,-3 5 0 0,-1 2 144 47,-4 0-2192-47,-6 0-432 0</inkml:trace>
        </inkml:traceGroup>
        <inkml:traceGroup>
          <inkml:annotationXML>
            <emma:emma xmlns:emma="http://www.w3.org/2003/04/emma" version="1.0">
              <emma:interpretation id="{03AD0715-7D6D-43C6-9F9A-70E3C9D1CC51}" emma:medium="tactile" emma:mode="ink">
                <msink:context xmlns:msink="http://schemas.microsoft.com/ink/2010/main" type="inkWord" rotatedBoundingBox="11029,13786 15362,13658 15391,14644 11058,14771"/>
              </emma:interpretation>
            </emma:emma>
          </inkml:annotationXML>
          <inkml:trace contextRef="#ctx0" brushRef="#br0" timeOffset="109697.6394">2521 8022 13823 0,'0'0'1216'0,"0"0"-960"15,-7-12-256-15,7 12 0 0,-5-8 3456 0,5 8 656 16,0 0 128-16,0 0 32 16,0 0-2656-16,0 0-528 0,0 0-96 0,5 17-32 15,0-2-112-15,2 4-16 0,0 4-16 0,2 1 0 0,1-1 80 0,4 2 0 16,2 1 16-16,1 2 0 0,2 1-512 0,0-1-96 0,1-1-32 0,1-1 0 16,0-3-272-16,1-2 128 15,2-6-128-15,1-3 0 0,-1-2 160 0,0-3-160 16,0-3 128-16,0 1-128 0,-1-5 0 0,-3-2 0 0,1-1 0 0,-2-1 0 31,-2-3-512-31,-1 1-16 0,-2-1-16 0,-4-4 0 0,-5-4-64 0,-1-4-16 0,-4-2 0 16,-4 0 0-16,-3-1 304 0,-1 0 48 0,-3 1 16 15,-1 2 0-15,0 0 256 0,-2 3 0 0,-1 1 0 0,-1 3 0 16,3 1 0-16,-1 3 128 0,2-1-128 0,1 4 192 16,1 1 64-16,10 4 16 0,0 0 0 0,0 0 0 15,0 0-112-15,0 0-32 0,0 0 0 0,0 0 0 0,14 16-128 0,1-4 192 16,4 0-192-16,2 0 192 15,3 2-48-15,4-2 0 0,3 0 0 0,0-1 0 0,-2-1-144 16,1-1 0-16,-1-3 144 0,0 1-144 0,-1-1 0 0,-2-3 0 0,0-5 0 0,-2 1 128 16,-3-3-128-16,-1 1 0 15,-1-4 0-15,-2 0 0 0,-3-2 0 0,-3 1 128 16,-3-3-128-16,-1-1 128 0,-2-2-128 0,-3 0 0 16,-4 1 0-16,1-5 0 0,-3-2 0 0,-3 1 0 0,-3 0 0 0,-2 0 0 15,0 0 0 1,-2-2 0-16,-3-1-144 0,-1-1 144 0,1 2-160 0,-2 4 160 15,0 0-208-15,2 1 80 16,0 6-256-16,1 1-32 16,1 3-16-16,3 4 0 0,12 2-176 0,-11 5-32 0,11-5-16 0,0 0 0 15,-3 12-1792-15,6 0-368 16,6 0-64-16,1-3-9152 0</inkml:trace>
          <inkml:trace contextRef="#ctx0" brushRef="#br0" timeOffset="109863.1371">3653 8181 16575 0,'0'0'1472'0,"0"0"-1168"15,9-12-304-15,1 4 0 0,4 1 2624 0,2 1 480 16,-1 1 96-16,2 3 0 0,1 2-1344 0,-1 6-288 0,0 1-48 0,1 3-16 16,-1 4-480-16,-2 3-112 0,-1 4-16 0,2 3 0 15,-3 2-352-15,1 4-80 0,0 1-16 0,0 0 0 0,-2-3-256 0,0-2-64 16,-2 0-128-16,1 0 192 15,-3-4-192-15,1-1 0 0,-2-5 0 0,3 1 0 32,1 2-1728-32,1 0-400 0,-2-5-80 0</inkml:trace>
          <inkml:trace contextRef="#ctx0" brushRef="#br0" timeOffset="108730.0462">881 8104 4607 0,'0'0'400'0,"0"0"-400"0,0 0 0 0,-6-9 0 0,6 9 2192 0,-2-12 368 16,4 0 64-16,-2 12 0 0,5-12-672 0,2 1-144 15,0 1-16-15,-1 0-16 0,1-2-336 0,0-2-64 16,-2 0-16-16,1 0 0 0,-1 0-304 0,-2 0-64 16,1 2-16-16,-1 0 0 0,-3 12-368 0,2-14-80 0,-2 1-16 0,-2-1 0 15,-1 0-384-15,3 14-128 16,-5-12 0-16,-2 0 0 0,-4 0 0 0,-1 1 0 0,0-1 0 0,-2 2 0 15,-1 0 0-15,-1-2 0 16,1 0 0-16,1 5 0 0,0-2 0 0,0 0 0 0,0 1-128 0,1-1 128 16,1 0-144-16,1 3 144 0,11 6-128 0,-10-4 128 15,10 4 0-15,0 0 0 0,0 0 0 0,0 0 128 16,-7 10 64-16,4 4 32 0,3 2 0 0,3 3 0 16,2 2 368-16,4 3 80 15,-1 0 16-15,6 2 0 0,2-2-112 0,3 0 0 0,3 5-16 0,4 1 0 16,3-3-304-16,1 8-64 0,-1 1-16 0,6 7 0 31,3 4-1072-31,3 5-192 0,2 5-64 0</inkml:trace>
          <inkml:trace contextRef="#ctx0" brushRef="#br0" timeOffset="107547.1858">928 8172 11807 0,'0'0'512'0,"0"0"128"0,0 0-512 0,0 0-128 0,5-12 0 0,2 2 0 16,0 1 1168-16,3-1 224 0,1-4 32 0,1 2 16 16,-2 0 48-16,2 0 16 0,0-2 0 0,0-1 0 15,-1 1-256-15,-1 0-48 0,-1-2-16 0,-1 3 0 0,-1-1 64 0,0-2 16 16,-2 1 0-16,1 1 0 16,-5 0-384-16,1 2-80 0,-2 12-16 0,0-12 0 0,-2 0-480 0,2 12-112 15,-3-12 0-15,3 12-16 0,-9-9-176 0,9 9 0 16,-14-3 0-16,1 1 0 15,-3 2 0-15,1 4 0 0,-3-1 0 0,3 2 0 0,-1 2 0 0,1 2 0 16,1 1 0-16,0 4 0 0,2 0 240 0,3 3 16 16,4 2 0-16,0 2 0 0,2-2 64 0,1 3 0 0,4 0 16 0,3 4 0 31,2 0-32-31,3 5-16 0,2 4 0 0,4 1 0 0,1 4-32 0,4-2 0 16,3-2 0-16,2 0 0 0,0-5-80 0,1-3-32 0,1-2 0 0,1-2 0 0,0-5-144 31,4-4 0-31,0-3 0 0,2-1 128 0,-1-3-128 0,1-1 0 0,1-2 144 0,0-1-144 15,0-2 0-15,-1-1 144 16,-2-1-144-16,-2 0 0 0,-2-1 128 0,-3-5-128 16,-7-2 0-16,-4-2 0 0,-2-3 0 0,-5 1 160 15,-3-3-160-15,-5-2 128 0,-5-4-128 0,-2-2 0 16,-1 1 0-16,-4-6 0 0,-6-3-128 0,1 0 128 16,-2-2 0-16,0 6 0 0,0 1 0 0,2 4 0 0,0-1 0 15,-1 6 0-15,3 3 0 0,1 0 0 16,0 6 0-16,2 1 0 0,12 7 0 0,0 0 0 0,0 0 0 0,0 0 0 15,0 0 0-15,0 0 0 16,12 17 0-16,5 4 128 0,6-1-128 0,3 3 192 0,5 1-192 0,3 2 192 16,4 1-192-16,-1 1 0 0,-1-2 144 0,0-2-144 15,0-7-128-15,-1 2-112 0,-2 0-16 0,-2 6 0 32,0-3-2624-32,-2-3-544 0,0-4-96 0</inkml:trace>
          <inkml:trace contextRef="#ctx0" brushRef="#br0" timeOffset="107758.571">2117 8419 25791 0,'0'0'1152'0,"4"-12"224"0,-1 2-1104 0,2-1-272 0,1-1 0 0,0 4 0 0,0-3 1088 0,-6 11 176 16,8-5 16-16,-8 5 16 15,0 0 112-15,16 4 0 0,-16-4 16 0,15 8 0 0,-1 4-592 0,0 2-112 16,-2 2-16-16,0 1-16 0,0 0-432 0,2 2-64 15,1 0-32-15,1 2 0 0,0-2-160 0,-3-4 0 16,1 1 0-16,0-1 0 16,0 1-1520-16,0-1-336 0,-2-1-64 0,-2-3-13312 0</inkml:trace>
          <inkml:trace contextRef="#ctx0" brushRef="#br0" timeOffset="110179.2385">4484 8293 19343 0,'-4'-8'1728'0,"1"-3"-1392"16,-1 1-336-16,4 0 0 0,4-2 3024 0,1 3 544 15,2-1 96-15,3-1 32 0,4-3-1904 0,3 4-384 0,4-2-80 0,5 2-16 16,5-1-800-16,2-1-144 0,1 0-48 0,1 0 0 16,1 0-192-16,0 0-128 0,2 3 128 0,0 1-128 15,-2-3 0-15,-1 4 0 0,-6 0 0 0,-1 2 0 16,-4 0-976-16,-5 2-272 16,-4-3-48-16,-4 1-16 15,-11 5-1328-15,0 0-272 0,7-12-48 0</inkml:trace>
          <inkml:trace contextRef="#ctx0" brushRef="#br0" timeOffset="110385.7987">4698 7953 13823 0,'0'0'608'0,"-13"-8"128"0,3 1-592 0,3 0-144 0,7 7 0 0,0 0 0 16,0 0 4288-16,0 0 832 0,0 0 176 0,16-2 16 0,-1 4-2896 0,1 3-592 0,-2 0-112 0,1 2-32 31,2 2-784-31,2 1-144 0,0-1-48 0,0 5 0 0,-1 1-704 0,-3 2 0 15,-4 4 0-15,1 5-208 16,0 0 208-16,-2 7 0 0,-1 1 0 0,-2 4 0 16,-2 5 0-16,-2 0 128 0,-3-5-128 0,0 4-12192 15,0 3-2528-15</inkml:trace>
        </inkml:traceGroup>
        <inkml:traceGroup>
          <inkml:annotationXML>
            <emma:emma xmlns:emma="http://www.w3.org/2003/04/emma" version="1.0">
              <emma:interpretation id="{CD73F7A4-FD50-4E51-9C1D-9E6525911D40}" emma:medium="tactile" emma:mode="ink">
                <msink:context xmlns:msink="http://schemas.microsoft.com/ink/2010/main" type="inkWord" rotatedBoundingBox="15818,13758 19795,13641 19817,14393 15840,14510"/>
              </emma:interpretation>
            </emma:emma>
          </inkml:annotationXML>
          <inkml:trace contextRef="#ctx0" brushRef="#br0" timeOffset="112687.9438">6748 8207 12895 0,'0'0'1152'16,"0"0"-928"-16,-2-12-224 0,2 12 0 0,2-10 3456 0,-2 10 656 15,0 0 128-15,7-11 32 0,-7 11-3056 0,10-7-624 16,1 2-112-16,-11 5-32 0,12-3 160 0,-12 3 32 0,13 0 0 0,1 0 0 0,0 1-32 15,0 1 0-15,-14-2 0 0,15 5 0 0,-15-5-352 0,0 0-80 0,13 11-16 0,-13-11 0 32,0 0-160-32,0 0 128 0,3 15-128 0,-5-1 128 0,-3-2 224 0,-2-1 32 15,-3-3 16-15,-2 1 0 16,-2-1-80-16,-2-1 0 0,-1 0-16 0,-2 0 0 16,0 2-96-16,0-2-16 0,2-2 0 0,3 2 0 0,14-7 112 0,-9 7 16 15,9-7 0-15,0 0 0 0,0 12-320 0,0-12 160 0,9 12-160 0,7-4 128 31,4-2-128-31,6-1 128 0,4-5-128 0,4-4 128 0,4-1-128 0,3 0 0 16,4-2 0-16,5 0 128 0,2 2-128 0,0 2 0 16,0-1 0-16,0 1 128 15,-1-1-1296-15,-2 1-272 0,-6-2-48 0,-5-6-9536 0,-5-3-1904 16</inkml:trace>
          <inkml:trace contextRef="#ctx0" brushRef="#br0" timeOffset="113209.6112">7143 7801 11967 0,'0'0'1072'0,"0"0"-864"15,0 0-208-15,0 0 0 0,0 0 2752 0,0 0 496 0,0 0 96 0,0 0 32 16,0 0-1520-16,0 0-288 0,11 16-64 15,-1 1-16-15,-1-1-96 0,-1 1-32 0,-8-17 0 0,14 21 0 16,2-1-336-16,-3-1-80 0,1 0-16 0,2-1 0 16,-1-3-512-16,2 1-96 0,1-6-32 0,-1 1 0 15,-1-1-288-15,1-3 160 0,0 0-160 0,-1 0 128 0,-1-4-128 16,2 0 0-16,1-3 0 0,1-1 0 16,1-3 0-16,1-1 0 0,-2 0 0 0,-2 1 0 0,1 1 0 0,-3-2-304 15,-1 0 48-15,-2-2 16 16,-3-4-432-16,-1 1-96 0,-1 0 0 15,-7 10-16 1,4-14 80-16,-4 14 32 0,0 0 0 0,-4-10 0 0,-1-3 464 0,5 13 208 0,-10-8-192 0,1 3 192 0,0-1 192 0,9 6 176 0,-10-1 16 0,10 1 16 31,0 0 160-31,0 0 16 0,0 0 16 0,0 0 0 16,0 0-224-16,0 0-48 0,10 15-16 0,4-3 0 0,3-3-144 0,2-2-32 16,2-2 0-16,2 0 0 0,1 0-128 0,0 1 0 15,0-3 144-15,0 1-144 0,0-1 0 0,-1-1 0 16,-2-2 0-16,-3 0 128 15,0-2-128-15,-1-1 0 0,0-3 0 0,-1 1 128 0,-4 0-128 0,-12 5 0 16,15-9 0-16,-4 2 0 0,-11 7 0 0,0 0 0 16,3-15 0-16,-3-1 128 0,-3 4-128 0,-2-2 176 0,-2 2-176 0,0-1 192 15,-2-3-192-15,1 2 0 0,-1 0-192 0,0 1 192 16,-3-3-272-16,2 2 64 0,-1-1 16 0,3 1 0 31,-1-5-320-31,2 2-64 0,0 3-16 0,7 14 0 16,0 0-1648-16,0 0-336 0,0 0-64 0,0 0-6256 0,0 0-1232 0</inkml:trace>
          <inkml:trace contextRef="#ctx0" brushRef="#br0" timeOffset="113577.1479">8213 7940 16575 0,'0'0'1472'0,"0"0"-1168"0,0 0-304 0,0 0 0 15,11-9 2800-15,1 4 496 0,2 0 96 0,1 1 32 16,1 2-2000-16,1 1-400 0,0 1-64 0,2 1-32 16,2 5-144-16,0-1-16 0,1 0-16 0,-1 0 0 0,-2 2-272 0,-2 2-48 15,-2-1-16-15,-2 3 0 0,-13-11-256 0,8 17-160 16,-4-2 192-16,-4 1-192 16,0-16 192-16,-9 17-64 0,-3-1 0 0,-4 3-128 15,-4-2 272-15,-1 0-48 0,-1-1-16 0,-1-2 0 0,1-2-32 0,1 0-16 16,0 0 0-16,2 0 0 0,0-2-16 0,4-1 0 0,1 1 0 0,2-3 0 15,12-7-144-15,-9 11 128 0,4-1-128 0,5-10 128 16,0 0-128-16,10 12 0 16,4-3 0-16,3-1 0 0,2-1 0 0,7-2 0 0,4-1 0 0,4-1 128 0,4 1-128 0,5-3 0 15,4 3 144-15,1-1-144 0,-1 1 0 0,1-1 0 16,2 1 0-16,-5-3 128 16,-7-2-128-16,-3-3 0 0,-4-1-128 0,-2 0 128 31,-3 0-2416-31,-4-4-400 0</inkml:trace>
          <inkml:trace contextRef="#ctx0" brushRef="#br0" timeOffset="112330.1684">5749 8017 11967 0,'-14'-8'1072'0,"14"8"-864"0,-14-6-208 0,2 1 0 15,2 0 3008-15,10 5 576 0,-9-9 96 0,9 9 32 16,-7-8-1936-16,7 8-384 0,0 0-80 0,-7-11-16 16,0-2-96-16,4 2-32 0,3 11 0 0,-4-10 0 15,3-2-304-15,-1 1-64 0,0 1-16 0,2 10 0 0,-2-12-336 0,1 0-80 0,-1 0-16 0,-1 0 0 16,-1 1-160-16,-1 1-48 0,0-2 0 0,-2 0 0 0,0-2-144 15,0 0 0-15,0 1 144 0,-2 0-144 0,-1 1 0 16,2 0 0-16,-1 0 0 0,0 2 128 0,1-1-128 16,-1 3 0-16,9 8 0 0,-10-7 0 0,10 7 0 0,0 0 0 15,-12-4 0-15,12 4 0 16,0 0 0-16,0 0 0 0,0 0-144 0,-7 11 144 0,1 3 0 16,3-1 0-16,3 1 0 0,2 5 0 0,-2 4 0 0,3 1 160 15,1 0-16-15,1 4 0 0,3 1 176 0,5 0 48 16,-1-3 0-16,3 4 0 15,1-3-160-15,3 4-16 0,3 2-16 0,4 2 0 16,0-1-176-16,5 2 0 0,2 2 0 0,3 0 128 16,5-2-128-16,1-3 0 0,-1-3 0 0,1-6 0 15,-3-3 0-15,-1-6 0 0,-3-3 0 0,-2-7 0 0,-6-3 0 0,-1-2 0 16,-2 0 0-16,-3-5 0 0,-4-2 0 0,-1-2 0 0,-2-1 0 16,-4-2 0-16,-3-4-192 0,-2 1 192 0,-3-2-160 0,-4-2 160 15,-1-4-176-15,-4-1 176 0,-2-2-192 0,0 2 192 16,3 1-144-16,-3-1 144 0,0 2 0 0,1 3-144 15,-1 2 144-15,2 1 0 0,0 4 0 0,4 3 0 16,3 9 0-16,0 0 0 0,0 0 0 0,0 0 0 16,0 0 0-16,0 0-128 0,0 0 128 0,0 0 0 31,12 16 0-31,-2-2-128 0,2 1 128 0,0 3 0 16,2-1 0-16,2 0 0 0,-1 0 0 0,3 1 0 15,-1 1-128-15,2 0-64 0,1-2 0 0,5 3 0 16,-1-1-3264-16,2-5-672 0</inkml:trace>
          <inkml:trace contextRef="#ctx0" brushRef="#br0" timeOffset="111786.6805">5543 7976 3167 0,'0'0'128'0,"19"7"48"0,0-2-176 0</inkml:trace>
          <inkml:trace contextRef="#ctx0" brushRef="#br0" timeOffset="114959.3153">8786 7962 14735 0,'0'0'1312'0,"0"0"-1056"0,0 0-256 0,0 0 0 16,7-10 3392-16,4 1 608 0,-1 2 128 0,4 0 32 16,1 2-2736-16,6 0-528 0,3 0-128 0,2 1 0 15,0-1 32-15,2 0 16 0,1 0 0 0,0 0 0 16,2 1-384-16,4 1-80 0,1 1-16 0,0 0 0 0,2-1-336 0,0 1 0 16,-1 2 0-16,-1 0 128 15,-2 0-128-15,-1 3-160 0,0 4 160 0,-4-1-208 16,-3-5-2224-16,-2 1-432 0</inkml:trace>
          <inkml:trace contextRef="#ctx0" brushRef="#br0" timeOffset="115170.4542">9175 7814 11967 0,'-9'-4'1072'0,"9"4"-864"0,-12-3-208 0,12 3 0 15,0 0 3376-15,0 0 624 16,-10-2 128-16,10 2 32 0,0 0-2544 0,0 0-496 0,0 0-96 0,0 0-32 15,0 0 416-15,0 0 96 0,8 17 16 16,1-3 0-16,-9-14-496 0,15 19-80 0,-1-2-32 0,2-1 0 16,-1-1-480-16,3 4-112 0,1 0 0 0,0 2-16 15,-1-2-304-15,3 2 0 0,0-2 0 0,1 1 0 32,3 6-1616-32,0 0-384 0,1-2-80 0</inkml:trace>
        </inkml:traceGroup>
        <inkml:traceGroup>
          <inkml:annotationXML>
            <emma:emma xmlns:emma="http://www.w3.org/2003/04/emma" version="1.0">
              <emma:interpretation id="{D0E231FE-F016-47B4-972C-FA32D56656A1}" emma:medium="tactile" emma:mode="ink">
                <msink:context xmlns:msink="http://schemas.microsoft.com/ink/2010/main" type="inkWord" rotatedBoundingBox="20571,13546 27108,13353 27135,14260 20597,14452"/>
              </emma:interpretation>
            </emma:emma>
          </inkml:annotationXML>
          <inkml:trace contextRef="#ctx0" brushRef="#br0" timeOffset="115704.8746">11508 7959 11967 0,'0'0'1072'0,"0"0"-864"16,0 0-208-16,0 0 0 15,0 0 288-15</inkml:trace>
          <inkml:trace contextRef="#ctx0" brushRef="#br0" timeOffset="117298.7223">11736 7858 11343 0,'17'-2'496'0,"-17"2"112"0,16-5-480 0,-1 1-128 0,1-1 0 0,-2 0 0 16,-14 5 1168-16,13-7 224 0,-13 7 32 0,14-9 16 15,-3-1 512-15,-3 0 96 0,-3-2 32 0,1-1 0 0,-1 1-272 0,-5 12-48 16,0 0-16-16,5-12 0 15,-5 12-624-15,3-12-128 0,1 2-32 0,-4 10 0 16,2-11-384-16,-2 1-96 0,-2-2-16 0,2 12 0 0,-2-12-208 0,0 0-64 16,1-2 0-16,-1 0 0 0,-1 0-192 0,1 0 0 15,0-1 128-15,0-1-128 0,-3-1 0 0,2 3 0 16,-1-2 128-16,1 1-128 0,-2-2 0 0,1 1 0 16,1 2 0-16,-1 4 0 0,-1-2 0 0,0 3 0 15,0 2 0-15,5 7 0 0,-7-7 0 0,7 7 0 16,-5-8 0-16,5 8 0 0,-9-6 0 0,9 6 0 0,-10 0 0 0,10 0 0 15,0 0 0-15,0 0 0 0,0 0 0 0,-7 21 0 16,3 0 0-16,3 1 0 0,1 3 0 0,3 6 0 16,4 5 448-16,2 2 64 15,-1 2 0-15,4 1 0 0,0-1-160 0,4-2-32 0,1-1 0 0,2-3 0 16,-2-1-96-16,4-2-32 0,2 2 0 0,2-2 0 16,3-3-192-16,5 1 0 0,1 2 0 0,4 1 0 15,2-5 0-15,3-1 0 0,6-3 0 0,-3-2 0 16,-1-2 0-16,-2-6 0 0,-1-4 0 0,-3-4 0 15,-2-6 0-15,-3-1 0 0,-1-7 0 0,-4-1 0 16,-1-4 0-16,-2 0 0 0,-6-1 0 0,1-3-160 16,-4-3 160-16,-3-1-160 0,-5-1 160 0,-4 3-160 15,-7 1 160-15,-1-2 0 0,-4 2 0 0,-2 0 0 16,-3 0 0-16,0 1 0 0,0 3 0 0,0 1 0 0,0 2 0 0,0 3 0 16,0 2 0-16,1 0 0 0,3 1 0 0,8 6 144 15,-9-9-144-15,9 9 0 0,0 0 128 0,0 0-128 16,0 0 0-16,0 0 0 15,0 0 0-15,0 0 0 0,0 0 0 0,17 2 0 0,-1-1 0 16,-1 3 0-16,1 1 0 0,3 2-144 0,0 0 144 0,-2 2 0 16,2-1 0-16,2 3 0 15,0-1 0-15,-1 0-128 0,1-1 128 0,0 0-128 16,-2-1-1152-16,0 3-208 0,0-1-48 16,-2 0-16-16,0-1-1264 0,-1-2-256 0,-16-7-64 15,20 10 0-15</inkml:trace>
          <inkml:trace contextRef="#ctx0" brushRef="#br0" timeOffset="115902.8975">11864 8010 12895 0,'0'0'576'0,"0"0"112"0,0 0-560 0,0 0-128 16,0 0 0-16,0 0 0 0,0 0 1968 0,0 0 352 16,0 0 80-16,0 0 16 0,0 0-2112 0,12-5-304 0,-12 5-304 0,0 0 64 0</inkml:trace>
          <inkml:trace contextRef="#ctx0" brushRef="#br0" timeOffset="115407.314">10272 7936 2751 0,'0'0'128'0,"0"0"16"0,0 0-144 0,0 0 0 0,11-9 0 0,-11 9 0 16,8-8 5712-16,-8 8 1120 0,14-7 208 0,-14 7 64 0,11-7-4448 0,-11 7-880 16,15-2-176-16,-1 1-48 0,-14 1-1104 0,17 1-240 15,-1 3-32-15,-1-1-16 16,1 1-1104-16,1 1-208 0,0 0-64 0</inkml:trace>
          <inkml:trace contextRef="#ctx0" brushRef="#br0" timeOffset="115571.9386">10864 7940 25391 0,'0'0'1120'0,"0"0"240"0,0 0-1088 0,14-7-272 16,2 0 0-16,1 0 0 0,2-2 528 0,0 4 48 0,-2 2 16 16,2-1 0-16,0 1-160 0,0 1-48 0,0 2 0 0,0 2 0 15,0 1-384-15,0-1-176 0,-2 1 16 0</inkml:trace>
          <inkml:trace contextRef="#ctx0" brushRef="#br0" timeOffset="119010.4774">15645 7945 20271 0,'0'0'1792'0,"0"0"-1424"0,0 0-368 0,0 0 0 0,9-7 2432 0,-9 7 432 15,15-4 80-15,1 3 0 16,0-1-1888-16,-3 5-384 0,-1 4-80 0,0 4-16 16,-1-1 64-16,1 2 16 0,2 2 0 0,0-2 0 0,-1-2-160 0,1 1-48 15,-2 2 0-15,0 1 0 0,0 2-288 0,-1-2-160 0,-4-1 160 0,0 0-160 32,-7-13 128-32,0 0-128 0,0 0 0 0,0 0 0 15,0 0 128-15,0 0-128 0,0 0 0 0,0 0 0 0,0 0 320 0,0 0-16 16,-16-7-16-16,2-4 0 0,2-1-160 0,2 0-128 15,1 2 192-15,1-2-192 0,-3-2 144 0,3-2-144 16,1 1 0-16,1-1 144 0,0 2-144 0,2-1 0 0,4-2 0 0,0 1 0 16,2 2 0-16,1 1 128 0,1-1-128 0,-4 14 0 15,12-11 0-15,0 3 0 16,-12 8 0-16,19-5 0 0,2 3 0 0,1 4 0 16,0 3 0-16,-1 2 0 0,0 0 0 0,0 1-144 0,-1 1 144 0,1-1 0 0,-2 3 0 0,0 1-128 31,0 0 128-31,0 0 0 0,0 0 0 0,-2 0 0 0,0 2 0 0,-1-2 0 0,0 0 0 0,-1-1 0 15,1-3 0-15,-3 2 0 16,-2 1 0-16,-1-1-192 0,0 2 192 0,1 2-160 31,-1 0-2416-31,-1-2-496 0,-9-12-80 0</inkml:trace>
          <inkml:trace contextRef="#ctx0" brushRef="#br0" timeOffset="119554.6959">16270 8097 5519 0,'0'0'496'0,"0"0"-496"16,0 0 0-16,-2-7 0 0,2 0 3600 0,0 0 624 15,0-3 128-15,0 10 32 0,0-9-2112 0,2 0-416 16,0-5-96-16,-2 6-16 0,0-1-208 0,-2-1-64 16,-3 1 0-16,5 9 0 0,0 0-784 0,-4-10-176 0,-1 0-16 0,-2 1-16 15,2-1-272-15,2-1-48 0,3 11-16 0,-4-8 0 16,1-1 0-16,3 9 0 0,0 0 0 0,0 0 0 0,0-10-16 0,0 10 0 16,3-13 0-16,-3 13 0 0,0 0-128 0,11-10 0 15,1 0 0-15,2 1 0 0,-2 2 0 0,0-1 0 16,0 1 128-16,2 2-128 0,1 1 0 0,1 1 0 15,-3 3 0-15,1 0 0 16,0 1 0-16,0 3 0 0,-2 1 128 16,2 4-128-16,0 1 352 0,3 2-16 0,2-2 0 0,5 4 0 15,4 3-336-15,1 2 128 0,4 0-128 0,0 0 0 16,-1 2 0-16,1 5 0 0,0 3 0 0,0 2 0 16,-2 6-1536-16,-4-5-384 15</inkml:trace>
          <inkml:trace contextRef="#ctx0" brushRef="#br0" timeOffset="117996.9374">13177 7967 25215 0,'0'0'1120'0,"0"0"224"0,0 0-1072 0,0 0-272 0,-5-10 0 0,5 10 0 0,0 0 1920 0,0 0 320 16,0 0 64 0,0 0 0-16,0 0-816 0,9-7-160 0,-9 7-48 0,15-4 0 15,1 4-512-15,1 4-128 0,0 1 0 0,2 0-16 0,0 0-416 0,4 2-80 16,1 2 0-16,0 1-128 16,-2 2 0-16,1 2 0 0,-2 0 0 0,-4 3 0 15,-5 2 0-15,-4 0 0 0,-1 0 0 0,-3 0 0 16,-1-1 0-16,-3-3 0 0,-3-1 0 0,-1-2 0 0,4-12 128 0,0 0-128 15,-12 9 0-15,0-4 0 0,0-4 0 0,12-1 0 16,-14-5 128-16,2-2-128 0,0-1 0 0,2-4 0 16,-1-2 128-16,5-2-128 0,0-1 128 0,1 0-128 15,2-2 144-15,1 2-144 0,2 1 0 0,3 0 0 0,1-2 0 0,3 0 0 16,0 1 0-16,1 1 0 0,3 1 0 16,-1 1 0-16,0 0-160 0,4 4 160 0,2 1-128 0,-2 4 128 15,-14 5-128-15,13-2 128 0,1 2-128 0,-14 0 128 16,17 6 0-16,-1 0-128 0,-2 1 128 0,0 2 0 0,-1-2 0 0,1 2 0 15,-3 1 0-15,1 0-128 0,1 1 128 0,1 1 0 16,0 0 0-16,2-2-128 0,1-3 128 0,2 3 0 16,0 1 0-16,0 3 0 0,0-1 0 0,-2 1 0 15,-5-3 0-15,-1-1 0 0,-11-10 0 0,10 10 0 16,-10-10 0-16,0 0 0 16,0 0 0-16,0 0 0 15,0 0 0-15,0 0 0 0,0 0 0 0,0 0 128 16,2-15-128-16,-2 1 0 0,0 0 0 0,0 4 0 0,0 10 0 0,3-14 128 15,-1-2-128-15,1 3 0 0,-3 13 0 0,7-14 128 16,3 0-128-16,3 2 0 0,-3 3 0 0,4 1-128 16,0-1 128-16,1 4 0 0,1 0 0 0,1 1-128 0,-2 1 128 0,1 3 0 15,-1 1-144-15,3 5 144 16,-1-3 0-16,0 2 0 0,2 0 0 0,0 2 0 0,2-1 0 0,3 0 0 16,0 3 0-16,2 1 0 0,2 3 0 0,-1-1 0 15,3 0 0-15,-1 1 0 0,0 3 0 0,1 3 0 16,-3 2 0-16,-1-2 0 0,-2 0-128 0,-5-2 128 15,-5-2 0-15,-3 1 0 32,-5 0-1504-32,0-1-224 0,-3 1-64 0,-3-1-9056 0,-2-6-1824 0</inkml:trace>
          <inkml:trace contextRef="#ctx0" brushRef="#br0" timeOffset="118593.0491">14515 7739 17967 0,'0'0'784'0,"2"-12"176"0,-1 0-768 0,-1 12-192 0,4-10 0 0,-4 10 0 16,5-9 1440-16,-5 9 240 15,0 0 48-15,0 0 16 0,0 0-32 0,0 0-16 16,15 16 0-16,-4 3 0 0,-3 0-352 0,1 5-80 15,3 2-16-15,-2-2 0 0,-1 0-224 0,3-1-32 0,4-4-16 16,-1 1 0-16,1-1-624 0,-1 0-128 0,-1-3-32 0,2 1 0 16,-1-1-192-16,1-4 0 0,-1-2 0 0,1-5 0 15,-16-5 128-15,17 5-128 0,-1-3 0 0,1-4 0 0,0-1 0 0,-1-2 128 0,-3-2-128 16,3-4 0-16,1 3 0 0,0-4 0 0,-1-2 0 0,-2 0 0 16,-2-1-128-16,-2-1 128 0,-1 0 0 0,-2 1 0 15,-4-1 0-15,-1 3 0 0,-2 13 0 0,-2-16 0 31,-1 2 0-31,3 14 0 0,-9-15 0 0,1 6 0 16,8 9 0-16,0 0 0 0,-11-5 0 0,11 5 144 16,0 0 16-16,0 0 0 0,0 0 0 0,0 0 0 15,0 14-160-15,5 0 0 0,4 1 0 0,7 1 0 0,2-3 0 16,5 3 0-16,1-1 0 0,5 1 0 0,4-2 0 0,-2 0 0 16,-3-2 0-16,1-2 0 0,1-3 0 0,-1 2 0 15,-3-2 0-15,0-2 0 0,0-4 0 0,-4-1 0 0,-5 0 0 16,-1-1 0-16,-2-3 0 0,-4-1-144 15,-3-4 144-15,-7 9-160 0,7-12 160 0,-4 0 0 16,-3-2 0-16,-3 1 0 0,-2 1 0 0,-1-4 0 16,-2-1 0-16,-3 0 0 0,-1-2 0 0,-1-2 0 0,-1 0 0 15,0-1 0-15,2-1 0 0,0 1 0 16,1-6 0-16,3-1 0 0,3 0-160 0,-1 1-48 0,1 2-16 16,4 5 0-1,1 4-528-15,0 17-96 0,0 0-32 0,0 0 0 16,0 0-1344-16,0 0-272 0,10 7-48 0,4 7-16 0,0 6 192 0,1 3 48 0,1 3 0 0</inkml:trace>
        </inkml:traceGroup>
        <inkml:traceGroup>
          <inkml:annotationXML>
            <emma:emma xmlns:emma="http://www.w3.org/2003/04/emma" version="1.0">
              <emma:interpretation id="{1D6F6007-1450-4876-A5FF-873C405149BB}" emma:medium="tactile" emma:mode="ink">
                <msink:context xmlns:msink="http://schemas.microsoft.com/ink/2010/main" type="inkWord" rotatedBoundingBox="27426,13228 30038,13151 30073,14330 27461,14407"/>
              </emma:interpretation>
            </emma:emma>
          </inkml:annotationXML>
          <inkml:trace contextRef="#ctx0" brushRef="#br0" timeOffset="121470.7373">17119 7327 19343 0,'0'0'1728'0,"0"0"-1392"0,0 0-336 0,0 0 0 16,0 0 1376-16,0 0 208 15,0 0 32-15,0 0 16 0,0 0-1200 0,12-2-240 16,-12 2-64-16,18 2 0 0,1 0 496 0,0 3 80 16,1 3 32-16,4 6 0 0,6 2 80 0,1 1 16 15,-2 0 0-15,1 2 0 0,-1 0-304 0,0 0-48 0,1-2-16 0,-1 2 0 16,-2 0-272-16,-1-1-48 0,0-3-16 0,-2-1 0 16,1 0 0-16,-3-2 0 0,-1 2 0 0,-2-4 0 15,0 0 0-15,-2-1 0 0,-1-2 0 0,-3 3 0 16,-2-3 0-16,-11-7 0 0,10 7 0 0,-10-7 0 15,9 9 0-15,-9-9-128 0,0 0 192 0,-2 14-64 16,-3-1 96-16,-2 1 16 0,-2-2 0 0,-5-1 0 0,-3-1 64 0,-5 0 16 0,-2 1 0 0,-2 1 0 16,-4 0-64-16,-2 2 0 0,-5-6 0 0,1 1 0 15,-2 1-96-15,0-1-32 16,0-4 0-16,0 2 0 0,2 0-128 0,3 0 128 0,4-2-128 16,5 5 128-16,1 2-128 0,6 0 128 15,1-1-128-15,8 1 128 0,8-12-128 0,-5 15 0 16,5-15 0-16,1 18 0 15,4-1-1520-15,4 0-272 0,0 1-64 16,6-3-13632-16</inkml:trace>
          <inkml:trace contextRef="#ctx0" brushRef="#br1" timeOffset="3.10125E10">17753 7668 1839 0,'-16'-3'160'0,"-2"2"-160"0,4 2 0 0,0 1 0 16,4 1 5984-16,10-3 1168 0,-9 0 224 0,3 1 48 15,6-1-4976-15,0 0-992 0,-9 8-208 0,9-8-32 16,0 0-640-16,0 0-128 0,0 0-32 0,7 13 0 15,-7-13-416-15,8 11 0 0,-1-1 0 0,2 10 0 32,5 8-512-32,0 5 0 0,-1-1 16 0,1 1 0 15,1 1-112-15,6 24-32 0,-8-12 0 0,-5-5 0 16,-2-8-512-16,-6-2-96 0,-6-1-32 0,-5-1 0 0,-4-2-112 0,-3 0-16 0,-3-4-16 0,-6-2 0 16,-2-2 848-16,2-4 192 0,3-4 16 0,2-5 16 15,-1-6 1248-15,4-2 240 0,1-4 48 0,1-1 16 16,1-4 464-16,1-1 112 0,1-6 16 0,1-1 0 0,-1-5-784 0,4-3-160 15,-1-2-16-15,2-1-16 0,4 0-48 16,1-5-16-16,-1-4 0 0,2-4 0 0,0-7-320 0,0 2-64 16,0-3-16-16,2 6 0 0,1 3-32 0,-2 12-16 15,4 7 0-15,1 7 0 0,-2 2 16 0,2 3 16 16,-3 11 0-16,0 0 0 0,0 0-176 0,9-6-32 16,-1-1-128-16,-8 7 192 0,0 0-192 0,14 1-128 15,-14-1 128-15,16 6-208 16,1 2-256-16,-2 1-48 0,3 3-16 0,-3 3 0 15,-15-15 16-15,13 27 16 0,-1 5 0 0,-4 4 0 16,-5 3-144-16,-2-3-48 0,-4-3 0 0,0-3 0 0,0-4 368 0,-1-4 80 16,-5 1 16-16,1-7 0 0,1-1 224 0,-1-1 0 0,2-4 144 0,6-10-144 15,0 0 176-15,0 0-176 0,0 0 192 0,0 0-192 16,0 0 160-16,0 0-160 0,0 0 128 0,0 0-128 16,0 0 144-16,-4-15-144 0,2-4 160 15,1-5-160-15,1-6 144 0,0-11-144 0,3-10 128 16,-2-3-128-16,1 0 0 0,-1 4 0 0,-1 7 128 0,0 0-128 15,0 3 0-15,0 2 160 0,0 2-160 0,2 2 160 16,-4-2-160-16,2 1 128 0,-1 2-128 0,1-6 128 16,-2-6 0-16,1 1-128 0,-1 10 192 0,2 7-64 15,3 7-128-15,0 8 160 0,-3 1-160 0,2 7 160 16,-2 4-160-16,0 0 0 0,3 24 0 0,1 8 0 16,2 2-128-16,5 5-64 0,1 3-16 0,1-1 0 0,-1-2-80 0,3-1-16 15,3-2 0-15,0 1 0 0,-1 2 304 0,1 2 0 16,0-2 0-16,-5 3 0 0,-2-1 0 0,-2 1 0 15,-1 1 0-15,-4-4 0 0,-2-6 128 0,-4-7 16 16,-1-10 16-16,0-4 0 0,-1-3 112 0,4-9 32 16,0 0 0-16,0 0 0 0,-9-4-144 0,-2-7-32 15,-1-4 0-15,0-3 0 16,3-1-448-16,-2-2-80 0,-1-3-32 0,-1-3 0 16,-5-3-384-16,0 1-80 0,-2 2 0 0,4 2-16 15,-2 2-112-15,1 2-32 0,2-3 0 0,0 1 0 0,3 1 736 16,0 2 128-16,0-1 48 0,1 2 0 0,1 1 592 0,2 1 112 15,1 4 16-15,2-1 16 0,1 4 16 0,4 10 0 16,0 0 0-16,0 0 0 0,0 0-48 0,0 0-16 16,0 0 0-16,-5 12 0 0,2 0-240 0,0 3-48 15,-3 1-16-15,2 4 0 0,-1 2-240 0,1 7 0 0,-1 4-192 0,-1 1 192 16,3 5-128-16,0 2 128 0,0 3 0 0,2-4 0 16,1-2 0-16,0-2 0 0,0-3 0 0,1-6 0 15,1-4 0-15,2-8 0 0,-4-15 0 0,5 12 0 16,-1-2 0-16,-4-10 0 0,0 0 128 0,0 0-128 15,0 0 0-15,0 0 0 0,14-1 0 0,-1 1 0 0,1 1 0 16,1 1 0-16,2-1-144 0,1 2 144 16,1 3-128-16,2 0 128 0,3 0 0 0,-1 2-144 0,1-1-16 15,3 1 0-15,0-1 0 0,4 1 0 16,1-2-176-16,1-2-48 0,-1-1 0 0,1-3 0 16,-5-1 16-16,1-4 0 0,-4-4 0 0,-1 0 0 15,0-4 368-15,-1-4 0 0,0 1-144 0,-1-2 144 16,1-3 256-16,1-7 128 0,3-8 0 0,1-1 16 15,7 2 192-15,5 1 48 0,5-2 0 0,7 3 0 16,2 4 0-16,-3 5 16 0,-8 3 0 0,-2 4 0 0,-5 4-384 0,-4 1-80 16,-4 4 0-16,-2 5-16 0,-1 3-176 0,1 2 0 15,-1-1 0-15,4 2 0 0,2 5 0 0,4 2 0 16,3 1 0-16,5 1 0 0,5-5-272 0,-1 4 64 16,-5 2 16-16,-6 4 0 15,-1 3-416-15,-8-1-80 0,-5-4-16 0,-4-3 0 16,-4-4 112-16,-14-8 16 0,12 9 0 0,-12-9 0 0,9 7 384 0,-9-7 192 15,0 0-192-15,0 0 192 0,0 0 0 0,0 0 0 0,0 0 0 16,0 0 0-16,0 0-144 0,0 0 144 16,-20-10 0-16,1-1 0 0,-1 2 0 0,-5-3 0 15,-7-1 160-15,2 1-32 0,3 1-128 0,1 2 176 0,4-2-176 0,1 2 192 16,3 3 0-16,1 0 0 0,2 0 0 0,5-1 0 16,10 7 16-16,0 0 16 0,0 0 0 0,0 0 0 15,3-15-224-15,6 3 0 0,4 1 0 0,13 4 0 16,13-2-304-16,0 1 48 0,0-1 16 0,-1 3 0 15,-5 2 240-15,-2-1 0 0,1 2 0 0,-5 0 0 16,-5 0 0-16,-1 3 320 0,-1-1-64 0,-3-1 0 16,-4 1 112-16,-13 1 16 0,14 0 0 0,-14 0 0 15,0 0-240-15,0 0-144 0,0 0 192 0,0 0-192 16,0 0 0-16,0 15-144 0,-2 1-16 0,-4 1 0 16,-6-1-208-1,-6 4-32-15,-6 2-16 0,-3 1 0 0,-3 3 96 0,-8-2 0 0,-7-5 16 0,-6 5 0 16,-5 5 64-16,5-4 16 0,3-4 0 0,6-3 0 15,5-3 224-15,2-3-192 0,3-1 192 0,4-2-192 0,1 0 192 16,1-6 0-16,1-6 0 0,1-2-144 0,1 1 144 0,1-5-192 16,1-2 192-16,4 1-192 0,4-2 464 0,4-2 96 0,4-8 16 0,7-5 0 15,5-3 512-15,8 0 128 16,6 0 0-16,6-2 16 0,3-1-528 0,6 1-128 16,5 8 0-16,11 2-16 0,12 2-240 0,9 4-128 15,10 1 128-15,-12 4-128 0,-13 1 208 0,-10 2-16 16,-7 2-16-16,-8 2 0 0,-5 1-176 0,-5 1 128 15,-8 2-128-15,-3 3 128 0,-12-3-128 0,0 0 160 16,0 0-160-16,0 0 160 0,2 14-160 0,-5-2 0 0,-5-3 0 16,-6 4 0-16,-5 2-240 0,-8 5-80 15,-9 1 0-15,-17 1-16 0,-17 5-16 0,-3 3 0 16,3 2 0-16,4 3 0 16,4 2-192-16,3 5-32 0,2 2-16 0,-15-4 0 15,-16-5-64-15,-6-6-16 0,0-4 0 0,12-5 0 16,13-4-80-16,8-2-16 0,4-4 0 0,0-2 0 0,-4-2 624 0,-3-2 144 0,-4-2 0 0,7-2 0 0,6-5 224 15,7-1 80-15,6-3 16 0,8 2 0 0,7 5-16 16,7-2 0-16,4-4 0 0,4 1 0 16,12 7 512-16,-11-6 96 0,2-6 32 0,3 1 0 15,6 11 16-15,-2-19 16 0,4-5 0 0,1-4 0 16,0 0-336-16,6-5-80 0,3-6-16 0,6 1 0 16,5-1-368-16,8 5-176 0,7 0 160 0,8 4-160 15,13 0 0-15,1 3 0 0,-6 5-176 0,-6-2 176 0,-7 0-240 0,-4 1 80 0,-4 1 16 16,-2 4 0-1,-6 6-80-15,-1 2-16 0,-3 6 0 0,0-1 0 16,-3 5 16-16,-1 3 0 0,-17-3 0 0,16 11 0 0,-4-2 224 16,-4 2-144-16,-8-11 144 0,0 16-128 0,-3-1-64 0,-3 0-16 15,0 2 0-15,-6-1 0 0,-2 2-144 0,1 2-32 16,-4 1 0-16,1 0 0 0,-2-6 96 0,0 4 16 16,0 1 0-16,-2 0 0 15,-1-5-288-15,-2-2-48 0,1 1-16 0,-1-2 0 0,4-3 192 0,1-3 48 16,0-5 0-16,3-1 0 0,1-4 640 0,5-4 144 15,3-4 32-15,3-3 0 0,2 2 576 0,5-5 112 0,5-4 32 0,5-2 0 16,4-3-224-16,1 3-32 16,2 0-16-16,3 0 0 0,-1-4-320 0,1 1-64 15,0 3-16-15,0-2 0 0,2 2-240 0,4-2-48 16,0-1-16-16,4 5 0 0,4 2-176 0,1 2 128 0,3-3-128 16,-3 6 128-16,-3 5-128 0,-6 4 0 0,-1 3 0 0,-10 3 128 0,-7 3-128 15,-12-3 0-15,5 16-192 0,-8-1 192 16,-6 0-288-16,-6 3 64 0,-6 2 16 0,-5-4 0 15,-4-1-128-15,2 2-32 0,-1 1 0 0,0 3 0 32,-2 0-240-32,-2 0-48 0,0 0-16 0,0 0 0 15,0 2 96-15,-2 2 32 0,-1 2 0 0,-8 3 0 16,-5 2-288-16,-16 1-64 0,-14 2-16 0,2 4 0 16,8 9-64-16,10-2-16 0,8-4 0 0,7-4 0 0,4-9 368 15,5-5 80-15,4-5 16 0,2-4 0 0,7-4 1296 0,2-5 256 0,4-3 48 0,4 0 16 16,12-3 304-16,0 0 64 0,-5-11 16 0,5-2 0 0,5-4-240 0,2-13-32 15,2-14-16-15,5-4 0 16,2 2-608-16,4-1-128 0,-4 4-32 0,2 4 0 16,2 2-416-16,-1 4 0 0,1 3 0 0,2 2 0 0,4 1 0 0,3 0-176 0,1 0 48 0,0 3 0 0,-2 0 128 15,5 4 0 1,5 6-144-16,-2 2 144 0,-3 0 0 0,-3 2 0 16,-4 2 0-16,-2 5 0 0,-5 0 0 0,-2 5 0 15,-4 4-144-15,-2 0 144 0,-4 0-208 0,1 3 16 16,-4 0 0-16,1 1 0 0,-5-10-80 0,-5 15-16 15,2-1 0-15,-3-2 0 16,-4 0-192-16,-4-1-32 0,-2-2-16 0,-5 0 0 16,-6 0 80-16,-5 1 32 0,-4-1 0 0,3 2 0 0,0-4 416 0,4 1-160 15,1-2 160-15,4-2 0 0,3-1 192 0,3 0 128 0,4-1 48 16,2-2 0-16,2-2 144 0,1-2 16 16,9 4 16-16,0 0 0 0,-11-6-64 0,3 1-16 0,8 5 0 0,0 0 0 15,-6-9-16-15,2 0 0 0,4 9 0 0,0-12 0 16,1 2-128-16,2-1-48 0,-3 11 0 0,10-12 0 15,2 0-80-15,1 2 0 0,2-1-16 0,5 2 0 0,4-2 16 0,6 2 0 16,3-1 0-16,6 1 0 0,4-2-192 0,0 2 0 16,-6 0 144-16,-4 3-144 0,-4 3 0 15,-4 2-288-15,-2-1 48 0,-4 2 16 16,-2 0 224-16,-2 2-192 0,0-1 192 0,-2 1-192 16,1-5 192-16,1 4-192 0,-1 4 192 0,-1-1-192 15,-13-4 192-15,17 6-192 0,-2 0 192 0,-15-6-192 16,16 6 0-16,-2 5 16 0,-4 2 0 0,-1 2 0 31,-3 1-192-31,-3 2-32 0,-3 3-16 0,-1 1 0 0,-7 1-224 0,1 4-64 16,-2 3 0-16,-2 3 0 0,-1 1 128 0,5 7 32 0,-4 1 0 0,4-1 0 0,-1-2 288 0,5-9 48 15,-1-8 16-15,4-4 0 0,4-3 192 0,-1-6 0 16,-3-9 0-16,0 0 0 0,14-10 0 0,2-5 0 16,5-8 0-16,6-2 0 0,6-5 144 0,9 0 80 15,10-2 16-15,2 2 0 0,4 3 48 0,-4 1 16 16,-7 1 0-16,-3 2 0 0,-8 4 0 0,-3 2 0 15,-3-1 0-15,-2 3 0 0,-1 2 32 0,0 1 16 16,2 1 0-16,2 4 0 0,3 2-80 0,-1 2-16 16,-3 0 0-16,1 3 0 0,2 2-80 0,0 1-32 15,-3-3 0-15,-6 6 0 0,-4 3-144 0,-3 0 128 0,-4 0-128 0,-4 0 128 0,-4 0-128 0,-2 1 0 32,-5 2 0-32,-5 3 0 0,-7 2 0 0,-1 1-272 15,-2-5 64-15,-4 5 16 0,-6 3-80 0,0 4-16 16,-1 0 0-16,1 4 0 0,0 1 0 0,4 0 0 0,4-2 0 0,4-4 0 15,1-6 144-15,4-1 144 0,2-2-208 0,3-5 80 16,5-10 128-16,0 0 0 0,0 0 0 0,0 0 0 16,0 0 0-16,13-6 0 0,2 0 0 0,6-4 0 15,4-4 128-15,8-1 64 0,9-3 16 0,5-1 0 16,4-2 0-16,-6 1 0 0,-6 5 0 0,-6 3 0 16,-3 2-48-16,-4 4-16 0,-2 3 0 0,-3 0 0 15,-2-2-16-15,-2 4 0 0,-3 2 0 0,-1 4 0 16,-1 2-128-16,-1 1 128 0,-11-8-128 0,10 9 128 15,-2 0-128-15,-4 1 0 0,-1 1 0 0,-1 1 128 16,-4 1-128-16,-1 1 0 0,-1 1 0 0,-2 4 128 16,-2 2-128-16,-1 0-176 0,-4 0 48 0,-2 1 0 0,-2 2-176 0,-4-2-16 15,-2-2-16-15,-5-1 0 0,-7 2-16 0,-4-3 0 16,-7-1 0-16,-1-5 0 0,3-2-96 0,7-1-32 16,5-3 0-16,7-1 0 0,4-2 208 0,6-2 32 15,3-1 16-15,12 0 0 0,0 0 224 0,0 0 0 16,0 0 0-16,0 0 0 0,0 0 128 0,0 0 80 15,6-10 16-15,3-1 0 0,3 2 112 0,4 2 32 16,5-2 0-16,3 0 0 0,5-3-48 0,-1 3 0 16,4 3 0-16,-3 0 0 0,-4-2-96 0,-2 1-32 0,-2-1 0 15,-2 2 0-15,-4-1-192 0,-1-1 176 16,-2 1-176-16,-2-1 160 0,-1 2-160 0,-9 6 0 16,9-7 0-16,0 1 0 0,-9 6 0 0,11-8 0 15,-4 1 0-15,-7 7 0 0,0 0 0 0,0 0 0 0,0 0 0 16,0 0 0-16,9 3-128 0,-9-3-64 0,0 0-16 15,0 0 0-15,5 15-144 0,-4-2-32 0,-1-13 0 0,-3 15 0 16,0 2-112 0,-3-2-16-16,-1 0-16 0,-4 0 0 15,-1 0 16-15,0-2 16 0,-1 2 0 0,-2-1 0 0,-2-2 272 0,2 0 48 0,3-3 16 0,2-3 0 16,1-3 160-16,9-3 0 0,0 0 0 0,0 0 0 0,0 0 320 0,0 0 32 0,0 0 16 16,9-6 0-16,3 0 0 0,1-3 0 15,2-3 0-15,2-2 0 16,1-1-112-16,1-1-32 0,1-4 0 0,1 2 0 15,0 0-224-15,0 0 0 0,-1-4 128 0,1 4-128 16,0 4 0-16,1-1 144 0,1-2-144 0,-1 4 128 16,1 4 48-16,1 3 0 0,0-2 0 0,-3 4 0 15,0 4 32-15,0 1 16 0,-1 2 0 0,-1 3 0 0,-1-3 16 0,-3 3 0 16,-15-6 0-16,0 0 0 0,0 0-96 0,0 0-16 16,0 0 0-16,0 0 0 0,0 0-128 0,-1 15 0 15,-8-1 0-15,-3-5 0 0,-2-4-160 0,-1-2-64 16,-1 3-16-16,1-2 0 15,1-1-176-15,-3 2-32 0,-2-1-16 0,-1 1 0 0,-1-1 144 0,2 1 48 0,-1 2 0 16,2-2 0-16,0-2 272 0,2-2-128 16,1-1 128-16,15 0 0 0,-12-3 0 0,3-1 272 15,9 4-16-15,0 0-16 0,-8-15 80 0,2-9 32 16,3-8 0-16,6-6 0 0,0-2-224 0,2 2-128 0,2 2 128 16,4 6-128-16,2 3 0 0,1 5 0 15,1 2 0-15,1 3-192 0,4 4 192 0,-2 1-192 16,0 1 192-16,1 4-192 0,1 1 192 0,-4 0 0 0,-2 1 0 15,-1 4 0-15,0 1 0 0,-13 0 0 0,0 0 0 16,0 0 128-16,0 0-128 0,0 0 0 0,0 0 0 0,3 15 0 16,-6-2 0-16,-3 2 0 0,-7 2 0 0,0 2-128 15,-2 1 128-15,-3 6-128 0,-2 1 128 0,1 9-128 16,-2 6 128-16,0 0 0 0,-2-5-144 0,1-2 144 16,-2-2 0-16,0-3 0 0,-5-6 0 0,-1-1 0 15,-3-1 0-15,-8-1 0 0,-8-4 0 0,-5-2 0 16,-2-2-240-16,2-1 80 0,1-1 16 0,5-5 0 15,6 3-144-15,2-3-32 0,3-2 0 0,1-1 0 16,-1-6-32-16,-5 2-16 0,-5-2 0 0,-10-2 0 16,-12-2-192-16,4-2-32 0,7-2-16 0,4-1 0 15,2-3 0-15,9 0 0 0,7-1 0 0,4-2 0 16,4 0 464-16,2 3 144 0,2 1 0 0,2 4 0 16,-4-4 0-16,2 2 304 0,0 2-48 0,0 2 0 0,-2-2 192 0,2 2 48 15,2 1 0-15,-1-6 0 0,-5-9 32 0,4 1 16 16,2 0 0-16,6 0 0 0,1-6-544 0,4 4 0 15,2 2 0-15,5-1 0 16,1-1-400-16,1 1-96 0,1-1-16 0,4 0 0 16,7 4-512-16,2-1-128 0,2 2 0 0,2 3-16 15,3 5-80-15,-1-1-16 0,-2 2 0 0,2 3 0 0,-1 2 944 0,-1 1 320 16,-4-2-192-16,2 2 192 0,1 5 528 0,-2-2 208 16,-1 0 32-16,-12 0 16 0,14 4 240 0,-2 1 32 0,-12-5 16 15,13 6 0-15,-13-6-432 0,14 9-64 16,-2 0-32-16,-3 0 0 0,-9-9-304 0,9 12-64 0,-9-12-16 0,7 12 0 15,-7-12-32-15,5 16 0 0,-2-1 0 0,-1 0 0 0,-4 2-128 16,1-3 0-16,-4-1-160 0,0 2 160 16,-2 3-368-16,-2-1 32 0,-5-4 0 0,2 4 0 15,-3 7 160-15,-1-5 48 0,-4-4 0 0,-1 3 0 16,-6 0 128-16,-1-3 128 0,-2-4-128 0,-2-1 176 16,-1 1 144-16,4-5 48 0,4-5 0 0,2-1 0 15,-1 0 64-15,5-3 16 0,1-6 0 0,3-1 0 16,1-4-32-16,1-4 0 0,1-6 0 0,1 0 0 15,-1 2-416-15,2-2 0 0,-1-2 128 0,2 1-128 16,1 1-128-16,2 2-64 0,0 0-16 0,2-1 0 16,1 1 32-16,1 2 16 0,2 4 0 0,0 2 0 0,2 1 160 0,1 2 192 15,1 2-32-15,2 0-16 0,-6 9 32 0,9-4 0 16,-9 4 0-16,13-6 0 16,-13 6-32-16,13-2 0 0,-13 2 0 0,17 2 0 0,-4-1-144 15,4 2 0-15,1 2 0 0,0 1 0 0,-3 0 0 0,3 0-192 16,0 1 32-16,1 1 16 0,-1 1 144 0,0 0-208 15,2 1 80-15,-4 1 128 0,-2-4-256 0,-2 2 80 0,-3 3 16 16,-1-1 0-16,-8-11-144 0,3 13-16 0,-6-2-16 16,-2-1 0-16,5-10 336 0,-9 15 0 15,-6-1 128-15,0 0-128 0,0-2 128 0,-3 1-128 16,-2 2 0-16,4-1 128 0,1-5-128 0,1-2 128 16,1-4-128-16,1 0 128 0,0-1 32 0,12-2 0 15,-11-9 0-15,1-2 0 0,10 11 48 0,-9-15 16 16,-2-1 0-16,1-1 0 0,4-1-224 0,-2 0 144 15,1 0-144-15,-1 1 128 0,1 2-128 0,1-1 0 0,0 1 0 0,3 1 0 16,3 14 128-16,-5-13 80 0,0-1 32 0,2 2 0 16,3 12 80-16,-1-12 32 0,1 12 0 0,0-12 0 15,0 12-192-15,0 0-32 0,4-13-128 0,3 2 192 16,-7 11-192-16,9-9 0 0,0-3 0 0,0 6 0 16,-9 6-224-16,15-4-96 0,1 2 0 0,-1 1-16 31,-4 2-368-31,1 4-64 0,-3 1 0 0,-2 3-16 15,-4-2 176-15,0 4 32 0,-3-1 16 0,0 2 0 16,-3 0 48-16,-1 2 16 0,-1 2 0 0,-2 1 0 0,-5-2 272 0,1 0 48 0,-1-3 16 0,2 0 0 16,1 1 160-16,1-2 0 0,1-10 160 0,7-1-160 0,0 0 256 0,0 0-32 15,-11 0-16-15,4-3 0 16,7 3-80-16,0 0-128 0,-9-15 176 0,1 0-176 16,2 0 0-16,1 0 0 0,2-1 0 0,0-1 0 15,0 4 0-15,3-2-192 0,0-2 192 0,0 4-192 0,2-4 480 16,-1 1 96-16,1 4 32 0,1-2 0 0,0-1 192 0,0 3 32 15,1 0 16-15,3 1 0 0,-3 1-32 0,4 1-16 16,1 3 0-16,0 0 0 0,0-5-304 0,4 4-64 16,4-2-16-16,5 3 0 0,4 0-224 0,5-3 0 15,5-3 0-15,5 1 0 0,4 4 0 0,-3-1 0 16,-7-2-128-16,-4 1 128 0,-1 0 0 0,-4 4-192 16,-2 1 192-16,-2 2-160 0,-1-1 160 0,1 3-160 15,-4 3 160-15,3 3-160 0,0-1-32 0,0 4-16 0,1 1 0 0,4 1 0 16,2 2 0-16,5-1 0 0,-1 0 0 0,6 0 0 15,4 0 208-15,1 0-192 16,1 0 192-16,-2-4-192 0,-6-1 0 0,-3-1 0 0,-1-3 0 16,-2-1 0-1,0-2-320-15,-3 0-48 0,-2-3-16 0,4 0 0 0,-1 1 160 0,2 1 32 0,1-2 0 0,3 1 0 0,5 1 384 16,5-1 0-16,-1-1 0 0,2 2 0 16,1 2 128-16,-6 4 16 0,-8-2 0 0,-4 0 0 0,-4-2 128 15,-1 2 32-15,-5-3 0 0,-2 2 0 16,-2-1-304-16,-1 4 160 0,1-1-160 0,-2 1 128 15,-2-2-128-15,1 3 0 0,-2 1 0 0,-1 3 0 16,-8-10-320-16,7 13 64 0,1 4 16 0,-4-1 0 16,-4-16-208-16,2 20-64 0,-1-1 0 15,-2-2 0-15,-2-2 512 0,0-2 0 0,-3 4-128 0,1-1 128 16,-1 1 0-16,0-2 256 0,0-3-48 0,0 0-16 16,1 1 128-16,5-13 0 0,-4 12 16 0,4-12 0 0,-3 14-160 0,3-14-48 15,0 0 0-15,0 0 0 16,0 0-512-16,0 0-96 0,0 0-32 0</inkml:trace>
          <inkml:trace contextRef="#ctx0" brushRef="#br0" timeOffset="121724.2034">18044 7953 23439 0,'0'0'1024'0,"0"0"240"0,0 0-1008 0,0 0-256 16,0 0 0-16,0 0 0 0,0 0 416 0,0 0 32 0,0 0 16 0,0 0 0 15,0 0 896-15,0 0 176 0,0 0 48 0,-19 7 0 16,0 2-560-16,-3 0-96 0,-2-3-32 0,-2 1 0 16,-2 0-448-16,-1 2-112 0,0 0-16 0,-1-3 0 15,3-2-16-15,-1 3-16 0,2 1 0 0,4 1 0 0,3 1-288 16,3 1 160-16,2 3-160 0,4-1 128 31,1 1-640-31,4 3-128 0,-2 1-16 0,7-5-14880 0</inkml:trace>
          <inkml:trace contextRef="#ctx0" brushRef="#br0" timeOffset="122256.5839">18712 7384 18431 0,'0'0'816'0,"0"0"160"0,0 0-784 0,0 0-192 0,0 0 0 16,9-7 0-16,3 0 1952 0,-12 7 352 16,16-2 64-16,-1 2 0 0,1 2-1808 0,-1 0-368 15,-1-1-192-15,0 1 192 0,0 0-192 0,1-2 128 16,2 0-128-16,1-2 128 0,-3 0-128 0,1 1 0 0,-1-3 0 0,1-3 128 16,-4 0-128-16,-12 7 0 0,12-8 144 0,-12 8-144 0,9-7 0 15,-9 7 128-15,6-14-128 0,-2 4 0 0,-4 10 384 0,-4-12 0 16,-1 0 0-1,-2 3 0-15,-1 0 368 0,-4 4 80 0,-4 3 0 0,-1-1 16 0,-2-2-272 0,0 1-48 16,0 4-16-16,0 2 0 0,-4-2-96 0,-1 4-32 16,-3 2 0-16,1 3 0 0,0 0 80 0,0 3 16 0,2 2 0 0,1-1 0 15,3-1-96-15,2 4-32 0,1 1 0 0,3 2 0 16,4 2-80-16,5 0-16 0,0-2 0 0,6 1 0 16,5 5-256-16,6 0 0 0,7 6 0 0,7-1 0 15,5-3 160-15,5 3-160 0,4-4 128 0,3-2-128 16,2-2 128-16,3-6-128 0,2-4 128 0,-2 2-128 31,-1-2-240-31,-1 0-128 0,-1 2-16 0,2-1-16 16,-2 3-2432-16,-2-4-496 0,14-5-80 0,-10 2-32 0</inkml:trace>
          <inkml:trace contextRef="#ctx0" brushRef="#br0" timeOffset="122508.6328">19579 7776 18143 0,'0'0'800'0,"0"0"160"0,0 0-768 0,0 0-192 16,7-16 0-16,-2 4 0 0,-5 2 2496 0,0 10 464 0,0 0 96 0,0 0 16 15,0 0-704-15,0 0-128 0,0 0-16 0,0 0-16 16,0 0-992-16,5 15-208 0,-5-15-48 0,10 19 0 15,2 2-640-15,2 0-128 0,0-4-16 0,2 2-16 16,-1 0-160-16,1 0 0 0,-1 5 0 0,1-2 0 31,-4-3-432-31,-2 6-112 0,-3 4-32 0</inkml:trace>
        </inkml:traceGroup>
      </inkml:traceGroup>
    </inkml:traceGroup>
    <inkml:traceGroup>
      <inkml:annotationXML>
        <emma:emma xmlns:emma="http://www.w3.org/2003/04/emma" version="1.0">
          <emma:interpretation id="{48A23C18-D5FE-43B8-BCF4-29FD31544F14}" emma:medium="tactile" emma:mode="ink">
            <msink:context xmlns:msink="http://schemas.microsoft.com/ink/2010/main" type="paragraph" rotatedBoundingBox="3382,15090 25811,14944 25818,16018 3389,1616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9F696BD-8320-40B1-8F4B-D68920F57743}" emma:medium="tactile" emma:mode="ink">
              <msink:context xmlns:msink="http://schemas.microsoft.com/ink/2010/main" type="line" rotatedBoundingBox="3382,15090 25811,14944 25818,16018 3389,16165"/>
            </emma:interpretation>
          </emma:emma>
        </inkml:annotationXML>
        <inkml:traceGroup>
          <inkml:annotationXML>
            <emma:emma xmlns:emma="http://www.w3.org/2003/04/emma" version="1.0">
              <emma:interpretation id="{6C4FEBA1-B806-4F10-BE79-8266CD972BC1}" emma:medium="tactile" emma:mode="ink">
                <msink:context xmlns:msink="http://schemas.microsoft.com/ink/2010/main" type="inkWord" rotatedBoundingBox="3382,15117 5699,15102 5704,15891 3387,15907"/>
              </emma:interpretation>
            </emma:emma>
          </inkml:annotationXML>
          <inkml:trace contextRef="#ctx0" brushRef="#br0" timeOffset="126772.4141">-6112 9168 6447 0,'0'0'576'0,"0"0"-576"15,-12-1 0-15,0 1 0 0,-2 0 960 0,0 0 96 16,0 0 16-16,-1 1 0 0,-2 1-656 0,1 2-128 0,0-1-32 0,1 1 0 0,-2-3 608 0,3 3 112 31,14-4 32-31,-12 5 0 0,0 0-80 0,12-5-16 0,0 0 0 0,0 0 0 16,0 0-224-16,0 0-48 0,0 0-16 0,0 0 0 0,0 0-240 0,0 0-32 31,17 10-16-31,2-3 0 0,0 0-32 0,5 0-16 0,4-2 0 16,-1 4 0-16,-1-2-96 0,0 0-32 15,2-2 0-15,-1 2 0 0,-3 0-160 0,1 0 0 0,-1-2 0 0,-3 3 128 16,-2 1-128-16,-2-2 0 0,-3 2 0 0,1-1 0 16,-15-8 0-16,14 17 0 0,-14-17 192 0,9 18-64 15,-9-18 256-15,3 19 64 0,-3-19 0 0,-5 20 0 16,-6-4 192-16,-1-2 32 0,-3-6 16 0,-4-1 0 0,-4 0-112 0,-2-2-32 0,-7 1 0 0,1-1 0 15,-1-2-288-15,-1 1-48 16,0-1-16-16,-3 1 0 0,-4-1-192 0,-1 2 144 16,-1-1-144-16,3 1 128 15,1 0-2304-15,3 0-448 0</inkml:trace>
          <inkml:trace contextRef="#ctx0" brushRef="#br0" timeOffset="126988.896">-5410 9332 24015 0,'0'0'1056'0,"0"0"224"0,0 0-1024 0,-10-5-256 15,10 5 0-15,0 0 0 0,-12-1 144 0,0-3-16 16,-2 2-128-16,2 1 192 0,12 1-192 0,0 0 0 15,-12 0 128-15,12 0-128 0,0 0-192 0,0 0-96 0,0 0-16 0,0 0 0 16</inkml:trace>
          <inkml:trace contextRef="#ctx0" brushRef="#br0" timeOffset="127603.1013">-6014 9177 1839 0,'0'0'160'0,"0"0"-160"0,0 0 0 0,0 0 0 15,0 0 2112-15,0 0 400 0,0 0 80 0,0 0 16 16,0 0-1232-16,-10 4-240 0,10-4-48 0,-12 3-16 0,-2-3-112 0,2 3 0 16,-2 3-16-16,0-1 0 15,-3-2-384-15,-2 2-80 0,-2 2-16 0,-1 0 0 16,0-2-256-16,-1 2-48 0,1 0-16 0,-1 0 0 0,-3 3-144 0,2 3 0 0,0-3 0 0,-2 4 0 15</inkml:trace>
          <inkml:trace contextRef="#ctx0" brushRef="#br0" timeOffset="128521.9701">-5957 9122 13295 0,'0'0'576'0,"0"0"144"0,0 0-576 0,0 0-144 16,0 0 0-16,0 0 0 16,0 0 432-16,0 0 48 0,0 0 16 0,0 0 0 0,0 0-112 0,0 0 0 15,0 0-16-15,0 0 0 0,0 0 144 0,0 0 16 0,0 0 16 0,0 0 0 16,0 0-80-16,0 0-16 0,0 0 0 0,-12-2 0 15,0 2 32-15,12 0 0 16,0 0 0-16,-14 5 0 0,-1 0-144 0,1 1-16 16,2-3-16-16,0 1 0 0,-2-1-176 0,0 2-128 15,-3-1 192-15,0 1-192 0,-1-2 304 0,1 1-48 16,-2 1-16-16,0 0 0 0,0 0 96 0,0 0 32 16,-2 1 0-16,2-3 0 0,0 1-48 0,4 1 0 15,-1 0 0-15,3 2 0 0,1 0 16 0,12-7 0 16,-13 7 0-16,13-7 0 0,-12 8-160 0,2-1-48 0,10-7 0 0,-12 9 0 0,2-1-128 0,10-8 0 15,-9 12 144-15,9-12-144 0,0 0 0 0,0 0 0 16,-2 18 0-16,2-18 0 0,0 0 0 0,11 20 0 16,-1-1 0-16,5-3-8352 31,4-1-1696-31</inkml:trace>
          <inkml:trace contextRef="#ctx0" brushRef="#br0" timeOffset="130516.7383">-6033 9125 2751 0,'0'0'256'0,"0"0"-256"15,0 0 0-15,5-14 0 0,-1 2 3376 0,-4 12 624 16,5-13 128-16,-1 1 32 0,-1-1-2112 0,-3 1-432 0,-2-1-80 0,2 13 0 15,0 0 0-15,0 0 0 16,-5-7 0-16,5 7 0 0,0 0-448 0,0 0-64 0,0 0-32 0,0 0 0 16,0 0-720-16,-12 8-144 0,2-1-128 0,-1 2 192 15,-1-2-192-15,0 0 0 0,-2 0 144 0,1-1-144 16,-1 1 240-16,0 0-32 0,-2-2 0 0,1 2 0 16,-2 2-208-16,-4 0 0 0,-2-3 0 0,-1 1 0 15,-2 2 0-15,2 0 0 0,0-2 0 0,2 1 0 16,1 1 144-16,2-1-16 0,2 1 0 0,3 1 0 15,2-1-128-15,3 0 0 0,2-1 0 0,7-8 0 16,0 0 0-16,2 16 0 0,-2-16 0 0,10 15 0 0,1-3 256 0,2 2-48 16,5-5 0-16,1 1 0 0,3-1 48 0,6 0 16 15,1-1 0-15,0-1 0 16,-1 2-96-16,-4-2-32 0,-1-1 0 0,-1 0 0 0,-1-1-144 16,0 2 0-16,-1 0 0 0,-2-2 0 0,-5 2 0 15,-13-7 0-15,16 10 0 0,-2-1 0 0,-14-9 0 0,15 8 0 0,-1-1 160 16,0 2-160-16,-14-9 336 15,15 10-32-15,1-1-16 0,-1-2 0 0,-1 0-96 0,0 0-32 16,-14-7 0-16,16 8 0 0,-3 3-32 0,-13-11-128 16,11 10 192-16,-11-10-64 0,7 14-128 0,-7-14 128 15,0 0-128-15,-4 14 128 0,-3-2-128 0,-3-2 0 0,-4-3 0 0,-3 1 0 16,-4 1 128-16,-3-2-128 0,-2-2 0 0,-3 0 128 16,-2 1-128-16,-2-3 0 0,-2 2 0 0,1-3 0 15,-2-2 192-15,-2 0-64 0,-2-2 0 0,0 2 0 16,-1 2-128-16,-1 1 0 0,-1 1 0 0,0 4 0 15,0 5 0-15,0 0 0 0,-4 5-192 0,2 1 192 0,2 0-384 0,0 1 64 16,0 3 0-16,3-3 0 16,4-1-1984-16,7-5-400 15,1-2-80-15,28-12-16 0</inkml:trace>
          <inkml:trace contextRef="#ctx0" brushRef="#br0" timeOffset="129496.4624">-5177 9244 11055 0,'0'0'976'0,"-12"4"-784"0,12-4-192 0,0 0 0 15,0 0 2432-15,0 0 448 0,0 0 96 0,0 0 16 16,0 0-1168-16,0 0-224 0,0 0-64 0,0 0 0 16,19 5 400-16,0 2 80 0,-1 0 16 0,1 0 0 0,1-2-704 0,1 5-144 15,-2 1-32-15,2 1 0 16,-2-2-752-16,0 4-144 0,-4-2-48 0,-1 2 0 15,-14-14-208-15,14 17 0 0,-2 2 0 0,-4-2 0 32,-8-17-1648-32,6 26-320 0,-1 2-64 0,0-2-13472 0</inkml:trace>
          <inkml:trace contextRef="#ctx0" brushRef="#br0" timeOffset="129300.4553">-5265 9244 25791 0,'0'0'1152'0,"0"0"224"0,-10-12-1104 0,1 2-272 0,2 1 0 0,7 9 0 15,0 0 928-15,0 0 128 16,0 0 32-16,0 0 0 0,0 0-304 0,0 0-48 0,0 0-16 0,0 0 0 15,7-8-272-15,4 1-48 0,3 2-16 0,1-2 0 0,2 0-224 16,6 0-160-16,4 0 192 0,3 0-192 0,1-2 160 0,2 4-160 16,1 2 128-16,1 1-128 15,-3 2-128-15,1 4-128 16,-2 1 0-16,-3 0-16 16,-4 0-1856-16,-3-1-368 0,-4-3-80 0,-3 1-9632 0</inkml:trace>
          <inkml:trace contextRef="#ctx0" brushRef="#br0" timeOffset="129677.7367">-4611 9441 17503 0,'-8'-7'1552'0,"-1"-1"-1232"16,1-4-320-16,2 3 0 0,6 9 3504 0,0 0 640 15,0 0 128-15,4-12 16 0,-4 12-3216 0,0 0-656 16,3-11-128-16,-3 11-32 0,0 0-256 0,0 0-192 16,0 0 16-16,14 0-9776 0,-14 0-1952 15</inkml:trace>
        </inkml:traceGroup>
        <inkml:traceGroup>
          <inkml:annotationXML>
            <emma:emma xmlns:emma="http://www.w3.org/2003/04/emma" version="1.0">
              <emma:interpretation id="{F52F69A8-EAE5-47B2-AC3B-EC6A18F4773F}" emma:medium="tactile" emma:mode="ink">
                <msink:context xmlns:msink="http://schemas.microsoft.com/ink/2010/main" type="inkWord" rotatedBoundingBox="7936,15516 11456,15493 11460,16112 7940,16135"/>
              </emma:interpretation>
            </emma:emma>
          </inkml:annotationXML>
          <inkml:trace contextRef="#ctx0" brushRef="#br0" timeOffset="133529.2923">-1865 9588 15087 0,'0'0'656'0,"-12"-5"160"0,0-1-656 0,2 1-160 15,10 5 0-15,-14-7 0 0,-1 1 304 0,-1 0 16 16,-1 1 16-16,0 2 0 0,-2-1 448 0,0 1 96 16,-2-1 16-16,2 1 0 0,-2-1-64 0,2 3 0 0,0-1 0 0,0 0 0 15,-1 1-304-15,1 1-64 0,0 0-16 0,1 1 0 0,1 3-48 16,1 1-16-16,1 0 0 0,-1 2 0 0,1 0 160 0,1 2 32 15,2 1 0-15,2 4 0 0,-1 1-208 0,3 2-48 16,1 2 0-16,0 4 0 16,2-1-320-16,-1 1 144 0,3-1-144 0,1-1 0 15,2-4 144-15,4 0-144 0,3-3 0 0,0 2 144 0,1-2 16 0,3-2 0 16,2-5 0-16,3-1 0 0,1 3 32 16,4-2 0-16,1-4 0 0,4 1 0 0,0-1-64 0,3 1 0 15,1-4 0-15,1 0 0 0,0-2-128 0,2 4 0 16,-1-4-192-16,1-1 192 15,0 1-640-15,-4-5-16 0,-3-2 0 16,-2 1 0-16,-6-4 160 0,-1-2 48 0,-3 0 0 16,-6-1 0-16,-4-1 448 0,-4 0 0 0,-2-1 0 0,-3 2 0 0,-4-1 304 0,1 2 144 0,-3 1 48 0,1 2 0 15,-2 1 272-15,0 1 48 16,0-1 16-16,1 3 0 0,3 2-128 16,1 0 0-16,7 5-16 0,0 0 0 0,0 0-128 0,0 0-32 0,0 0 0 15,0 0 0-15,0 0-160 0,0 0-48 0,0 0 0 0,14 10 0 16,-2 4 32-16,3 0 0 15,4-1 0-15,2 5 0 0,0-1-64 0,1 0-16 16,1-1 0-16,-1-1 0 0,0-1-272 0,1 0 0 16,-1-2 0-16,-1 0 0 0,-4-2 0 0,2 2-320 0,2 2 32 0,-2 2 16 15,0 1-1904-15,0-1-384 16,-2-6-80-16</inkml:trace>
          <inkml:trace contextRef="#ctx0" brushRef="#br0" timeOffset="133743.7918">-1364 9823 25631 0,'0'0'1136'0,"-7"-13"224"0,0 1-1088 0,4 6-272 0,3 6 0 0,0 0 0 0,0 0 688 0,0 0 80 16,0 0 0-16,0 0 16 0,0 0 48 0,0 0 16 16,0 0 0-16,0 0 0 15,14 15-32-15,-2-3-16 0,0 0 0 0,0 2 0 0,2-2-496 0,-1 0-112 0,-1-1 0 0,2-1-16 16,0 0-176-16,-2-1 0 15,-1 1 0-15,-1 2 0 16,0 2-1408-16,1-4-256 0,-11-10-48 0,13 7-12096 0</inkml:trace>
          <inkml:trace contextRef="#ctx0" brushRef="#br0" timeOffset="133941.1213">-1031 9843 5519 0,'0'0'496'0,"0"0"-496"16,0 0 0-16,0 0 0 0,0 0 4096 0,0 0 736 16,0 0 144-16,0 0 16 0,0 0-3072 0,0 0-608 15,0 0-128-15,0 0-32 0,0 0-64 0,0 0-32 16,9 21 0-16,1-5 0 0,-10-16-672 0,14 17-128 0,0-2-16 0,0 1-16 16,-1-4-224-16,3 2-128 0,1-2 128 0,0-2-9600 15,1-5-1808-15</inkml:trace>
          <inkml:trace contextRef="#ctx0" brushRef="#br0" timeOffset="134540.585">-848 9540 20895 0,'0'0'928'0,"0"0"192"0,0 0-896 0,0 0-224 0,0 0 0 0,0 0 0 0,0 0 544 0,0 0 64 16,0 0 16-16,0 0 0 0,0 0 304 0,7 12 64 0,0 0 16 15,1 1 0-15,3 3-240 0,1 1-32 16,2 1-16-16,0 1 0 0,1 1-496 0,1-1-96 0,-1-2-128 0,1-1 176 16,-1 0-176-16,2-1 0 0,-1-5 0 0,0 1 128 31,-3-3-128-31,3 1 160 0,-2-4-160 0,0-1 160 15,-1-1-160-15,1 1 0 0,0-4-160 0,0-2 160 0,-2 2-368 16,0-4 32-16,0-2 0 0,4-5 0 16,-3-4-208-16,-2-1-32 0,-3 1-16 0,-1-1 0 15,-2 0 80-15,-1 1 0 0,-4-1 16 16,-2 4 0-16,2 12 368 0,-3-10 128 0,-1 1 0 0,4 9-144 0,-8-7 672 0,8 7 144 16,-7-3 32-16,7 3 0 0,0 0-16 0,0 0 0 0,0 0 0 0,0 0 0 15,10 12-480-15,4-3-80 0,0 1-128 0,1-1 176 16,2-1-176-16,1 1 128 0,-1-2-128 0,2 0 128 15,-2-2-128-15,2 0 0 0,-2-1 0 16,1 1 0-16,-1 0 0 0,-1-2 128 16,-1-3-128-16,-1 0 0 0,0 0 0 0,-14 0 0 0,13-3 0 15,-13 3 0-15,0 0 0 0,14-5 0 0,-14 5 0 0,9-11 0 16,-6-1 0-16,-1-1-176 16,-2-3 176-16,-2 2-128 0,-1-1-48 0,-2-3 0 15,0 1 0-15,-2 0 0 0,-2-2 32 0,2 0 0 16,0-2 0-16,0 0 0 0,2 1-160 0,0 2-16 0,0 5-16 0,1-1 0 31,3 0-576-31,-1 4-112 0,2 10-32 0,0 0 0 0,0 0-928 0,0 0-176 0</inkml:trace>
          <inkml:trace contextRef="#ctx0" brushRef="#br0" timeOffset="134735.9733">189 9612 11967 0,'0'0'528'0,"0"0"112"0,0 0-512 0,0 0-128 0,0 0 0 16,0 0 0-16,0 0 3792 0,0 0 736 16,12 14 144-16,1 1 16 0,-1 3-2912 0,0 2-592 0,-2 1-112 0,2 1-32 15,-2 3-432-15,3-5-96 0,-1 1 0 0,1 0-16 16,1-1-352-16,0-1-144 0,0 0 128 0,1 0-128 31,3 0-1376-31,-3-1-352 0,-1-3-80 0,2-4-11776 0</inkml:trace>
          <inkml:trace contextRef="#ctx0" brushRef="#br0" timeOffset="138428.0283">441 9755 12255 0,'0'0'544'0,"0"0"112"0,0 0-528 0,0 0-128 0,0 0 0 0,0 0 0 0,-12 0 976 0,12 0 176 16,-12 7 16-16,12-7 16 15,-10 7-672-15,10-7-144 0,0 0-32 0,0 0 0 16,0 0 272-16,0 0 48 0,0 0 16 0,0 0 0 15,0 0 432-15,0 0 96 0,10-7 16 0,4 2 0 0,2-2-336 0,3 0-64 0,1-3-16 0,6-1 0 16,5 1-208-16,4 1-32 0,1 1-16 0,5-2 0 16,1 3-176-16,1 0-48 15,2 0 0-15,0 0 0 0,1 2-64 0,-3 1-32 0,-3 3 0 0,-2-3 0 16,0 4-224-16,-5 4 0 0,-6 1 128 0,-2-2-14080 16</inkml:trace>
          <inkml:trace contextRef="#ctx0" brushRef="#br0" timeOffset="137732.3522">597 9434 13823 0,'0'0'1216'16,"0"0"-960"-16,0 0-256 0,0 0 0 16,0 0 2512-16,0 0 464 0,0 0 96 0,0 0 0 0,0 0-1920 0,0 0-384 0,0 0-64 0,0 0-32 15,0 0 560-15,0 0 112 16,-7 17 32-16,3 2 0 0,3 2-256 0,4 3-48 16,4 6-16-16,2 2 0 0,-1 3-224 0,6 3-64 15,3 5 0-15,7-3 0 0,2-4-384 0,4 0-64 0,1 4-32 0,5-5 0 16,5-8-288-16,3-1 160 15,-1-5-160-15,0-1 128 16,2-1-1552-16,-2 0-320 0,-3-1-64 0</inkml:trace>
          <inkml:trace contextRef="#ctx0" brushRef="#br0" timeOffset="135064.85">714 9667 20671 0,'0'0'912'0,"0"0"192"0,5-10-880 0,-5 10-224 0,11-9 0 0,1 2 0 16,0 0 864-16,0 2 128 0,0-2 32 0,2 2 0 0,1 0-592 0,1 2-112 15,-1-1-32-15,4 2 0 0,2 1-288 0,1-1 0 16,3-2 128-16,-1 3-128 0,0-1 0 0,-2-3 0 15,1 0 0-15,-1-1 0 0,-1 1-176 0,-2 0 16 0,-2 0 0 0,-1 0 0 16,-4-2 160-16,-2 2 0 16,-10 5 0-16,0 0 0 0,9-9-320 0,-9 9 0 15,0 0 16-15,0 0 0 0</inkml:trace>
        </inkml:traceGroup>
        <inkml:traceGroup>
          <inkml:annotationXML>
            <emma:emma xmlns:emma="http://www.w3.org/2003/04/emma" version="1.0">
              <emma:interpretation id="{D11545E8-A0D7-42B8-A9C8-9E17BBC8921D}" emma:medium="tactile" emma:mode="ink">
                <msink:context xmlns:msink="http://schemas.microsoft.com/ink/2010/main" type="inkWord" rotatedBoundingBox="11774,15355 15929,15328 15933,15960 11778,15987"/>
              </emma:interpretation>
            </emma:emma>
          </inkml:annotationXML>
          <inkml:trace contextRef="#ctx0" brushRef="#br0" timeOffset="139724.0212">2407 9571 6447 0,'0'0'576'0,"0"0"-576"0,0 0 0 0,0 0 0 0,0 0 3232 0,0 0 544 0,0 0 96 0,0 0 32 15,12-6-1728-15,-12 6-352 0,14-5-64 0,-14 5-16 16,0 0-464-16,14 2-112 0,-14-2-16 0,15 3 0 0,-15-3-144 0,14 6-48 16,-14-6 0-16,0 0 0 0,14 6-480 0,-14-6-96 0,0 0-32 0,10 13 0 15,-10-13-128-15,0 0-32 0,0 0 0 0,0 17 0 16,-3-3-64-16,-2-2 0 15,-2 0-128-15,-2 0 192 0,-1 0-192 0,-2 0 144 16,0-2-144-16,0 4 128 0,0 0-128 0,1 2 160 0,1-6-160 0,3 2 160 16,0-2 176-16,2 1 48 0,5-11 0 0,0 0 0 15,3 12-384-15,-3-12 144 0,0 0-144 0,19 5 0 16,0-2 192-16,5-1-64 0,6-2 0 0,1 0-128 16,2-3 128-16,-1-2-128 0,1-2 0 0,3 3 0 31,2 2-976-31,0 2-304 0,-1 6-64 0,-3-3-9504 0,-1-1-1888 0</inkml:trace>
          <inkml:trace contextRef="#ctx0" brushRef="#br0" timeOffset="139925.8877">2915 9555 19343 0,'0'0'848'0,"0"0"192"0,13 0-832 0,5 4-208 0,1-1 0 0,1 2 0 15,5 0 2352-15,-1 2 416 0,0 2 96 0,2-1 16 0,0 3-736 0,-2 1-144 16,0 2-16-16,0 3-16 16,-1 0-1072-16,-3 2-192 0,-1-2-64 0,-1 2 0 15,-5 0-400-15,1-1-96 0,-3-4-16 0,-1-1 0 0,-3-1-128 0,0 2-176 16,-2 0 48-16,0 2 0 16,-2 3-2176-16,3-4-416 0,-3 1-96 0</inkml:trace>
          <inkml:trace contextRef="#ctx0" brushRef="#br0" timeOffset="140548.0982">3515 9358 24063 0,'0'0'1072'0,"0"0"208"0,0 0-1024 0,0 0-256 0,0 0 0 0,0 0 0 16,0 0 1024-16,11 12 160 0,-11-12 32 0,10 18 0 15,-1-3-16-15,-1 1 0 0,-8-16 0 0,9 19 0 16,0-2-464-16,-1 2-96 0,1 0 0 0,-1-2-16 15,-1-1-384-15,0-1-80 0,2-3-16 0,-9-12 0 16,8 14-144-16,3-4 0 0,-1-1 0 0,-10-9 0 16,14 5 128-16,-14-5-128 0,14 0 0 0,0-1 128 15,-14 1-128-15,17-6 0 0,-2-1 0 0,-1 1 0 16,-2-1-288-16,-1 0 16 0,-1-5 0 0,0 1 0 16,1 1-144-16,-3 0-32 0,1-1 0 0,-9 11 0 15,3-12-112-15,-3 12-16 0,2-14-16 0,-2 4 0 16,0 10 368-16,0 0 80 0,-3-10 16 0,3 10 0 0,0 0 128 0,0 0 128 15,0 0-128-15,0 0 176 0,0 0-48 0,0 0 0 16,0 0 0-16,0 0 0 0,8 13-128 0,3 0 128 0,-1-1-128 0,4-2 128 0,0-1 48 0,1-1 0 16,2-1 0-16,1-2 0 0,-1 1-176 0,-2-3 0 15,1-1 144-15,0-1-144 0,-3 1 0 0,1-2 144 32,0 0-144-32,0-2 0 0,-14 2 128 0,15-3-128 0,-3-2 0 0,-12 5 0 15,11-11 128-15,-3 1-128 0,-1 0 0 0,0-1 0 16,-2 1 0-16,1 0 128 15,-3-2-128-15,-3 12 0 0,0 0 128 0,0-14-128 0,-2 0 0 0,1 4 0 16,-3-2 128-16,1-1-128 0,-3 0 0 0,1-1 0 0,0 2 0 0,-2-2 0 16,7 14-176-16,-8-17 176 15,-1 3-576-15,0 0 0 0,9 14 0 16,-8-14 0-16,8 14-528 0,-9-15-112 0,9 15-32 16,0 0-7072-16,-14-4-1408 0</inkml:trace>
          <inkml:trace contextRef="#ctx0" brushRef="#br0" timeOffset="140932.596">4373 9484 17503 0,'0'0'1552'0,"9"-8"-1232"0,1 1-320 0,-1 2 0 16,-1-1 1872-16,3 1 320 0,2 2 64 0,0 1 16 15,-3 0-880-15,0 2-176 0,1-1-48 0,-11 1 0 16,10-2 176-16,-10 2 16 0,10-2 16 0,1 6 0 0,-11-4-752 16,8 6-160-16,-8-6-16 0,9 11-16 15,-4-1-240-15,-1 1-64 0,-3-1 0 0,-1 0 0 16,-1 1-128-16,-3-1 0 0,-1 0 144 0,-2 1-144 0,-2-3 0 0,1 1 144 16,-3 0-144-16,-1-1 0 0,0 1 224 0,0-2-64 15,0-2-16-15,-3 2 0 0,1 0 112 0,2-2 32 16,0 2 0-16,12-7 0 0,-11 7-48 0,11-7-16 0,0 0 0 0,0 0 0 15,0 0-224-15,0 0 176 0,0 0-176 0,11 10 160 16,1-3-160-16,7-2 0 16,7 0 144-16,3-1-144 0,5 1 0 0,4-2 0 0,4-1 0 0,1 0 128 15,0-2-128-15,0 0 0 16,0-2 0-16,-1 2 0 16,-2 4-416-16,-2-1-96 0,-1 1-32 0,-2-3-11008 0,-2-2-2208 0</inkml:trace>
          <inkml:trace contextRef="#ctx0" brushRef="#br0" timeOffset="139401.2524">1984 9526 16287 0,'0'0'720'0,"0"0"160"0,-5-12-704 0,0 1-176 0,2-1 0 0,-3 2 0 16,1-1 1344-16,-2 3 256 0,0-1 32 0,7 9 16 15,-10-8-48-15,0 1 0 0,-2 0 0 0,0 2 0 16,-1-1-576-16,1 3-128 0,0 0-32 0,-2 3 0 0,-1 1-608 0,-4 3-112 0,-4-1-16 0,-1 2-128 31,-2 1 0-31,-1-1 0 0,-3-4 0 0,-1 5 0 0,0 0 0 0,2 3 0 0,1 1 0 0,4 3 0 16,2 0 128-16,3 1-128 15,3 0 192-15,4 0-192 16,4-2 208-16,8-12-64 0,-4 14-16 0,6-1 0 0,3 1-128 0,5-2 0 0,4-3 144 0,5 0-144 0,2-1 192 31,6-1-16-31,3-2-16 0,1 1 0 0,0-1-160 0,0-4 192 16,-2-2-192-16,1 1 192 0,-3-2-192 0,1-1 0 15,-2-3 0-15,-4 1 0 0,-1-2 0 0,-2 0 0 0,-2-1-192 0,-1 1 192 0,-2-2-128 0,-2 1 128 16,0-1 0-16,-2 0 0 0,-10 9 0 0,7-12 0 16,-2 0 0-16,-1 2 0 0,-4 1 304 0,0 1 80 15,-2-3 0-15,2 11 16 16,-4-8 304-16,4 8 64 16,-6-9 16-16,6 9 0 0,0 0-288 0,0 0-64 15,0 0-16-15,0 0 0 0,0 0-288 0,0 0-128 0,0 0 128 0,0 0-128 16,0 0 0-16,15 10 0 0,1-1 0 0,-3 1 0 0,1 1 0 0,0-1 0 15,3-1 0-15,2-1 0 32,2 6-400-32,0 0-64 0,1 0-16 0,1 1 0 15,-1 2-736-15,2 1-128 0,0-4-48 0,2-2 0 16,0-2-1536-16,0-1-304 0,-4-1-64 0</inkml:trace>
          <inkml:trace contextRef="#ctx0" brushRef="#br0" timeOffset="141374.0385">5015 9422 5519 0,'0'0'496'0,"0"0"-496"0,0 0 0 0,0 0 0 16,0 0 4992-16,0 0 912 0,12-12 176 0,4 3 48 0,1 1-4000 0,5-1-784 16,4 1-176-16,5 1-16 0,2 1-400 0,3 1-80 15,4 0-16-15,0 0 0 0,1 0-416 0,-1 0-96 16,-2 3-16-16,-2-2 0 0,-1 1-128 0,-3 1 0 15,-2 1 0-15,-4 1 0 0,-6 1 0 0,-2 1 288 0,-5 0-48 16,-13-2-10560 0,0 0-2112-16</inkml:trace>
          <inkml:trace contextRef="#ctx0" brushRef="#br0" timeOffset="141569.0559">5260 9251 16575 0,'0'0'1472'0,"0"0"-1168"0,-12-3-304 0,12 3 0 15,0 0 2048-15,0 0 336 0,0 0 80 0,0 0 16 16,0 0-864-16,0 0-160 0,0 0-48 0,0 0 0 16,10 10-64-16,1 1 0 0,-11-11-16 0,17 17 0 15,4 2-256-15,0-4-48 0,-1 1-16 0,-1-1 0 16,-2 3-624-16,1-1-112 16,-3-2-16-16,-1 3-16 0,-4-6-240 0,1 5 0 0,-3 2 0 0,-1 5-11792 31,-3 0-2368-31</inkml:trace>
        </inkml:traceGroup>
        <inkml:traceGroup>
          <inkml:annotationXML>
            <emma:emma xmlns:emma="http://www.w3.org/2003/04/emma" version="1.0">
              <emma:interpretation id="{314EA4E3-51B6-4AC2-9E74-EDF43127071A}" emma:medium="tactile" emma:mode="ink">
                <msink:context xmlns:msink="http://schemas.microsoft.com/ink/2010/main" type="inkWord" rotatedBoundingBox="16577,15410 17787,15402 17788,15477 16578,15485"/>
              </emma:interpretation>
            </emma:emma>
          </inkml:annotationXML>
          <inkml:trace contextRef="#ctx0" brushRef="#br0" timeOffset="142258.8516">6912 9360 29535 0,'0'0'1312'0,"0"0"272"0,0 0-1264 0,7-7-320 16,-7 7 0-16,10-5 0 0,1 0 720 0,1 0 96 15,1-1 16-15,1 3 0 0,2 1-368 0,-1 1-64 0,-1 1-16 0,3 0 0 0,1 0-384 0,1 3-144 32,1 2 0-32,1 0-9824 15,0-1-1952-15</inkml:trace>
          <inkml:trace contextRef="#ctx0" brushRef="#br0" timeOffset="142407.054">7354 9395 15663 0,'0'0'688'0,"0"0"144"0,0 0-656 0,0 0-176 16,0 0 0-16,0 0 0 0,0 0 2064 0,0 0 384 0,0 0 80 0,0 0 16 16,0 0-1728-16,7-9-352 0,7 2-64 0,1 4-16 15,2 1-384-15,4 2 0 0,0 2 0 0,5-2 0 0</inkml:trace>
          <inkml:trace contextRef="#ctx0" brushRef="#br0" timeOffset="142096.0047">6282 9369 17503 0,'-9'-7'1552'0,"9"7"-1232"0,-8-9-320 0,8 9 0 16,0 0 3328-16,0 0 624 0,0 0 112 0,0 0 32 0,7-9-2880 0,3 4-576 16,-10 5-128-16,19-3 0 0,2-2-336 0,-1 3-176 0,1 0 192 0,2 4-192 46,1 0-320-46,0 1-192 0,0 2-16 0,2 0-9328 0,0 1-1872 0</inkml:trace>
        </inkml:traceGroup>
        <inkml:traceGroup>
          <inkml:annotationXML>
            <emma:emma xmlns:emma="http://www.w3.org/2003/04/emma" version="1.0">
              <emma:interpretation id="{CE4B99DC-87B2-49DF-B9C4-4FA9F17C4A04}" emma:medium="tactile" emma:mode="ink">
                <msink:context xmlns:msink="http://schemas.microsoft.com/ink/2010/main" type="inkWord" rotatedBoundingBox="18581,15236 22486,15211 22489,15719 18584,15744"/>
              </emma:interpretation>
            </emma:emma>
          </inkml:annotationXML>
          <inkml:trace contextRef="#ctx0" brushRef="#br0" timeOffset="145015.2945">9106 9400 12895 0,'0'0'1152'0,"0"0"-928"16,-9-7-224-16,9 7 0 16,-10-4 3008-16,10 4 544 0,0 0 112 0,0 0 32 0,0 0-1520 0,0 0-320 15,0 0-48-15,0 0-16 0,0 0-656 0,0 0-144 0,13-1-32 0,5 1 0 16,1 1-640-16,-2 5-144 16,0-1-32-16,0 2 0 0,2 0 0 0,-1-1 0 15,-3 5 0-15,-1-3 0 0,-2-1-144 0,-12-7 128 16,14 9-128-16,-14-9 128 0,0 0-128 0,9 14 160 15,-9-14-160-15,0 0 160 0,0 0-160 0,0 0 0 0,0 0 0 0,-4 15-176 16,4-15 176-16,0 0 0 0,0 0 160 0,-12 7-160 16,12-7 0-16,0 0 0 15,-14-2 0-15,14 2 0 0,-12-3 0 0,12 3 0 16,-8-9 0-16,8 9 0 0,-4-12 128 0,4 12-128 16,0 0 0-16,0-12 144 0,4 2-144 0,-4 10 0 15,5-14-160-15,0 4 160 0,-5 10-240 0,9-12 48 0,1 3 16 0,-10 9 0 16,12-5 176-16,-12 5-192 0,14-4 192 0,0 3-192 15,-14 1 192-15,17 3 0 0,0 1 0 0,-1 1 0 16,-4 2 0-16,-2 0 0 0,-10-7 0 0,16 10 0 16,-3-3 0-16,1 0 0 0,0 0 0 0,-2-1 0 0,-12-6 0 0,14 9 0 15,-4 1 0-15,-10-10 128 0,11 13-128 0,-11-13 0 16,12 10 0-16,-12-10 0 0,14 9 0 0,-14-9 144 16,13 3-144-16,-13-3 0 0,0 0 144 0,14-3-144 15,-14 3 0-15,9-7 144 16,-9 7-144-16,7-11 0 0,-2 1 144 0,0 1-144 0,0-1 0 0,-5 10 0 15,0 0 0-15,0 0 128 0,2-16-128 0,-2 4 0 0,0 12 0 16,0 0 0 0,3-13 0-16,-3 13 0 0,2-14 0 0,-2 14 0 15,9-11 0-15,-9 11 0 0,0 0 0 0,15-5 0 0,3 2 0 0,1 1 128 0,-1 4-128 16,1-1 0-16,2 1 240 0,0 2-32 0,1-1 0 0,1 1 0 16,-3 1-64-16,6 0-16 0,2 2 0 0,0 0 0 15,-4 1-128-15,0-1 0 0,-2 0 0 0,1-2 0 16,-2 2 0-16,-2 2 0 15,-2 1 0-15,-3 1 0 16,-2 1-368-16,-2 1-96 0,-3 0-32 0,0-1 0 0,-2 0-848 0,0-2-160 0,0 0-32 16,-5-10-16-16,4 12-2352 0,1-1-448 0</inkml:trace>
          <inkml:trace contextRef="#ctx0" brushRef="#br0" timeOffset="145214.3681">10253 9491 3679 0,'0'0'320'0,"0"0"-320"0,0 0 0 0,-3-12 0 16,-1 2 4496-16,4 10 832 0,-5-12 176 0,5 12 16 0,0 0-2752 0,0 0-544 16,0 0-112-16,0 0-32 15,0 0-544-15,0 0-96 0,0 0-32 0,0 0 0 16,0 0-832-16,0 0-160 0,16 5-32 0,-2 2-16 0,-14-7-224 0,17 14-144 16,0-1 192-16,0 1-192 15,-1-2 128-15,-2 2-128 0,0-2 0 0,-2 5 0 31,-4 2-1376-31,1 2-384 0,0 0-80 0,-9 1-16 0</inkml:trace>
          <inkml:trace contextRef="#ctx0" brushRef="#br0" timeOffset="142983.2143">8814 9324 20383 0,'0'0'896'0,"0"0"192"0,0 0-864 0,12-5-224 16,0-2 0-16,-12 7 0 0,0 0 1184 0,4-12 192 0,-6-2 32 0,2 14 16 15,-5-14-80-15,-2 2 0 0,-2 0-16 0,-3 3 0 16,-2 1-304-16,-3-1-64 0,-2 0-16 0,0 2 0 16,0 1-368-16,-2 0-80 15,-1 1-16-15,-2 0 0 0,-2-2-96 0,0 4 0 0,-2 1-16 16,1 2 0-16,-1 2-32 0,2 1 0 15,2 2 0-15,0 2 0 0,-2 0-64 0,2 2-16 16,0 1 0-16,1 0 0 0,3-1-256 0,2 0 128 0,3-1-128 0,3 3 0 16,1-3 0-16,11-8 0 0,0 0 0 0,0 0 0 0,-1 16 0 0,1-16 0 15,6 17 0-15,5-3 0 0,-11-14 0 0,15 10-192 16,1-5 16-16,1 2 16 0,0 0 0 0,1-2 0 16,-3-1 0-16,2-1 0 15,2-3 160-15,-1 0-192 0,-4 0 192 0,1 0-192 16,2 0 192-16,-1 0-160 0,-2 0 160 0,1-1-160 0,2-1 160 0,-1-2-128 15,-1 1 128-15,1-1-128 16,0-1 128-16,1 2 0 0,-2-1 128 0,1 1-128 0,-2 1 0 16,1 1 0-16,2-1 0 0,-1 2 0 0,-2-2 192 0,-14 2-48 15,17-2 0-15,-3 1 0 0,-14 1 176 0,0 0 48 16,14-2 0-16,-14 2 0 16,0 0 0-16,0 0 0 0,14 2 0 0,-14-2 0 0,0 0-192 0,13 5-48 15,-13-5 0-15,16 7 0 16,-4 1-128-16,0 1 0 0,-2 1 0 0,1 1 0 15,1-4-320-15,2 1 16 0,1-1 0 0,2 2 0 16,1-1-1920-16,2-1-384 0,3 0-80 0</inkml:trace>
          <inkml:trace contextRef="#ctx0" brushRef="#br0" timeOffset="145989.5352">10443 9250 27647 0,'0'0'2448'0,"0"0"-1952"0,0 0-496 0,0 0 0 16,0 0 0-16,0 0 0 0,0 0 0 0,0 0 0 15,0 0 832-15,0 0 128 0,12 15 32 0,2-1 0 16,2-2 160-16,1-2 16 0,0 1 16 0,2-4 0 16,4 1-672-16,-3 1-144 0,-1-2-32 0,0 0 0 0,0 0-336 0,0-4 144 0,-1 0-144 0,-1 1 0 15,-2-4 0-15,-1 0 0 0,-14 0 0 0,14 0 0 16,-2-4 0-16,-12 4 0 15,12-3-128-15,-2-2 128 0,-10 5 0 0,11-7-144 0,-11 7 144 0,7-9 0 16,-7 9 0-16,5-8-128 16,-2-3 128-16,-3 11 0 0,0 0 0 0,4-13 0 0,-4 13 0 0,0-13-128 15,0 13 128-15,0 0 0 0,0 0 0 0,0 0 0 0,0 0 0 0,0 0 0 32,0 0 0-32,0 0 0 0,0 0 0 0,0 0 176 15,15 0-176-15,4 4 192 0,2-1-64 0,1 4-128 16,-1 0 192-16,3 0-64 0,1 0-128 0,-1-2 160 0,0 2-160 0,0 0 160 15,2-2-160-15,-2 0 0 0,-2-1 0 0,-1 1 128 16,-2-2-128-16,0-1 0 0,-2 0 0 0,1-2 0 16,-3-2-352-16,-1-3 48 0,-14 5 16 0,12-9 0 0,-3 1 16 0,-9 8 0 0,0 0 0 0,3-14 0 31,-3 14 128-31,-3-16 144 0,-6 1-208 0,0-1 80 0,-1 1-96 0,-2 1-16 0,-2-3 0 0,0 1 0 31,-1 2 64-31,-2 1 16 0,-1-1 0 0,1 2 0 0,-4 0 160 16,2 1-192-16,0 4 192 0,2 2-192 0,2 3 0 0,1 1 0 0,2 1 0 0,12 0 0 31,-11 8-1776-31,6 3-352 0,5 1-80 0</inkml:trace>
          <inkml:trace contextRef="#ctx0" brushRef="#br0" timeOffset="162302.4192">11408 9372 1839 0,'0'0'160'0,"0"0"-160"15,0 0 0-15,0 0 0 16,-9-9 2864-16,9 9 528 0,-8-6 128 0,8 6 0 16,0 0-1664-16,0 0-320 0,0 0-80 0,-7-9-16 15,7 9-544-15,0 0-96 0,0 0-32 0,0 0 0 0,0 0-256 0,0 0-48 16,0 0-16-16,0 0 0 0,0 0-112 0,0 0-16 0,0 0-16 0,14 9 0 16,-2 1-144-16,0 0-32 15,-2-1 0-15,1 1 0 0,-1 1 80 0,-10-11 16 0,12 10 0 0,-2 0 0 16,1 1-224-16,-3-1 0 0,-8-10 0 0,11 14 0 15,-11-14 0-15,10 12 0 16,-10-12 128-16,10 10-128 0,-10-10 160 0,0 0-160 16,0 0 160-16,0 0-160 0,0 0 192 0,0 0-64 0,0 0-128 0,0 0 192 15,0 0-48-15,0 0-16 16,0 0 0-16,0 0 0 0,0 0-128 0,-3-12 160 16,1 0-160-16,1 2 160 0,1 10-160 0,-2-12 0 15,0 0 144-15,2 1-144 0,2-1 0 0,1 0 0 0,-3 12 0 0,9-14 128 16,0 4-128-16,1 1 0 0,2 2 0 0,0 2 0 15,-12 5 0-15,17-2 0 0,-3 1 0 0,-14 1-128 16,16-4 128-16,-1 3 0 0,-15 1-144 0,14 1 144 0,-14-1 0 16,17 4-144-16,-1-3 144 0,-1 5 0 0,-1-1-128 0,2 2 128 15,-1 0 0-15,-1 1 0 16,0 1 0-16,-14-9 0 0,12 9 0 0,-12-9 0 16,12 8 0-16,-12-8 0 0,0 0 0 0,0 0 0 15,10 12 0-15,-10-12 0 0,0 0 0 0,0 0 0 16,0 0 0-16,0 0 0 0,0 0 0 0,-3 14 0 0,3-14 0 0,0 0 0 15,-9 9 0-15,9-9 144 16,0 0-144-16,0 0 128 0,0 0-128 0,0 0 128 16,0 0-128-16,0 0 0 0,0 0 0 0,0 0 0 15,0 0 0-15,0 0 0 0,0 0 128 0,0 0-128 16,0 0 0-16,0 0 0 0,9-11 0 0,1 3 0 0,1-1 0 0,-1 0 0 0,-3-1 0 0,1 0 0 16,3 1 0-16,-1 2 0 0,-10 7 0 0,14-7 0 15,0 0 0-15,-14 7 0 16,15-5 0-16,-1 0 0 0,-2 0 0 0,-12 5 0 15,17-2 0-15,1 2 0 0,-3 2 0 0,1 1 0 16,-1 2 144-16,-4-1-16 0,1 1 192 0,0 0 32 16,-2 2 16-16,2 2 0 0,0-1-176 0,-1 1-16 15,-1 0-16-15,0-1 0 0,1 1-160 0,-3 1 0 16,-1 1 0-16,0 1 0 0,0 0 0 0,2 5 0 16,-2-1 0-16,-4-4-13552 0</inkml:trace>
        </inkml:traceGroup>
        <inkml:traceGroup>
          <inkml:annotationXML>
            <emma:emma xmlns:emma="http://www.w3.org/2003/04/emma" version="1.0">
              <emma:interpretation id="{602C41F9-5A09-4DE6-A55B-30F29259F61C}" emma:medium="tactile" emma:mode="ink">
                <msink:context xmlns:msink="http://schemas.microsoft.com/ink/2010/main" type="inkWord" rotatedBoundingBox="22911,14963 23948,14956 23954,15909 22917,15916"/>
              </emma:interpretation>
            </emma:emma>
          </inkml:annotationXML>
          <inkml:trace contextRef="#ctx0" brushRef="#br0" timeOffset="163166.1705">12906 9564 16575 0,'0'0'1472'0,"0"0"-1168"16,0 0-304-16,0 0 0 0,0 0 2144 0,14-5 368 15,0-1 80-15,5 3 16 0,1-1-864 0,3 1-160 0,-2 0-48 0,3 1 0 16,3 2-128-16,3-2-16 0,3 4-16 0,3 0 0 16,2-1-736-16,3 3-128 0,2-3-48 0,4 3 0 15,1-1-336-15,2 3-128 0,0-1 0 0,-1 2 144 32,-3 1-1680-32,-3-1-320 0</inkml:trace>
          <inkml:trace contextRef="#ctx0" brushRef="#br0" timeOffset="162947.8682">13186 9132 6447 0,'0'0'576'0,"-12"-2"-576"0,0 1 0 0,12 1 0 16,-14-2 3520-16,2 4 608 0,0 3 112 0,0 0 32 16,-2 0-3376-16,2 0-688 0,1 4-208 0,1-2 128 15,-4-2 192-15,2 4 32 0,0-1 16 0,0-1 0 16,-2-1 32-16,2-1 16 0,12-5 0 0,-12 7 0 16,2 1-160-16,10-8-16 0,-12 11-16 0,12-11 0 15,-13 8 32-15,13-8 0 0,0 0 0 0,0 0 0 16,0 0 0-16,0 0 16 0,0 0 0 0,0 0 0 15,0 0-80-15,0 0 0 0,0 0-16 0,13 12 0 0,0-1-16 0,5-4 0 16,2-2 0-16,3 0 0 16,-1 2 32-16,4 1 16 0,2-4 0 0,1 1 0 15,-1 0 128-15,-1-1 32 0,1 1 0 0,-2 0 0 0,-2-1-192 0,0 2-48 16,0 3 0-16,-1 0 0 0,-4-4-128 0,0 3 0 0,0 1 144 0,-2 0-144 31,-2-2 848-31,-2 1 112 0,-13-8 0 0,12 7-10864 0,-12-7-2176 0</inkml:trace>
          <inkml:trace contextRef="#ctx0" brushRef="#br0" timeOffset="165708.0188">12911 8878 5759 0,'0'0'256'0,"0"0"48"0,0 0-304 0,0 0 0 0,0 0 0 0,0 0 0 0,0 0 1456 16,0 0 224-16,0 0 48 0,0 0 16 16,0 0-144-16,-10 9-48 0,10-9 0 0,0 0 0 15,0 0-272-15,0 0-48 0,0 0-16 0,0 0 0 0,0 0-32 0,0 0-16 0,0 0 0 0,0 0 0 16,0 0-160-16,0 0-48 16,0 0 0-16,0 0 0 0,0 0-352 0,0 0-80 0,0 0-16 0,0 0 0 15,0 0-192-15,0 16-32 16,0-16-16-16,0 0 0 0,0 15 80 0,0-15 16 0,0 16 0 15,0-16 0-15,0 15-48 0,0 1 0 0,0-2 0 0,0-14 0 16,0 0-64-16,-2 15-32 0,1-3 0 0,1-12 0 16,0 14-48-16,0-14-16 15,0 0 0-15,3 14 0 0,-3-14-32 0,7 12-128 0,-7-12 192 0,14 10-64 16,1 1 16-16,3-1 0 0,2-3 0 0,1 0 0 16,0 0 48-16,1 0 0 0,-1-1 0 0,0 3 0 15,1-4-16-15,2 0 0 0,2 1 0 0,0-1 0 0,0 0-176 0,-2-2 0 0,-2 1 0 0,1-2 0 31,-1-1 0-31,-1 3 0 0,0-1 0 0,-1 1 0 16,1-3 0-16,0 3 0 0,-2-1 0 0,0 3 0 0,-2-3 0 0,0 0 128 16,-1 3-128-16,-1-3 0 0,-1-1 0 0,-14-2 0 15,16 5 0-15,-16-5 0 0,14 5 0 0,-14-5 0 16,0 0 0-16,0 0 0 0,0 0 0 0,0 0 0 0,0 0 0 16,-2 16 0-16,-3-4 0 0,-4-2 0 15,-3-3 0-15,-4 0 0 0,-3 0 0 0,-3 0 0 0,-4-4 0 0,2 2 128 16,0 2-128-16,-2-2 0 15,-4 1 0-15,1-1 0 0,0 0 0 0,-4 0 128 16,-7-1-128-16,1 1 0 0,1 0 0 0,-5 0 0 16,-6-1 128-16,3-1-128 0,-1-1 0 0,4-1 0 15,0-1 0-15,5 4 0 0,5-2 0 0,5 1 0 16,4-1 0-16,7 0 0 0,3-2 0 0,14 0 0 0,0 0 0 0,0 0 0 16,0 0 0-16,17 1 0 0,4 1 0 0,5-2 0 31,2 2-1056-31,6 1-240 0,1-1-48 0,3 0-14656 0</inkml:trace>
          <inkml:trace contextRef="#ctx0" brushRef="#br0" timeOffset="166542.6492">12730 8951 1839 0,'0'0'160'0,"0"0"-160"16,0 0 0-16,0 0 0 0,0 0 3632 0,0 0 688 15,0 0 144-15,0 0 16 0,0 0-2256 0,0 0-464 0,0 0-96 0,0 0 0 16,0 0-464-16,0 0-96 0,0 0-16 0,16 2 0 16,3-1-560-16,3 3-112 0,4-1-32 0,3 3 0 15,2-1 224-15,4 2 32 0,3 1 16 0,0-1 0 16,0 0-384-16,0 0-80 0,-2 0 0 0,0 0-16 15,-1-2-176-15,-2 0 0 0,-4-1 0 0,-1 1 0 16,-3-2 128-16,0 1-128 0,-6-1 0 0,0 2 128 16,-4 0-128-16,1-1 0 0,-16-4 0 0,15 5 128 0,-15-5-128 0,0 0 0 15,0 0 0-15,0 0 0 0,0 0 0 0,5 12 0 16,-5-12 0-16,0 0 0 16,-5 14 128-16,-2-2-128 0,-1 0 0 0,-3 0 128 15,-1-1 0-15,0-1 0 0,2-1 0 0,-1-1 0 16,1 1 64-16,10-9 16 0,-10 14 0 0,1-2 0 15,9-12-32-15,-9 12-16 0,1-2 0 0,8-10 0 0,-7 12-160 0,7-12 0 16,0 0 144-16,0 0-144 16,-7 14 0-16,7-14 0 0,0 0 0 0,-7 14 128 0,7-14-128 0,-7 12 0 0,7-12 128 0,0 0-128 15,-8 14 0-15,-1-4 144 16,9-10-144-16,-14 9 0 0,0-2 144 0,-1-2-144 0,-2-2 0 0,-1-1 144 16,-1 0-144-16,0-1 128 0,-3 1-128 0,-2-2 128 15,-4 0-128-15,-1 2 0 0,-2 0 0 0,1-1 0 16,1-2 0-16,1 2 0 0,1 1 0 0,-1 0 0 15,1-1 0-15,-1 3 128 0,2-1-128 0,2 1 0 0,1-1 0 0,4 2 0 16,0-3 0-16,2 3 0 16,0 2 0-16,3 0 0 0,2 2 0 0,12-9 0 15,-9 10 0-15,9-10-144 0,0 0 144 0,6 16-160 32,0-1-1904-32,8-1-384 0,4-4-80 0</inkml:trace>
          <inkml:trace contextRef="#ctx0" brushRef="#br0" timeOffset="167572.699">13640 9610 9215 0,'0'0'400'0,"0"0"96"0,0 0-496 0,0 0 0 16,0 0 0-16,-14 4 0 0,0-4 1824 0,0 0 272 0,0 0 48 0,1 0 16 15,-3 0-1008-15,1-2-192 0,-3-1-32 0,1-3-16 16,0 3 48-16,0-1 0 0,-1 1 0 0,1 1 0 16,-2 1 192-16,2-1 64 0,1 0 0 0,1 2 0 0,-3-2-128 0,1 6 0 15,2-1-16-15,-1 1 0 0,2 1-544 0,2 0-96 31,0 2-32-31,0 2 0 0,-2 1-256 0,-1 0-144 0,-1-1 160 0,-1 0-160 16,-2 1 144-16,0 0-144 16,-2 1 128-16,2-1-128 0,2-1 0 0,-2-2 0 0,0-4 0 15,0 0 0-15,0 1 0 0,0-1 0 0,2-1 0 0,3 2 0 0,14-4 0 0,-12 3 0 32,12-3 0-32,0 0 0 0,0 0 0 0,0 0 128 0,-7 10-128 15,7-10 0-15,0 0 0 0,5 14 0 0,-5-14 0 0,14 11 0 16,0-3 0-16,0-1 0 0,-14-7 0 0,19 4 0 15,-2-3 0-15,-2 1 0 0,1-2 0 0,-2 0 0 0,0-2 0 0,1 1 0 16,-1-3 0-16,0 1 0 0,0-1 0 0,-1-1 0 16,1 0 0-16,0 0 0 0,2-1 0 0,-3 0-176 15,1-1 176-15,-2 0-192 0,0-2 192 0,-1 2 0 16,-11 7-144-16,12-7 144 0,-2 0 0 0,-10 7 0 16,14-7 0-16,-14 7 0 0,10-5 0 0,-10 5 0 15,14-5 0-15,-14 5 0 0,0 0 0 0,0 0 0 16,12-5 0-16,-12 5 0 0,0 0 0 0,0 0 0 15,10-7 0-15,-10 7 0 0,0 0 0 0,0 0 0 16,0 0 0-16,0 0 0 0,0 0 0 0,0 0 0 0,0 0 0 0,0 0 0 31,0 0 0-31,0 0 0 0,0 0 0 0,0 0 0 0,-12-2 0 0,-3 4 0 16,-1 2 0-16,-1 1 0 0,-2 2 0 0,-2 1 0 16,-1 4 0-16,-2 0 0 0,-4 0 0 0,1 1 0 15,-1 0 0-15,0 1 0 0,-1 0 0 0,-2 0 0 0,0 0-224 0,3-6-14592 16</inkml:trace>
        </inkml:traceGroup>
        <inkml:traceGroup>
          <inkml:annotationXML>
            <emma:emma xmlns:emma="http://www.w3.org/2003/04/emma" version="1.0">
              <emma:interpretation id="{4C4495E6-E6B2-498F-9C29-2F0A7476BBFE}" emma:medium="tactile" emma:mode="ink">
                <msink:context xmlns:msink="http://schemas.microsoft.com/ink/2010/main" type="inkWord" rotatedBoundingBox="24465,15297 25814,15288 25817,15723 24468,15731"/>
              </emma:interpretation>
            </emma:emma>
          </inkml:annotationXML>
          <inkml:trace contextRef="#ctx0" brushRef="#br0" timeOffset="169229.7217">14408 9274 22751 0,'0'0'1008'0,"0"0"208"0,0 0-976 0,0 0-240 0,0 0 0 0,5-11 0 0,2 1 384 0,-7 10 16 15,0 0 16-15,10-9 0 16,-10 9-416-16,14-7 0 0,-2 2 128 0,0 2-128 16,-12 3 0-16,16-5 0 0,-2 1 0 0,-1 2 0 0,-13 2 0 0,19-1 0 15,-1-1 0-15,-3 0 0 0,-15 2 0 0,14-1 128 0,-14 1-128 0,0 0 128 16,0 0 272-16,0 0 48 0,0 0 16 0,0 0 0 16,0 0 368-16,0 0 64 0,0 0 0 0,0 0 16 15,0 0-384-15,-14 0-80 0,-1 3 0 0,-1 0-16 16,1 1-432-16,-3 1 0 0,-2 0 0 0,-1-1 0 15,-2 1 128-15,1 0 0 0,1 0 0 0,2 0 0 16,0 1 192-16,0 2 48 0,-3 1 0 0,-1 3 0 16,1-2 80-16,1-1 32 0,1 3 0 0,2 0 0 15,3 0-128-15,-1 0-32 0,2-1 0 0,4 1 0 16,10-12-80-16,0 0-32 0,0 17 0 0,0-17 0 16,10 16-64-16,11-10-16 0,7-2 0 0,11-2 0 15,11-1 0-15,14-2-128 0,11 1 192 0,2 0-64 16,3 0-128-16,-1 0 0 0,-1-2 0 0,-1 0 0 31,1 0-3024-31,-4 2-592 0,26-1-112 0,-17 1-32 0</inkml:trace>
          <inkml:trace contextRef="#ctx0" brushRef="#br0" timeOffset="169547.9204">15392 9326 22511 0,'0'0'992'0,"0"0"224"0,-9-6-976 0,-1 1-240 0,-1 0 0 0,11 5 0 0,-12-7 1744 0,2 4 304 0,-1-1 64 0,11 4 16 16,-12 4-352-16,2 1-80 0,10-5-16 0,-9 10 0 0,9-10-480 0,-3 14-112 31,3 1 0-31,5 1-16 0,2 0-816 0,2-1-256 0,3-1 160 0,3 1-160 0,2-1 0 16,2 2 0-16,2 1 0 0,0 5 0 0,0 1 0 0,-2 1 0 31,-2 2 0-31,-3 8-11888 16,-2 10-2416-16</inkml:trace>
        </inkml:traceGroup>
      </inkml:traceGroup>
    </inkml:traceGroup>
    <inkml:traceGroup>
      <inkml:annotationXML>
        <emma:emma xmlns:emma="http://www.w3.org/2003/04/emma" version="1.0">
          <emma:interpretation id="{3BAD020F-4AB0-484C-96A2-1DF12D775FC9}" emma:medium="tactile" emma:mode="ink">
            <msink:context xmlns:msink="http://schemas.microsoft.com/ink/2010/main" type="paragraph" rotatedBoundingBox="8019,16340 25849,16048 25861,16776 8031,17068" alignmentLevel="4"/>
          </emma:interpretation>
        </emma:emma>
      </inkml:annotationXML>
      <inkml:traceGroup>
        <inkml:annotationXML>
          <emma:emma xmlns:emma="http://www.w3.org/2003/04/emma" version="1.0">
            <emma:interpretation id="{30457B71-9C6F-4182-97FB-4D312471D57D}" emma:medium="tactile" emma:mode="ink">
              <msink:context xmlns:msink="http://schemas.microsoft.com/ink/2010/main" type="line" rotatedBoundingBox="8019,16340 25849,16048 25861,16776 8031,17068"/>
            </emma:interpretation>
          </emma:emma>
        </inkml:annotationXML>
        <inkml:traceGroup>
          <inkml:annotationXML>
            <emma:emma xmlns:emma="http://www.w3.org/2003/04/emma" version="1.0">
              <emma:interpretation id="{2EF8CBD2-A0DF-4288-966F-CAECF865E0A9}" emma:medium="tactile" emma:mode="ink">
                <msink:context xmlns:msink="http://schemas.microsoft.com/ink/2010/main" type="inkWord" rotatedBoundingBox="8020,16406 10323,16369 10331,16870 8028,16907"/>
              </emma:interpretation>
            </emma:emma>
          </inkml:annotationXML>
          <inkml:trace contextRef="#ctx0" brushRef="#br0" timeOffset="173981.5432">-1528 10572 16575 0,'0'0'736'0,"0"0"160"0,0 0-720 0,0 0-176 0,0 0 0 0,0 0 0 16,0 0 2736-16,0 0 512 0,-7 13 96 0,7-13 32 15,0 0-2064-15,-5 16-416 0,5-16-64 0,0 19-32 0,0-19-96 0,3 19-32 16,-3-19 0-16,9 21 0 16,-9-21-352-16,10 17-80 0,-10-17-16 0,14 19 0 15,-3-4-224-15,-1-4 0 0,-10-11 128 0,14 10-128 16,-14-10-1024-16,15 11-256 0,-15-11-64 0,14 8-12848 15</inkml:trace>
          <inkml:trace contextRef="#ctx0" brushRef="#br0" timeOffset="174176.8413">-1279 10620 10127 0,'0'0'896'15,"0"0"-704"-15,0 0-192 0,0 0 0 0,0 0 4064 0,0 0 784 16,0 0 144-16,0 0 48 0,0 0-3568 0,0 0-720 0,0 0-144 0,0 0-32 16,3 19 128-16,-3-19 0 15,5 19 16-15,2-2 0 0,2-1-384 0,3-1-80 16,2-3 0-16,1 4-16 0,2-1-240 0,4-1-240 16,-2 0 48-16,2 0-9728 0,0 0-1936 0</inkml:trace>
          <inkml:trace contextRef="#ctx0" brushRef="#br0" timeOffset="176519.3877">-1262 10686 1839 0,'0'0'160'0,"0"0"-160"0,0 0 0 0,0 0 0 15,0 0 2944-15,0 0 576 0,0 0 96 0,0 0 32 16,0 0-1984-16,14-6-384 0,-4-1-64 0,-10 7-32 16,0 0-224-16,14-3-32 0,-14 3-16 0,0 0 0 15,0 0-320-15,12-5-64 16,-12 5-16-16,0 0 0 0,0 0-176 0,0 0-32 15,0 0-16-15,0 0 0 0,0 0 112 0,0 0 32 16,0 0 0-16,0 0 0 0,0 0 16 0,0 0 16 0,0 0 0 0,0 0 0 0,14 3-80 16,-14-3-32-1,0 0 0-15,0 0 0 0,0 0-176 0,15 5-48 0,-15-5 0 0,16 7 0 16,-16-7 0-16,0 0 0 0,14 7 0 0,-14-7 0 0,0 0-128 0,0 0 160 16,0 0-160-16,0 0 160 15,0 0-160-15,0 0 128 0,6 11-128 0,-6-11 128 0,0 0 80 0,0 0 16 16,-3 12 0-16,3-12 0 0,-7 7 144 0,0 1 16 15,-1-1 16-15,-3-3 0 16,3 1-208-16,-1 0-64 0,0-3 0 0,-3 5 0 0,0-2-128 0,12-5 0 16,0 0 0-16,-10 7 0 15,10-7 0-15,0 0 192 0,0 0-192 0,0 0 192 0,0 0-192 0,0 0 0 16,0 0 0-16,0 15 128 0,0-15-128 0,0 0 0 16,10 11 0-16,-10-11 0 0,0 0 0 0,14 3 160 15,2 0-160-15,-1 1 160 0,2-2 32 0,1-1 16 16,1-1 0-16,0-1 0 0,0-5-32 0,0 1-16 15,-1 0 0-15,3 0 0 0,0 0-160 0,-2-2 0 16,0-2 0-16,2 2 128 0,-1-1-128 0,1 1 0 16,0 0 0-16,6 0 128 15,-2 0-432-15,-5 4-80 0,-3-1-32 0,-1 4-10096 0,-16 0-2032 16</inkml:trace>
          <inkml:trace contextRef="#ctx0" brushRef="#br0" timeOffset="177184.8123">-763 10532 10127 0,'0'0'448'0,"0"0"96"0,0 0-544 0,0 0 0 0,-7-9 0 0,7 9 0 15,0 0 4112-15,0 0 720 16,-7-8 144-16,7 8 16 0,0 0-2880 0,0 0-592 15,0 0-112-15,0 0-32 0,0 0-512 0,0 0-96 16,7 15-32-16,1-1 0 0,3-2-288 0,-1 2-48 0,2-4-16 0,0 2 0 0,0 0-192 16,2-3-64-16,0 0 0 0,0-2 0 0,1-4-128 0,-1 2 0 15,0-1 0-15,-2-1 128 0,2-3-128 0,0 2 0 16,-2-2 144-16,3-2-144 16,-1 0 0-16,-14 2 0 0,14-5 0 0,-14 5-192 15,10-7 16-15,-10 7 0 0,9-8 0 0,-9 8 0 16,0 0 176-16,0 0-208 15,0 0 80-15,0 0 128 0,0 0-144 0,0 0 144 16,0 0 0-16,0 0 0 0,0 0 0 0,0 0 0 0,-9-7 0 0,9 7 0 16,0 0 0-16,0 0 0 0,0 0 0 0,0 0 0 15,0 0 0-15,0 0 0 0,0 0 0 0,0 0 0 16,17 0 0-16,1-2 0 0,-1 2 0 0,0 0 0 0,2 0 0 16,0 0 0-16,-2-2 0 0,-1 1 0 0,0-3 0 0,-1 1 0 15,-1-1 0-15,0 1 0 0,-1-1 0 0,-13 4 0 16,16-5 0-16,-4 0 0 0,-12 5 0 0,14-7 0 0,-4 0 0 0,-10 7 0 15,0 0 0-15,0 0 0 16,0 0 0-16,5-14 0 16,-5 14-224-16,-3-13-32 0,-4 0-16 0,-2 0 0 15,-3-3-192-15,0 1-48 0,-2-4 0 0,4-4 0 0,0-3-64 0,1 0 0 16,0 1-16 0,4 0 0-16,2 5-432 0,-1 4-96 0,1 4-16 15,3 12-11792-15</inkml:trace>
          <inkml:trace contextRef="#ctx0" brushRef="#br0" timeOffset="173442.8713">-1854 10580 1839 0,'0'0'160'0,"0"0"-160"0,-5-8 0 0,5 8 0 0,-7-11 3456 0,0 3 640 16,7 8 144-16,-7-12 32 15,0-1-2512-15,0 1-496 0,0 0-112 0,0 0 0 16,0 0 320-16,1-2 80 0,-1-3 16 0,0 2 0 15,2-1-256-15,1 0-48 0,-1 3-16 0,1 1 0 16,1 0-368-16,-2-1-80 0,0 3-16 0,-2 3 0 0,0 0-400 0,7 7-96 0,-11-3-16 0,-1 1 0 16,-3 4-272-16,-1 0 0 15,1 1 128-15,-1 4-128 0,-1 2 0 0,0 1 0 16,-2-1 0-16,0 4 0 0,0 5 0 0,0-1 0 16,0 0 0-16,2-1 0 0,-1-1 144 0,3 1-16 0,1-4-128 0,2 2 192 31,2-2-48-31,3 0-16 0,7-12 0 0,0 0 0 15,-2 17-128-15,2-17 128 0,5 16-128 0,-5-16 128 16,12 12-128-16,2-4 0 0,0-1 144 0,3-2-144 0,2-1 128 0,0-2-128 16,2-2 128-16,-1 0-128 0,-1 1 0 0,2 1 128 15,-2 0-128-15,0-1 0 0,0-1 0 0,-2 0 0 16,-3 0 0-16,-14 0 128 0,14-1-128 0,-14 1 0 16,0 0 0-16,0 0 128 0,0 0-128 0,0 0 0 0,0 0 0 0,0 0 0 0,0 0 0 15,7-9 0 1,-4 0 0-16,-3 9 128 0,0 0-128 0,0 0 0 15,0 0 128-15,7-12-128 0,0 4 0 0,-7 8 0 16,0 0 0-16,14-5 0 0,-14 5 0 0,17-2 0 16,-1 0 0-16,-2 2 0 0,-14 0 0 0,17 4 192 15,-2-3 0-15,1 3-16 0,-2 1-48 0,-1 0 0 16,1-1 0-16,-14-4 0 0,16 5-128 0,-2 2 0 16,-2 3 0-16,-2 0 0 15,-1 1-1200-15,-1-3-272 0,-8-8-48 0,9 11-8912 0,-9-11-1792 0</inkml:trace>
          <inkml:trace contextRef="#ctx0" brushRef="#br0" timeOffset="214031.8437">-104 10561 6447 0,'0'0'272'0,"0"0"80"0,0 0-352 0,0 0 0 0,3-12 0 0,-3 12 0 15,0 0 2768-15,4-14 496 0,-1 1 80 0,-3 13 32 0,0 0-912 0,0 0-176 16,0 0-48-16,0 0 0 0,0 0-640 0,0 0-144 0,0 0-32 0,0 0 0 15,0 0-592-15,11 17-128 0,-3-2-32 0,1 1 0 16,-2-1-176-16,1 1-48 16,-8-16 0-16,11 21 0 0,-1-4-272 0,1 2-176 15,-1 0 192-15,0 2-192 16,-1 3-1440-16,-1 0-400 0</inkml:trace>
        </inkml:traceGroup>
        <inkml:traceGroup>
          <inkml:annotationXML>
            <emma:emma xmlns:emma="http://www.w3.org/2003/04/emma" version="1.0">
              <emma:interpretation id="{95AACA5A-E230-4E99-99FE-9FBBA4FAA95C}" emma:medium="tactile" emma:mode="ink">
                <msink:context xmlns:msink="http://schemas.microsoft.com/ink/2010/main" type="inkWord" rotatedBoundingBox="10721,16295 11330,16285 11339,16864 10731,16874"/>
              </emma:interpretation>
            </emma:emma>
          </inkml:annotationXML>
          <inkml:trace contextRef="#ctx0" brushRef="#br0" timeOffset="194368.0868">415 10596 911 0,'0'0'0'0,"0"0"0"0,0 0 0 0,0 0 0 16,0 0 3440-16,0 0 592 0,0 0 128 0,2-12 32 0,0-2-2032 0,1 4-416 16,1-1-80-16,-4 11 0 15,0 0-384-15,10-10-64 0,1-1 0 0,2 3-16 0,3-1-480 0,3 1-80 16,2-3-32-16,4 1 0 16,3 0-240-16,1-1-48 0,2 3-16 0,4 1 0 0,0 0-64 0,-1 0-16 15,-1 0 0-15,3 2 0 16,2 1-224-16,-3 1 176 0,-6-2-176 0,-3 3 160 0,-4 4-160 0,-1-2 0 15,-2 0 0-15,-4 1 0 16,-15-1-1904-16,14 6-256 16,-14-6-48-16,0 0-16 0</inkml:trace>
          <inkml:trace contextRef="#ctx0" brushRef="#br0" timeOffset="194640.9137">502 10304 20559 0,'0'0'896'0,"-5"-12"208"0,1-2-880 0,4 2-224 0,0 0 0 0,0 12 0 15,5-14 688-15,0 4 80 0,-5 10 32 0,7-10 0 16,-7 10-144-16,9-9-16 0,-9 9-16 0,0 0 0 0,0 0-32 16,0 0 0-16,14 7 0 0,-4 5 0 0,-1 5-224 0,-2 4-48 15,-2 3-16-15,-2 7 0 0,-3 5 160 0,0 2 48 16,0-1 0-16,2 1 0 15,0-4-192-15,1-1-16 0,1-4-16 0,3-1 0 16,1-4-160-16,3 0-128 0,1 0 144 0,1-1-144 16,3-3 0-16,1-1 128 0,4-1-128 0,1 1-9488 15,1 0-1936-15</inkml:trace>
        </inkml:traceGroup>
        <inkml:traceGroup>
          <inkml:annotationXML>
            <emma:emma xmlns:emma="http://www.w3.org/2003/04/emma" version="1.0">
              <emma:interpretation id="{6C96DDE5-D8C7-4598-9218-FCE2BE123C4D}" emma:medium="tactile" emma:mode="ink">
                <msink:context xmlns:msink="http://schemas.microsoft.com/ink/2010/main" type="inkWord" rotatedBoundingBox="11764,16301 15952,16232 15962,16813 11773,16882"/>
              </emma:interpretation>
            </emma:emma>
          </inkml:annotationXML>
          <inkml:trace contextRef="#ctx0" brushRef="#br0" timeOffset="198918.4847">2673 10582 21311 0,'0'0'944'0,"0"0"192"0,0 0-912 0,0 0-224 0,5-10 0 16,-5 10 0-16,11-7 256 0,-11 7 0 0,13-7 0 0,1 0 0 15,-2-2-128-15,2 4 0 0,0 3-128 0,1 2 192 0,1-1 32 0,-1 4 0 31,1 1 0-31,1-1 0 0,1 2-80 0,-1 0-16 16,-3-3 0-16,-1 3 0 0,-13-5-128 0,16 9 0 0,-16-9 0 0,14 10 0 16,-14-10 224-16,10 14 112 0,-10-14 32 0,0 0 0 15,0 0 144-15,2 17 48 0,-2-1 0 0,0-16 0 16,-9 15-48-16,1-3-16 0,-3-1 0 16,1-1 0-16,-2-1-80 0,0-2-16 0,0-4 0 0,0 4 0 15,-2 0 96-15,3 0 16 0,-1 2 0 0,12-9 0 0,-12 6-160 0,12-6-32 0,-12 9 0 0,12-9 0 16,0 0-80-16,0 0-32 0,0 0 0 0,0 0 0 15,0 0-208-15,0 0 176 0,16 9-176 0,3-2 160 16,1-4-160-16,6-1 160 0,5-6-160 0,6 3 160 31,2-5-160-31,4 3 0 0,1 0 144 0,0 1-144 16,1-2-464-16,-2 1-176 0,-3-2-16 16,-2-2-9264-16,-3 0-1856 0</inkml:trace>
          <inkml:trace contextRef="#ctx0" brushRef="#br0" timeOffset="199459.3304">3419 10320 4607 0,'0'0'400'0,"-9"12"-400"15,2 0 0-15,2 2 0 0,5-14 3616 0,-4 19 640 16,3 1 128-16,2-1 32 0,3-1-2944 0,1-3-576 16,0 1-112-16,4-1-16 0,0-1 112 0,1-2 16 0,0-2 16 0,2 1 0 0,2-3-208 0,0 1-64 15,1 0 0-15,1-2 0 0,-2-1-400 0,1-2-96 16,1-1-16-16,-1 1 0 0,1-2-128 0,-1 1 160 16,-1-1-160-16,2-1 160 0,1 1-160 0,2 0 0 15,-2 1 0-15,1 1 128 16,-1-4-448-16,-2 0-80 0,-1-2-32 0,-14 2 0 15,16-5-96-15,-2-4-32 0,-14 9 0 0,12-12 0 0,-12 12 304 16,8-12 48-16,-8 12 16 0,0 0 0 16,5-14 192-16,-5 14 0 0,0 0 0 0,-3-15 0 0,-2 1 0 0,5 14 192 15,0 0-48-15,0 0 0 0,-9-5 256 0,9 5 48 16,0 0 16-16,0 0 0 0,0 0-240 0,0 0-48 16,0 0-16-16,0 0 0 0,0 0-160 0,5 15 160 15,4-3-160-15,-9-12 160 16,14 11-160-16,3-3 160 0,0-2-160 0,2-1 160 0,-1-2-160 15,-1-3 0-15,-2 0 144 0,1 0-144 0,-1 2 0 0,1-2 128 16,-2 0-128-16,0 0 0 0,-14 0 0 0,15-4-256 16,-15 4 32-16,16-6 16 0,-6-1-32 0,-1-4 0 0,-3-1 0 0,0-2 0 15,-3 1 32-15,-1-8 0 16,-2-7 0-16,0 1 0 0,-2-4-32 0,-1 0 0 16,-1-2 0-16,1 3 0 0,-2 3-16 0,1 3-16 15,2 3 0-15,-1 2 0 16,0 5-144-16,1 2-32 0,0 3 0 0,2 9-6640 0,0 0-1328 0</inkml:trace>
          <inkml:trace contextRef="#ctx0" brushRef="#br0" timeOffset="198175.7648">1915 10501 4607 0,'0'0'192'0,"0"0"64"0,0 0-256 0,0-12 0 0,0 0 0 0,-1 0 0 16,-3 1 2864-16,4 11 528 0,-5-12 96 0,0 4 32 0,-2-3-1856 0,-2 1-384 0,-1 1-64 0,1 1 0 15,1 1-320-15,-1 0-64 0,-1 0-16 0,-1 2 0 0,-1 0-192 0,0-1-48 16,0 3 0-16,-2 1 0 16,-1-1-256-16,-1 3-48 0,1 0-16 0,-3 1 0 15,1 6-96-15,0 2-32 16,0 0 0-16,-1 3 0 0,-1 3-128 0,2 2 0 0,0-1 144 0,0 1-144 16,-1 1 0-16,5 1 128 0,-1 0-128 0,2-2 0 15,0 0 0-15,-1 0 0 0,1 2 0 0,4-1 0 16,1-3 0-16,7-15 0 0,-5 14 0 0,5-14 128 15,-2 15-128-15,2-15 0 0,0 0 0 0,7 14 0 16,-7-14 0-16,14 11 0 0,-14-11 0 0,19 8 128 0,-2-3-128 0,2-3 0 16,3 0 128-16,2-2-128 15,-1-2 0-15,1-1 144 0,2-1-144 0,-2-1 0 16,-3-2 0-16,0 2 0 0,-2-4 0 0,-2-1 0 0,-2 0 0 0,-1 1 0 16,-2 2 0-16,-3-3 0 0,-2-2 0 0,-7 12 0 15,7-11 0-15,-7 11 0 0,0 0 0 0,0 0 0 16,0 0 0-16,0 0 0 0,0 0 288 0,0 0 160 0,0 0 16 0,15 4 16 15,-15-4 208-15,16 10 32 0,-4-1 16 0,-12-9 0 16,14 14-288-16,-1-1-64 0,1-2-16 0,-2-1 0 16,-12-10-240-16,16 12-128 0,-2-2 128 0,3-3-128 15,-2 2 0-15,3 0 128 0,-3-2-128 0,3-1 0 32,-1 3-1232-32,3-2-320 0,1-4-64 15,0-1-12144-15</inkml:trace>
          <inkml:trace contextRef="#ctx0" brushRef="#br0" timeOffset="198549.5958">2143 10608 18719 0,'0'0'832'0,"-7"-7"160"16,-1-2-800-16,8 9-192 0,0 0 0 0,0 0 0 0,0 0 256 0,-4-10 0 31,4 10 0-31,-2-12 0 0,2 12-80 0,0 0-16 0,6-10 0 0,-6 10 0 16,10-13 384-16,2 5 80 0,0 1 16 0,2 0 0 15,1 4-128-15,3 3-32 0,1 1 0 0,1 3 0 16,1 1-224-16,0 0-32 0,-2 2-16 0,-2 2 0 16,0-1 80-16,-1 3 16 0,-2-1 0 0,-1 0 0 15,-13-10 32-15,14 12 16 0,-3 1 0 0,-11-13 0 0,10 13 128 0,-10-13 32 16,0 0 0-16,5 19 0 0,-5-19-176 0,0 16-16 16,0-16-16-16,0 0 0 0,-7 15-32 0,7-15 0 15,-12 16 0-15,4-6 0 16,8-10-128-16,-13 14-16 0,1-4-128 0,4-1 192 15,8-9-192-15,-9 9 176 0,9-9-176 0,0 0 160 16,0 0-160-16,0 0 0 0,0 0 144 0,0 0-144 16,0 0 0-16,0 0 0 0,0 0 0 0,14 10 0 0,-14-10 128 0,21 3-128 0,1-1 160 0,1-2-160 15,2-2 0-15,3-1 128 0,-2 0-128 0,0-1 0 32,0 1-400-32,0-1-128 15,-2-1-32-15</inkml:trace>
          <inkml:trace contextRef="#ctx0" brushRef="#br0" timeOffset="200976.9616">4358 10617 7359 0,'0'0'320'0,"0"0"80"0,0 0-400 0,0 0 0 0,13-7 0 0,1 1 0 16,-2 1 2880-16,0-2 512 0,-1-1 80 0,-3-1 32 16,1 0-1552-16,-9 9-304 0,10-8-64 0,-10 8-16 15,0 0-528-15,0 0-96 0,12-9-32 0,-12 9 0 0,0 0-464 0,0 0-80 16,0 0-32-16,14 4 0 0,-14-4-208 0,0 0-128 0,0 0 128 0,12 13-128 31,-3 0 128-31,-9-13-128 0,0 0 128 0,3 19-128 0,-3-19 144 0,-3 17-144 16,3-17 192-16,-7 15-192 15,0 1 272-15,-3-4-48 0,-4-5-16 0,-2 1 0 16,1-1 48-16,1 0 0 0,-1-2 0 0,1 1 0 0,-2-1-96 0,2-2-16 16,1 2 0-16,0 2 0 0,3 0-16 0,10-7 0 0,-12 7 0 0,12-7 0 15,0 0-128-15,0 0 192 0,0 0-192 0,0 0 192 16,0 0-192-16,0 0 0 0,14 9 0 0,5-2 128 31,7-4-128-31,8-3 192 0,8-2-192 0,6-3 192 0,5 0-64 0,4-2 0 16,0 0 0-16,2 0 0 0,1 0-128 0,4 2-144 0,0 2 144 0,0-1-10368 15,0 1-1936-15</inkml:trace>
          <inkml:trace contextRef="#ctx0" brushRef="#br0" timeOffset="201214.0706">5082 10601 11055 0,'0'0'976'0,"0"0"-784"0,0 0-192 0,0 0 0 15,13-5 2048-15,4-2 352 0,3-2 80 0,3 1 16 16,-1-3-1216-16,3 3-256 0,2-1-32 0,2 2-16 16,1 0-80-16,1 0-32 0,2-1 0 0,-1-1 0 15,3-1-544-15,-2 3-96 0,-2 2-32 0,2 3 0 16,-2 2-192-16,-2 2 0 0,-3-2 0 0,-2 0-8064 15,-5 0-1648-15</inkml:trace>
          <inkml:trace contextRef="#ctx0" brushRef="#br0" timeOffset="201409.2516">5462 10382 12895 0,'0'0'576'0,"-10"7"112"0,1 3-560 0,9-10-128 0,0 0 0 0,0 0 0 0,0 0 2816 0,-5 14 512 31,5-14 128-31,-2 19 0 0,2-4-1600 0,4 1-336 16,-4-16-64-16,8 19-16 0,3-4-496 0,1 3-112 0,2-1 0 0,1 0-16 0,1-1-544 0,3 4-96 31,3 5-32-31,2-3-10160 16,-3-5-2032-16</inkml:trace>
        </inkml:traceGroup>
        <inkml:traceGroup>
          <inkml:annotationXML>
            <emma:emma xmlns:emma="http://www.w3.org/2003/04/emma" version="1.0">
              <emma:interpretation id="{7D5F72A1-CAC8-4DF2-ADC2-00D5FD3CE42B}" emma:medium="tactile" emma:mode="ink">
                <msink:context xmlns:msink="http://schemas.microsoft.com/ink/2010/main" type="inkWord" rotatedBoundingBox="17361,16535 17617,16531 17619,16675 17364,16679"/>
              </emma:interpretation>
            </emma:emma>
          </inkml:annotationXML>
          <inkml:trace contextRef="#ctx0" brushRef="#br0" timeOffset="201771.2381">7066 10596 6447 0,'-6'-16'576'0,"1"-1"-576"0,2 0 0 0,1 3 0 16,2 2 6080-16,3 0 1088 15,3 3 240-15,1 1 32 0,-1-1-5168 0,5 2-1040 16,1-2-208-16,2 4-32 0,1 0-688 0,3 2-144 0,-1 1-32 0,2 2 0 0,1 3-128 0,5 4-192 31,-1 4 32-31,3 1-10800 16,4 1-2160-16</inkml:trace>
        </inkml:traceGroup>
        <inkml:traceGroup>
          <inkml:annotationXML>
            <emma:emma xmlns:emma="http://www.w3.org/2003/04/emma" version="1.0">
              <emma:interpretation id="{2C82313B-67EF-4246-BAAE-7AFBB743F567}" emma:medium="tactile" emma:mode="ink">
                <msink:context xmlns:msink="http://schemas.microsoft.com/ink/2010/main" type="inkWord" rotatedBoundingBox="18245,16525 18747,16517 18753,16892 18251,16900"/>
              </emma:interpretation>
            </emma:emma>
          </inkml:annotationXML>
          <inkml:trace contextRef="#ctx0" brushRef="#br0" timeOffset="222145.8369">8118 10670 1839 0,'0'0'160'0,"14"-3"-160"0,2 1 0 0,1 0 0 16,0-1 3936-16,1-3 752 15,-1 3 160-15,-2 0 16 0,1 1-3632 0,-1-2-720 16,1 1-160-16,-2 0-32 0,-2-1 0 0,0 1 0 15,0-1 0-15,0 1 0 0,-12 3-96 0,17-4-32 16,-3-1 0-16,0 2 0 0,-14 3-192 0,15-4 144 16,-1 1-144-16,-14 3 128 0,0 0-128 0,0 0-256 15,0 0 64-15,14-5-9696 0</inkml:trace>
          <inkml:trace contextRef="#ctx0" brushRef="#br0" timeOffset="222355.8628">8218 10480 24527 0,'-17'-10'1088'0,"9"5"224"0,-3-1-1056 0,11 6-256 0,-8-5 0 0,8 5 0 15,0 0 1280-15,0 0 192 0,0 0 32 0,0 0 16 16,0 0 192-16,0 0 32 0,3 16 16 0,-3-16 0 16,9 19-768-16,1-4-160 0,4 3-16 0,0 1-16 15,-2 0-608-15,2 0-192 0,1 1 0 0,1-1 0 16,-1 2 160-16,2 0-160 0,1-1 128 0,-1 1-128 15,-2 5 0-15,3 0 0 0,1 1-144 0,-2 3-17360 16</inkml:trace>
          <inkml:trace contextRef="#ctx0" brushRef="#br0" timeOffset="201927.2149">7934 10546 23615 0,'0'0'1040'0,"0"0"224"0,5-11-1008 0,-5 11-256 0,7-10 0 0,-7 10 0 16,14-9 192-16,-2 3 0 0,0-1 0 0,0 1 0 16,-12 6-1632-16,15-3-336 0</inkml:trace>
          <inkml:trace contextRef="#ctx0" brushRef="#br0" timeOffset="202084.5132">8401 10499 8287 0,'0'0'736'0,"0"0"-592"0,2-12-144 0,-2 12 0 0,4-12 3392 0,-1 0 656 16,-1 0 128-16,-2 12 32 15,2-9-2672-15,-2 9-544 0,0 0-96 0,0 0-32 0,6-7-592 0,-6 7-112 16,0 0-32-16,14-1-8064 15,-14 1-1632-15</inkml:trace>
        </inkml:traceGroup>
        <inkml:traceGroup>
          <inkml:annotationXML>
            <emma:emma xmlns:emma="http://www.w3.org/2003/04/emma" version="1.0">
              <emma:interpretation id="{D356C916-7464-4C0A-B6AF-6A19188BC6FD}" emma:medium="tactile" emma:mode="ink">
                <msink:context xmlns:msink="http://schemas.microsoft.com/ink/2010/main" type="inkWord" rotatedBoundingBox="19232,16213 22626,16158 22635,16672 19241,16728"/>
              </emma:interpretation>
            </emma:emma>
          </inkml:annotationXML>
          <inkml:trace contextRef="#ctx0" brushRef="#br0" timeOffset="202711.8493">9432 10230 3679 0,'0'0'160'0,"0"0"32"0,0 0-192 0,0 0 0 0,-9-9 0 0,1 1 0 0,-3 1 3392 0,1 0 640 15,-2 0 128-15,-2 0 32 0,-2 0-2720 0,-1 2-560 16,-2-2-96-16,0 0-32 16,-1 2 32-16,-3 0 0 0,1 1 0 0,1 1 0 0,0 3-112 0,0 0-32 15,-1 2 0-15,1 1 0 0,2 2-144 0,2 2-16 16,-2 2-16-16,0 3 0 16,-2 2-208-16,4 1-32 0,0 1-16 0,1 1 0 15,-1 0-240-15,5 2 0 0,3 2 0 0,2 1 0 16,1-1 0-16,2-2 0 0,2-2 0 0,4 1 0 0,2-1 0 0,1-3 0 15,2-2 0-15,0 0 0 0,-7-12 0 0,12 8 0 16,-12-8 0-16,15 7 144 0,-1 0-144 0,0-3 160 16,-14-4-160-16,17 1 160 0,0-2-160 0,-1-1 0 0,-1 0 0 0,1 2 0 15,-1-3-320-15,1-2 48 0,-2-2 16 0,0 0 0 16,-2-2 64-16,0-1 32 0,-2-2 0 0,0 0 0 0,-3 0 160 0,2 3 0 31,-2 0 0-31,-7 9 0 0,7-10 368 0,-7 10 96 0,8-7 32 0,-8 7 0 16,0 0 160-16,0 0 48 15,13-5 0-15,-13 5 0 0,13-4-208 0,1 3-48 16,0-1 0-16,0 2 0 0,0 2-304 0,1 3-144 16,-1-2 128-16,1 4-128 0,3 0 160 0,-1 2-160 0,-2-1 192 0,3 3-192 15,1 1-176-15,-2 3-144 0,-1 3-16 0,-3-1-16 16,-1 0-2672 0,1-5-544-16</inkml:trace>
          <inkml:trace contextRef="#ctx0" brushRef="#br0" timeOffset="203271.0939">9632 10289 24015 0,'0'0'1056'0,"0"0"224"15,0 0-1024-15,16-2-256 0,-3 2 0 0,1 0 0 0,-14 0 144 0,16 5-16 16,-2 0-128-16,-1 0 192 0,-13-5-16 0,18 9-16 15,-5 1 0-15,3 1 0 0,-2-1 560 0,0 2 112 16,-4 0 32-16,0 2 0 0,1 0-480 0,-3 0-80 0,-1-2-32 0,0 0 0 0,0 0-144 0,-2 0-128 31,-5-12 144-31,0 0-144 0,5 12 128 0,-5-12-128 0,0 0 0 0,0 0 0 16,4 10 128-16,-4-10-128 0,0 0 0 0,0 0 144 16,0 0-144-16,0 0 0 0,0 0 144 0,0 0-144 15,0 0 192-15,0 0-48 0,0 0 0 0,0 0 0 0,-7-13-144 0,7 13 128 31,-4-14-128-31,3 2 128 0,-1-4-128 0,2 2 0 0,0 1 0 0,3 1 128 16,1-1 720-16,-1 1 144 0,1 2 32 0,-4 10 0 31,0 0-1664-31,0 0-336 0,0 0-64 0,0 0-16 0,12-5 800 0,-12 5 256 0,14 2-160 0,-14-2 160 16,17 8-128-16,-2 1 128 0,-1 1-128 0,-2 1 128 16,0-1 0-16,1 2-128 0,-3 3 128 0,0-1 0 0,1-3 0 0,-3-1 0 0,-8-10 0 15,11 10 128-15,-11-10-128 0,0 0 0 0,10 9 0 0,-10-9 0 16,0 0 0-16,0 0 0 0,0 0 0 0,0 0 128 15,0 0-128-15,0 0 176 0,0 0-176 0,0 0 192 32,0 0-192-32,0 0 128 0,2-16-128 0,-2 4 128 0,0 12-128 0,1-15 0 15,1 1 0-15,2 2 128 0,-4 12-128 0,8-12 0 16,1 2 0-16,1 3 0 0,1 1 0 0,2 1 0 0,3 0-144 16,1 3 144-1,2 2 0-15,2 0 0 0,-2 0 0 0,2 2 0 0,-1 2 0 0,1 1 0 16,0-2 0-16,-2 4 0 0,0 2 0 0,0-1 0 15,0 1 176-15,0 1-176 0,-2 1 0 0,-2 1 0 16,-1-2 0-16,0 6 0 0,0-3 0 0,-2 1-352 16,-3 2 48-16,-1-1 16 15,-1-4-2384-15,0-3-464 0,-7-8-112 0,12 14-16 0</inkml:trace>
          <inkml:trace contextRef="#ctx0" brushRef="#br0" timeOffset="203596.9154">10547 10492 16527 0,'0'0'720'0,"0"0"176"0,2-14-720 0,-2 14-176 16,5-13 0-16,0 1 0 0,0 1 1152 0,0 1 208 0,0 1 48 0,2-1 0 15,0 1-128-15,-7 9 0 0,0 0-16 0,9-7 0 16,-9 7-320-16,12-5-64 0,-12 5-16 0,14-3 0 16,-14 3-368-16,14-2-80 0,-14 2-16 0,15 0 0 15,-1 3-80-15,-14-3 0 0,0 0-16 0,15 7 0 16,-1 2 16-16,-14-9 16 0,12 9 0 0,-12-9 0 15,14 12-144-15,-14-12-16 0,10 10-16 0,-10-10 0 16,9 12-160-16,-9-12 128 0,0 0-128 0,4 16 128 0,-4-16-128 0,3 13 0 16,-3-13 0-16,0 16 128 0,0-16-128 0,0 0 0 15,2 16 0-15,-2-16 0 16,1 15 0-16,-1-15 0 0,6 14 0 0,-6-14 0 16,8 12 0-16,-8-12 0 0,12 9 0 0,-12-9 128 0,18 8-128 0,-3-1 128 0,1-2-128 0,1-1 128 31,2-3-128-31,0 3 0 0,-2 1 0 0,2 0 0 15,2 0-1456-15,3-1-320 16,4-1-64-16,1-3-16 0</inkml:trace>
          <inkml:trace contextRef="#ctx0" brushRef="#br0" timeOffset="204144.2413">11199 10144 22623 0,'0'0'1008'0,"0"0"208"0,0 0-976 0,0 0-240 0,0 0 0 0,0 0 0 0,0 0 416 0,12 8 32 16,-1 3 16-16,-3 1 0 0,-8-12-16 0,11 17 0 0,-1-2 0 0,0 1 0 16,1 0 272-16,-1-1 48 0,2-1 16 0,-1 0 0 31,-5-1-416-31,1 1-96 0,0-2-16 0,-7-12 0 0,11 12-256 0,-3-1 0 15,-8-11 0-15,0 0 0 16,11 10 0-16,-11-10 0 0,0 0 192 0,10 5-192 0,-10-5 160 0,0 0-160 16,0 0 128-16,14 0-128 0,-14 0 0 0,0 0 128 0,12-7-128 0,-12 7 0 31,10-6 0-31,-10 6 0 0,9-14 0 0,-2 2 0 0,-4 1-144 0,-3 11 144 16,0 0 0-16,0 0 0 0,4-12 0 0,-4 12-128 15,0 0 128-15,0 0 0 0,0 0 0 0,0 0 0 0,0 0 0 0,0 0 0 16,0 0 0-16,0 0 0 0,0 0 0 0,17 7 0 15,-2 3 0-15,1 1 0 0,-1-3 0 0,1 1 0 16,0 1 0-16,1 1 0 16,0-4 0-16,-1-2 0 0,-1 0 0 0,1-1 0 15,-3-3 0-15,-13-1 0 0,16 0 0 0,-16 0 0 0,0 0 0 0,16-8 0 16,-6-3 0-16,-3 1 0 0,-2-4 0 0,-2-1 0 0,-3-1 0 0,0-1 0 31,-1-2 0-31,1 2 0 0,-2-2 0 0,2 1 0 0,-2-1 0 0,1 0 0 16,-3 0 0-16,2 4-128 0,1 1 128 0,-1 2 0 15,-2 0-336-15,4 12 32 0,0 0 16 0,-5-9 0 0,0 2-32 0,5 7-16 16,-14-5 0-16,2 2 0 31,0 3-592-31,0 3-112 0,0 1-32 0,12-4-6416 0,-12 6-1280 0</inkml:trace>
          <inkml:trace contextRef="#ctx0" brushRef="#br0" timeOffset="204516.8193">11924 10261 12895 0,'0'0'576'0,"0"0"112"0,0 0-560 0,0 0-128 0,0 0 0 0,0 0 0 15,0 0 2832-15,0 0 544 0,0 0 96 0,0 0 32 0,0 0-2736 0,4 19-560 16,-3-2-208-16,-1 0 176 0,-1 1 80 0,2-1 32 16,1 2 0-16,0-2 0 0,-1 0-96 0,3 1-32 0,-1-3 0 15,-1-1 0-15,-2-14-160 0,4 14 160 0,-4-14-160 0,0 0 160 16,0 0-160-16,5 12 160 0,-5-12-160 0,0 0 160 15,0 0-160-15,0 0 192 16,0 0-192-16,0 0 192 0,0 0 240 0,0 0 48 0,0 0 16 0,3-14 0 0,-3-1-144 0,0 1-32 16,0 0 0-16,0-2 0 0,0-1-320 0,2 2 128 31,0-1-128-31,3 2 0 0,0 1 0 0,0 0 128 16,0 1-128-16,4 4 0 0,1 1 0 0,-10 7 0 0,12-5 0 0,2 0 0 0,0 3 0 0,2 2-128 31,-1 0 128-31,2 3-128 0,-1 1 128 0,-1-1 0 0,-1 2 160 15,0 4-160-15,-2 1 288 0,2 2-32 0,-2-1-16 0,0 4 0 16,0 3-240-16,2 1 0 0,0-1 128 0,1 5-128 31,3 5-368-31,-1-3-112 0,-2 0-32 0,6-5 0 0</inkml:trace>
        </inkml:traceGroup>
        <inkml:traceGroup>
          <inkml:annotationXML>
            <emma:emma xmlns:emma="http://www.w3.org/2003/04/emma" version="1.0">
              <emma:interpretation id="{8DD7AD95-FC2C-41DC-BA90-FBA0D60575D5}" emma:medium="tactile" emma:mode="ink">
                <msink:context xmlns:msink="http://schemas.microsoft.com/ink/2010/main" type="inkWord" rotatedBoundingBox="23347,16244 25852,16203 25860,16734 23356,16775"/>
              </emma:interpretation>
            </emma:emma>
          </inkml:annotationXML>
          <inkml:trace contextRef="#ctx0" brushRef="#br0" timeOffset="205322.6482">13062 10201 11055 0,'0'0'976'0,"0"0"-784"0,13-4-192 0,-1 1 0 16,-12 3 2176-16,14-6 400 0,-3 1 80 0,-11 5 16 0,12-7-944 0,-4 2-176 15,-8 5-32-15,11-5-16 0,-11 5-272 0,13-5-48 0,0 3-16 0,0 2 0 31,1 2-608-31,2 1-128 0,-1 1-32 0,2 3 0 16,1 0-160-16,1 1-48 0,1 1 0 0,1 1 0 0,-4-1 64 0,4-1 0 16,0 1 0-16,0 1 0 0,-2-1-128 0,-4 1 0 0,-5-1-128 0,-1 1 192 0,0 1-192 0,-9-11 176 31,5 15-176-31,-5-1 160 0,0-14-160 0,-7 14 0 16,-3-2 0-16,-2-2 0 0,-4-1 0 0,-1 1 128 0,-6-3-128 0,-1 0 128 15,0-2 0-15,-2 0 0 0,0 1 0 0,2 2 0 0,-2-3-128 0,2 2 0 16,0-1 0-16,3 2 128 0,2-1-128 0,2 3 0 15,1 1 0-15,1 4 128 16,-1 6-1520-16,1-2-304 16,1 0-64-16,2-3-12000 0</inkml:trace>
          <inkml:trace contextRef="#ctx0" brushRef="#br0" timeOffset="205491.0958">13969 10503 12895 0,'0'0'576'0,"0"0"112"0,0 0-560 0,0 0-128 0,0 0 0 0,0 0 0 16,-12-4 2352-16,-2 4 432 0,-1 2 96 0,-1 3 0 16,-1 2-2112-16,0 0-448 0,-4 0-64 0,-1 1-32 15,-1 1 512-15,1 1 96 0,-2-1 32 0,0 1 0 0,-1 1-224 0,3-3-32 16,0 3-16-16,3 1 0 0,0 0-400 0,0 0-192 15,0 0 160-15,1-2-160 16,-1 1-960 0,6-3-272-16,0-4-64 0</inkml:trace>
          <inkml:trace contextRef="#ctx0" brushRef="#br0" timeOffset="205922.6289">14404 10145 10127 0,'0'0'896'0,"0"0"-704"16,0 0-192-16,0 0 0 15,14-1 3136-15,-14 1 608 0,16 3 112 0,-3 2 32 0,-13-5-2528 0,14 9-496 16,-14-9-96-16,14 12-32 0,-2-3-32 0,0 1-16 0,0-1 0 0,2-3 0 15,0 1-368-15,-14-7-64 0,15 6 0 0,1-3-16 16,-2-1-240-16,0-1 144 0,-1-1-144 0,-13 0 128 31,14-3-128-31,-14 3 0 0,16-5 144 0,-4 0-144 0,-12 5 128 0,0 0-128 16,7-11 160-16,-7 11-160 0,0-10 128 0,0 10-128 0,-5-10 0 0,-4 1 144 16,-3 2-144-16,-2 0 0 0,-1 4 0 0,-3 1 0 31,1 0 0-31,0 4 0 0,-2 0 0 0,-2 3 0 15,-1 2 0-15,1 1 0 0,0 1 0 0,4 1 0 0,1 1 0 0,3 1 128 0,-1 2-128 0,5-1 0 16,2 1 208-16,6 0-32 16,-1 2-16-16,7 1 0 0,2 4-160 0,5-1 128 15,3 1-128-15,4-2 128 16,4 3-128-16,3 3 128 0,1-5-128 0,4-1 128 16,4 0-1648-16,1-3-336 0,2-6-64 0</inkml:trace>
          <inkml:trace contextRef="#ctx0" brushRef="#br0" timeOffset="206274.1636">15167 10408 8287 0,'-10'-9'736'0,"-2"0"-592"15,-4-1-144-15,2 1 0 0,2 1 3248 0,0 1 608 16,0 0 128-16,2 0 32 0,1 0-2752 0,1 0-560 16,-1 2-96-16,9 5-32 0,0 0 144 0,0 0 32 0,0 0 0 0,0 0 0 15,0 0-80-15,0 0-16 0,0 0 0 0,7 17 0 0,1-1-288 0,3-2-64 16,3-2-16-16,1 2 0 15,4-1-16-15,0-1 0 0,-2 1 0 0,1-1 0 16,-1-2-144-16,-3 0-128 0,-6 1 192 0,-8-11-192 0,9 10 128 0,-9-10-128 0,3 14 0 16,-3-14 0-16,0 0 128 0,-1 15-128 0,-4 1 192 0,-2-6-192 15,-4-1 208-15,11-9-64 0,-14 7-16 0,2 0 0 32,0-4 80-32,12-3 16 0,-14 4 0 0,14-4 0 15,-12 7 16-15,12-7 0 0,0 0 0 0,0 0 0 0,0 0 80 0,0 0 0 0,0 0 16 16,0 0 0-1,0 0 16-15,0 0 0 0,18-4 0 0,2 4 0 16,6 2-176-16,2 0-48 0,-2-2 0 0,7 0 0 16,5 0-128-16,1-2 0 0,1 0 144 0,13 7-7584 15,-6 4-1520 1,-2-2-320-16</inkml:trace>
        </inkml:traceGroup>
      </inkml:traceGroup>
    </inkml:traceGroup>
    <inkml:traceGroup>
      <inkml:annotationXML>
        <emma:emma xmlns:emma="http://www.w3.org/2003/04/emma" version="1.0">
          <emma:interpretation id="{716BB91A-9CAD-42C1-8079-85F241B05631}" emma:medium="tactile" emma:mode="ink">
            <msink:context xmlns:msink="http://schemas.microsoft.com/ink/2010/main" type="paragraph" rotatedBoundingBox="7963,17217 26937,17163 26940,18021 7965,18076" alignmentLevel="4"/>
          </emma:interpretation>
        </emma:emma>
      </inkml:annotationXML>
      <inkml:traceGroup>
        <inkml:annotationXML>
          <emma:emma xmlns:emma="http://www.w3.org/2003/04/emma" version="1.0">
            <emma:interpretation id="{300B19FB-4F1C-4F1B-B844-03DE58F76C01}" emma:medium="tactile" emma:mode="ink">
              <msink:context xmlns:msink="http://schemas.microsoft.com/ink/2010/main" type="line" rotatedBoundingBox="7963,17217 26937,17163 26940,18021 7965,18076"/>
            </emma:interpretation>
          </emma:emma>
        </inkml:annotationXML>
        <inkml:traceGroup>
          <inkml:annotationXML>
            <emma:emma xmlns:emma="http://www.w3.org/2003/04/emma" version="1.0">
              <emma:interpretation id="{CD90BD21-D26F-417F-886D-84332EE36C41}" emma:medium="tactile" emma:mode="ink">
                <msink:context xmlns:msink="http://schemas.microsoft.com/ink/2010/main" type="inkWord" rotatedBoundingBox="7963,17217 10730,17209 10732,18012 7965,18020"/>
              </emma:interpretation>
            </emma:emma>
          </inkml:annotationXML>
          <inkml:trace contextRef="#ctx0" brushRef="#br0" timeOffset="212472.4633">-1176 11728 13823 0,'0'0'1216'0,"0"0"-960"15,0 0-256-15,0 0 0 0,14 0 816 0,-14 0 112 16,17 3 32-16,-1 3 0 0,-16-6-720 0,15 7-240 0,-15-7 144 0,16 10-144 15,-1-1 880-15,-1 1 80 0,-4 2 32 0,-10-12 0 16,13 14-96-16,-3 0 0 0,-1-2-16 0,-1-2 0 0,-8-10-544 16,0 0-96-16,7 10-32 0,-7-10 0 0,0 0-16 0,0 0-16 15,0 0 0-15,2 12 0 0,-2-12-48 0,0 0 0 16,0 0 0-16,0 0 0 0,0 0 0 0,0 0-128 16,0 0 192-16,0 0-64 0,-12 2-128 0,12-2 0 0,0 0 144 0,0 0-144 15,0 0 0-15,-4-12 144 0,4 12-144 0,0-14 0 31,4 1 0-31,-1-1 0 0,1 0 0 0,1 0 0 0,0 2 176 0,0 0-176 16,0 0 160-16,2 1-160 0,2 3 0 0,0-1 0 0,-1 1-128 0,-8 8 128 16,14-6 0-16,0 3 256 0,0 1-32 0,1 2 0 15,2 0 320-15,1 4 64 0,-1-3 16 0,0 5 0 16,0-1 16-16,1 2 16 0,-3 1 0 0,2 3 0 16,-1-1-368-16,1 2-80 0,1-2-16 0,-3 3 0 0,1 0-192 15,-1 3 0 1,-1-1-144-16,-4 3 144 15,1-3-1824-15,-3 1-272 0,1-6-48 16</inkml:trace>
          <inkml:trace contextRef="#ctx0" brushRef="#br0" timeOffset="212999.6439">-499 11619 27119 0,'0'0'1200'0,"0"0"256"0,0 0-1168 0,0 0-288 0,0 0 0 0,0 0 0 16,0 0 288-16,0 0 0 0,0 0 0 0,0 0 0 15,0 0-96-15,0 0-32 0,0 0 0 0,15 14 0 16,1 0 288-16,-1-2 48 0,1-2 16 0,1 1 0 0,2-1-368 16,0 0-144-16,-2-1 128 0,-1-2-128 0,-1-2 0 0,-1 0 0 15,0 0 0-15,-14-5 0 16,16 4 0-16,-3-1 128 0,-13-3-128 0,16 0 0 15,-16 0 0-15,14-3 0 0,-14 3-224 0,14-9 80 16,-4 1-160-16,-10 8-16 0,8-11-16 0,-8 11 0 0,0 0 128 0,4-13 16 16,-4-1 16-16,0 14 0 0,0-14 176 0,0 14 0 15,-5-12 0-15,5 12 0 16,-5-9 0-16,5 9 0 0,-9-7 0 0,9 7 0 16,0 0 0-16,0 0 0 0,0 0 144 0,0 0-144 15,0 0 192-15,0 0-192 0,0 0 192 0,0 0-192 0,0 0 0 0,0 0 0 16,0 0 0-16,10 9 0 0,-10-9 160 0,19 9-160 0,0-4 128 0,0 0-128 15,-1-2 128-15,-1-1-128 16,0 0 0-16,0-2 128 0,1-2-128 0,-3 0 0 0,-1 1 0 0,0-1 0 16,0-2 0-16,-14 4 128 15,13-5-128-15,-2 0 0 0,-11 5 0 0,10-9 0 0,-1 1 0 0,-2-1 0 0,-7 9 0 16,3-15 0-16,-3 1 128 0,-2 0-128 0,-1 0 0 16,-2 0 0-1,-2 2 0-15,-2 0 128 0,-3-2-128 0,0-1 0 0,0-1-192 0,0 3 192 16,0-1-224-16,0 0 80 0,3 2 16 0,0 2 0 0,1 1-176 0,8 9-16 15,-9-9-16-15,9 9 0 16,0 0-528-16,0 0-96 0,0 0-32 0,0 0-10464 0</inkml:trace>
          <inkml:trace contextRef="#ctx0" brushRef="#br0" timeOffset="211814.7065">-1989 11531 4607 0,'0'0'400'0,"0"0"-400"15,0 0 0-15,0 0 0 0,0 0 2432 0,0-10 416 0,0 10 80 0,-2-12 16 0,2 12-768 0,-6-11-160 16,-1 3-32-16,0 1 0 0,7 7-960 0,-9-7-208 0,-1 2-48 0,-1 3 0 15,11 2-560-15,-15 0-208 0,-1 0 144 0,3 4-144 32,-1-3 192-32,0 3-64 0,-2 1 0 0,1 0 0 0,-1 2 160 0,1 0 32 0,-1 2 0 0,1 1 0 15,-1 4-64-15,1 1-16 0,-1 3 0 0,2 1 0 32,-1-2-240-32,1 2 128 0,0-2-128 0,2 2 0 15,3-2 128-15,3 1-128 0,0 0 0 0,3-2 0 0,1-4 0 0,4 0 128 16,1 0-128-16,-3-12 0 0,11 11 0 0,1-4 128 15,2-2-128-15,1-5 0 0,2-2 192 0,2-1-64 16,0-1-128-16,2-1 192 0,2 0-192 0,-1-2 176 16,0 0-176-16,1 2 160 0,-1-2-160 0,2-2 0 15,-1-1 0-15,1 1 0 0,-2 1 0 0,-1-3 0 16,-4 1-224-16,-1 1 80 0,-2 1 0 0,-4-1 0 16,-1-1 0-16,-9 10 0 0,5-9 144 0,-5 9 0 15,0 0 0-15,0 0 0 0,-2-12 0 0,-1 3 0 0,3 9 0 0,0 0 0 16,-5-10 0-16,5 10 0 0,0 0 0 0,0 0 128 15,0 0 128-15,0 0 48 16,0 0 0-16,0 0 0 0,0 0 224 0,0 0 48 16,0 0 16-16,0 0 0 0,15 9-48 0,2-1-16 15,1 1 0-15,1 1 0 0,1 1-80 0,3-1 0 0,-2 0-16 0,1 2 0 0,-1 2-304 0,-1 2-128 16,1-1 0-16,-2 4 128 31,-3-3-960-31,-1 3-192 0,-1 0-32 0,-2 1-13488 0</inkml:trace>
          <inkml:trace contextRef="#ctx0" brushRef="#br0" timeOffset="207964.6857">-2117 11134 3679 0,'0'0'320'0,"0"0"-320"15,0 0 0-15,0 0 0 0,0 0 4368 0,0 0 816 0,0 0 144 0,0 0 48 16,0 0-3584-16,0 0-720 16,0 0-144-16,0 0-32 0,0 0-448 0,0 0-112 15,0 0-16-15,0 0 0 0,0 0-320 0,0 0 0 16,7 12 0-16,-7-12 0 15,11 9-1280-15,-11-9-336 0</inkml:trace>
          <inkml:trace contextRef="#ctx0" brushRef="#br0" timeOffset="208126.4515">-1994 11252 15775 0,'0'0'704'0,"0"0"128"0,0 0-656 0,0 0-176 0,16-7 0 0,1 2 0 0,0-1 336 0,0 1 48 0,1 2 0 0,-1-2 0 15,-2-1-384-15,3 3 128 0,-1-2-128 0,-2 1-5056 16,-1 3-1072-16</inkml:trace>
          <inkml:trace contextRef="#ctx0" brushRef="#br0" timeOffset="208302.0523">-1687 11307 21183 0,'0'0'1888'0,"0"0"-1504"0,0 0-384 0,0 0 0 15,0 0 416-15,9-9 16 0,-9 9 0 0,10-5 0 16,-10 5-1248-16,0 0-240 16,0 0-48-16,19-7-16 0</inkml:trace>
          <inkml:trace contextRef="#ctx0" brushRef="#br0" timeOffset="212040.2991">-1533 11681 18431 0,'0'0'816'0,"0"-12"160"0,0 12-784 0,0 0-192 0,0 0 0 0,7-8 0 0,-7 8 2128 0,0 0 384 15,0 0 80-15,0 0 16 16,15 3-1632-16,-15-3-320 0,14 9-64 0,-4 3-16 16,-1 3 80-16,1 1 16 0,-1 3 0 0,1 2 0 15,-1 3-400-15,3-2-80 0,-3-1 0 0,1 0-16 0,0-1-176 0,1-1-176 0,-4 2 48 0,1-4-9568 32,-1-3-1904-32</inkml:trace>
          <inkml:trace contextRef="#ctx0" brushRef="#br0" timeOffset="213493.032">357 11555 8287 0,'0'0'368'0,"0"0"80"0,0 0-448 0,0 0 0 0,-7-6 0 0,7 6 0 0,0 0 5184 0,0 0 960 16,0 0 192-16,0 0 48 15,0 0-4208-15,7 13-832 0,1 1-160 0,1 0-32 16,-2 0-400-16,0 0-80 0,-7-14-16 0,8 17 0 15,-2 0-384-15,-1 2-80 0,0-2 0 0,-2 4-16 32,-1 1-752-32,0 4-160 0,-2 4-32 0</inkml:trace>
        </inkml:traceGroup>
        <inkml:traceGroup>
          <inkml:annotationXML>
            <emma:emma xmlns:emma="http://www.w3.org/2003/04/emma" version="1.0">
              <emma:interpretation id="{97C665D6-0A7B-461B-9A1C-68577AEA3DC6}" emma:medium="tactile" emma:mode="ink">
                <msink:context xmlns:msink="http://schemas.microsoft.com/ink/2010/main" type="inkWord" rotatedBoundingBox="11295,17454 11699,17453 11700,17869 11296,17871"/>
              </emma:interpretation>
            </emma:emma>
          </inkml:annotationXML>
          <inkml:trace contextRef="#ctx0" brushRef="#br0" timeOffset="214742.2394">983 11564 11055 0,'0'0'480'0,"0"0"112"0,0 0-464 0,0 0-128 0,0 0 0 0,0 0 0 15,0 0 2880-15,0-10 576 0,2 1 96 0,-2 9 32 16,7-10-1408-16,2 3-256 0,-9 7-64 0,15-9-16 0,2 2-624 0,2-1-112 16,-1-1-16-16,1 2-16 15,1 2-496-15,1 0-80 0,0 0-32 0,-1-1 0 0,1 1-304 0,2 2-160 16,-1-1 160-16,0 1-160 0,1 1 0 0,-2 2 0 15,-2 0 0-15,0 0 0 16,-2 0-1248-16,-2 2-352 0,-15-2-64 0,14 2-12832 0</inkml:trace>
          <inkml:trace contextRef="#ctx0" brushRef="#br0" timeOffset="214954.1813">1151 11371 13823 0,'0'0'1216'0,"0"0"-960"0,0 0-256 0,0 0 0 16,0 0 2512-16,0 0 464 0,0 0 96 0,0 0 0 16,0 0-1568-16,0 0-320 0,0 0-64 0,8 17-16 15,-1 0 304-15,2 2 48 0,-2-1 16 0,1-1 0 16,3 3-640-16,-1-1-128 0,-1-3-32 0,1 5 0 0,2 3-416 0,2 0-64 16,0 0-32-16,0 2 0 0,-1 0-160 0,1 3 0 15,2 2 0-15,-1 2-11088 16,1 2-2096-16</inkml:trace>
        </inkml:traceGroup>
        <inkml:traceGroup>
          <inkml:annotationXML>
            <emma:emma xmlns:emma="http://www.w3.org/2003/04/emma" version="1.0">
              <emma:interpretation id="{B1BE0965-6061-4FEE-B2C9-061A3D91D45F}" emma:medium="tactile" emma:mode="ink">
                <msink:context xmlns:msink="http://schemas.microsoft.com/ink/2010/main" type="inkWord" rotatedBoundingBox="12193,17440 16187,17428 16189,18013 12195,18024"/>
              </emma:interpretation>
            </emma:emma>
          </inkml:annotationXML>
          <inkml:trace contextRef="#ctx0" brushRef="#br0" timeOffset="216917.7503">2863 11590 1839 0,'0'0'160'0,"0"0"-160"16,0 0 0-16,0 0 0 0,0 0 3248 0,0 0 608 0,3-10 128 0,-3 10 32 0,4-12-1472 0,-1 3-304 31,-3 9-48-31,0 0-16 0,5-9-256 0,-5 9-48 16,9-8-16-16,-9 8 0 0,14-6-864 0,-2 3-176 0,-12 3-48 0,17 0 0 15,-1 0-496-15,-1 3-96 0,1 1-32 0,-1 1 0 16,-15-5-144-16,16 9 160 0,-16-9-160 0,12 10 160 16,-12-10 0-16,0 0 0 15,5 16 0-15,-3-1 0 0,-2-15 32 0,-5 17 0 16,-2-3 0-16,-2 0 0 0,-1 0-32 0,-2-2 0 0,0-2 0 0,0 1 0 16,-1-1-16-16,0 0 0 15,-1-1 0-15,0 1 0 0,2-1 32 0,2 1 0 0,-1 1 0 0,3-1 0 16,1-1-176-16,7-9 128 0,-5 13-128 0,1 0 128 0,4-13-128 0,0 0 0 0,9 10 0 0,3-1 0 15,2-3 0-15,3 0 0 0,4-3 0 0,4 0 0 16,5 1 0-16,3-2 0 16,-1-2 128-16,3-2-128 15,1 2-752-15,0-5-176 16,-3-2-32-16,0-3-16 0,-2-4-1648 0,-2 2-320 0,-1-4-64 16,-4-1-9168-16</inkml:trace>
          <inkml:trace contextRef="#ctx0" brushRef="#br0" timeOffset="217303.683">3358 11600 1839 0,'0'0'0'0,"-10"0"160"0,10 0-160 0,-12 0 0 0,1 0 0 0,11 0 0 16,0 0 4128-16,0 0 800 0,-12 5 144 0,12-5 48 15,0 0-3328-15,0 0-640 0,0 0-144 0,0 0-32 0,0 0-96 0,0 0-32 16,0 0 0-16,7 18 0 0,-7-18 64 0,14 15 16 16,0-4 0-16,-2-1 0 0,-12-10-288 0,15 10-48 0,-1-1-16 15,-14-9 0-15,12 9-256 0,-12-9-48 0,0 0-16 0,14 8 0 16,-14-8-112-16,0 0-16 15,0 0-128-15,0 0 192 0,0 0-192 0,0 0 128 16,0 0-128-16,0 0 0 0,0 0 128 0,0 0-128 0,0 0 0 0,0 0 144 16,0 0-144-16,0 0 128 15,0 0-128-15,0 0 128 0,0 0-128 0,0 0 0 0,0 0 0 0,-5-7 128 16,5 7-128-16,-2-13 0 0,4 2 0 0,1 1 128 16,-3 10-128-16,9-12 0 0,0 0 0 0,1 1 0 0,-1-1 0 0,1 4 0 31,0-1 0-31,1-1 0 0,-1 3 0 0,-10 7 0 0,14-5 0 0,1 1 0 15,1 2 0-15,-2 4 0 0,-14-2 0 0,17 5 0 0,0 0 0 0,1 1 0 16,-3 1 0-16,2 1 0 0,1 1 0 0,-1-1 128 16,2 1 32-16,0 1 0 0,2 1-160 0,-2 1 128 15,0 0-128-15,0 2 128 0,0-2-128 0,-1 0 0 16,1 3 0-16,0-1 0 16,2-2-1856-16,-4 0-416 15,-3 0-80-15</inkml:trace>
          <inkml:trace contextRef="#ctx0" brushRef="#br0" timeOffset="215474.0651">2376 11443 14735 0,'0'0'1312'0,"0"0"-1056"0,0 0-256 0,-12-3 0 16,2-4 2272-16,-2 3 400 0,0 1 80 0,-4 0 0 16,-3-1-2016-16,0 1-416 15,-2-3-64-15,-1 3-32 0,-1 0 416 0,1 1 64 0,0 0 32 0,-1 2 0 16,1 0 848-16,1 2 160 0,0-2 48 0,-1 2 0 31,-1 1-1792-31,3 0-464 0,-3 1-48 0,3 3 0 0,1 0 672 0,1 0 128 0,3 1 32 0,1 3 0 16,2-3-320-16,3 3 0 15,9-11 128-15,0 0-128 0,-3 17 0 0,3-17 0 16,7 14 0-16,-7-14 0 0,12 13 0 0,3-4 0 0,1-2 0 0,3 0 0 16,3-2 0-16,2-1-176 0,-1-3 32 0,-1 1 0 15,1-2 0-15,-1 0 0 0,-1-2 0 0,0 1 0 16,-2-1 144-16,1 0 0 0,-1-3 0 0,2 1 0 15,1 1 0-15,-1 0 0 0,-2-1 0 0,0 1 0 16,-2-3 0-16,1 3 0 0,-5 1 0 0,1-1 0 16,0-1 0-16,-14 4 0 0,16-3 0 0,-16 3 0 0,0 0 0 15,13-4 192-15,-13 4-32 0,0 0-16 16,0 0 304-16,0 0 64 0,0 0 16 0,0 0 0 16,14-3-16-16,-14 3 0 0,0 0 0 0,16 2 0 15,-16-2-512-15,15 5 0 0,-15-5 0 0,14 5 0 0,0-1 0 0,-14-4 0 16,15 8 0-16,-1 3 0 15,2-1-2128-15,-2 0-432 0,-4 1-96 16</inkml:trace>
          <inkml:trace contextRef="#ctx0" brushRef="#br0" timeOffset="219016.6162">3952 11530 11055 0,'0'0'480'0,"0"0"112"0,0 0-464 0,0 0-128 0,0 0 0 0,-10-4 0 0,10 4 2880 0,-9-9 544 15,9 9 112-15,0 0 32 0,0 0-1904 0,0 0-384 0,0 0-80 0,0 0-16 16,0 0-176-16,0 0-48 15,0 0 0-15,17 4 0 0,-1-1-96 0,-2 3-32 16,-14-6 0-16,13 12 0 0,-1-2-80 0,-1 4-32 0,-1 1 0 0,-1-1 0 16,-9-14-272-16,5 19-64 15,0-2-16-15,0-1 0 0,-1-1-240 0,-1-2-128 0,-3-13 160 0,0 0-160 16,4 13 0-16,-4-13 128 0,0 0-128 0,0 0 0 16,0 0 0-16,13 6 0 0,-13-6 128 0,16-2-128 15,0-3 0-15,-1-2 0 0,1-2 0 0,-1-1 0 16,1-2 0-16,-1 0 0 0,-1-2-208 0,-2 0 64 15,0-2-80-15,0 3-16 0,-1-1 0 0,-1 2 0 0,-1 1 240 0,-9 11-192 16,0 0 192-16,0 0-192 0,12-8 192 0,-12 8 0 16,0 0 0-16,0 0-144 15,0 0 144-15,0 0 0 0,13-2 0 0,-13 2 0 0,0 0 0 16,16 10 0-16,-2 1 0 0,-4 1 0 0,-1 2 0 0,1-2 0 16,1-2 0-16,-1 0 0 0,-10-10 0 0,15 12 0 15,1-3 0-15,-2 0 0 0,0-2 0 0,-1 0 0 16,1-2 0-16,0 0 0 0,-14-5 0 0,16 3 0 0,-16-3 0 15,17 2 0 1,-2-2 0-16,-15 0 0 0,12-5 0 0,-12 5-128 0,14-7-64 16,-14 7-16-16,9-9 0 0,-9 9 0 0,7-10 48 0,-7 10 16 15,0-14 0-15,-4 0 0 0,-1 1-48 0,-4-3 0 16,1 1 0-16,-1-1 0 0,-1 2 192 0,0-1-192 16,-3-1 192-16,1 1-192 0,-1-3 192 0,-1 3 0 15,2 1 0-15,1 0 0 0,3 0 0 0,1-1 0 0,2 1 0 0,5 14 0 16,-4-16 0-16,4 16-128 0,2-13 128 0,-2 13 0 15,0 0-256-15,0 0 48 0,12-7 0 0,2 5 0 16,-2 6-576-16,2 4-112 0,-1 1-32 16,3 1 0-1,0 0-1568-15,-1 3-304 0</inkml:trace>
          <inkml:trace contextRef="#ctx0" brushRef="#br0" timeOffset="217823.2515">4009 11523 15663 0,'0'0'688'0,"0"0"144"0,0 0-656 0,0 0-176 15,0 0 0-15,0 0 0 0,0 0 2240 0,0 0 432 0,0 0 80 0,0 0 0 16,0 0-1504-16,0 0-304 0,0 0-64 0,0 0-16 15,0 0 16-15,17 3 0 16,-1 2 0-16,-1 0 0 0,-1 1-432 0,2-3-96 16,-1 2-16-16,1 0 0 0,-1-1-336 0,1-1 0 0,-16-3 0 0,17 4 128 15,-2-1-128-15,-15-3 0 0,16 4 0 0,-16-4 128 16,16 3-128-16,-16-3 0 0,13 2 0 0,-13-2 0 0,0 0-240 16,0 0-112-16,0 0-32 0,0 0 0 0,0 0 16 0,0 0 0 31,0 0 0-31,0 0 0 0,0 0 240 0,0 0 128 0,0 0-160 0,0 0 160 15,0 0-144-15,-8 7 144 0,8-7-128 0,0 0 128 0,0 0-320 0,0 0 0 16,0 0 16-16,0 0 0 31,10 10-128-31,2-1-16 0,2-4-16 0,2 0 0 0,-1-1 48 0,1-3 16 0,-1-1 0 0,-1 0 0 16,-14 0 208-16,15 0 32 0,1 0 16 0,0 0 0 16,-1-1 144-16,-1-1 0 0,-14 2 0 0,15-5 0 15,-1-2 0-15,-3 0 0 0,-11 7 0 0,10-10 0 16,-1 1 0-16,-1 0 128 0,-3-1-128 0,-5 10 0 15,6-14 192-15,-1 2-48 0,-2 0 0 0,1 2 0 0,-4-3-144 0,0 13 0 16,1-13 0-16,3 1 0 0,-2 0 176 0,-2 12-48 0,1-14-128 0,-1 14 192 31,2-14-192-31,-2 14 0 0,0-16 0 0,0 16 0 16,-2-13 0-16,2 13 0 0,0 0 0 0,-3-13 0 0,3 13 0 16,0 0 0-16,-9-10 0 0,-1 3 0 0,-4 5-128 0,-2 1-32 0,-1 1 0 0,0 0-7616 15,0 1-1520-15</inkml:trace>
          <inkml:trace contextRef="#ctx0" brushRef="#br0" timeOffset="219479.1063">4782 11643 18719 0,'0'0'832'0,"0"0"160"0,9-8-800 31,-9 8-192-31,10-11 0 0,-1 3 0 0,-2-1 832 0,0-1 112 0,-7 10 16 0,8-10 16 16,-3 1 944-16,-5 9 192 0,0 0 48 0,11-7 0 0,-11 7-496 0,14-3-80 0,-14 3-32 0,13 1 0 31,-13-1-864-31,16 4-176 0,-2 1-48 0,-1 4 0 0,0-1-176 0,-1 1-32 15,-2-1-16-15,2 3 0 0,-2-1-96 0,1 0-16 16,-1 3 0-16,-1-1 0 0,-9-12-128 0,8 17 0 16,-1 0 0-16,-2 0 0 0,-1-1 0 0,-4-1 0 15,-4 3 0-15,-1-1 0 0,0 0 0 0,-2-1 0 16,-3-2 0-16,-2-1 0 0,-2-1 0 0,0 1 0 16,-1-3 0-16,-1-1 0 0,1-1 0 0,-1 1 0 15,2-1 0-15,0 1 0 0,2-4 224 0,12-5-32 0,-12 5-16 0,12-5 0 16,0 0 0-16,0 0 0 0,0 0 0 0,0 0 0 0,0 0-176 15,21 0 0-15,1-1 0 0,6-1 128 0,5 0-128 0,5 2 0 16,3-1 0-16,6 1 0 0,5 0 0 0,-1-2-176 31,3 0 48-31,-4-1 0 16,0-3-704-16,-3-2-128 0,-3-3-16 0,0-1-10160 0,-3-1-2016 0</inkml:trace>
          <inkml:trace contextRef="#ctx0" brushRef="#br0" timeOffset="218234.2754">4811 11505 9215 0,'0'0'400'0,"0"0"96"0,0 0-496 0,0 0 0 0,0 0 0 0,0 0 0 0,0 0 3168 0,0 0 544 16,0 0 96-16,0 0 32 16,0 0-2320-16,0 0-464 0,0 0-96 0,0 0 0 15,0 0-624-15,0 0-112 0,0 0-32 0,0 0 0 0,0 0-192 0,0 0 0 16,0 0 0-16,0 0 0 0,0 0-128 0,0 0 128 0,0 0 0 0,0 0 0 0,0 0-384 0,0 0 48 31,0 0 0-31</inkml:trace>
          <inkml:trace contextRef="#ctx0" brushRef="#br0" timeOffset="219657.3902">5542 11585 17503 0,'-7'-14'1552'0,"7"14"-1232"0,-6-12-320 0,5 3 0 16,1 1 3456-16,0 8 624 0,0 0 128 0,0 0 16 15,10-7-2480-15,0 0-496 0,3 0-96 0,-1 2-32 16,0-2-592-16,3 2-112 0,2-2-32 0,1 2 0 16,1 1-96-16,1 1-32 0,1-1 0 0,2 2 0 0,-3 1-256 0,3-1 0 15,-1-1-128-15,-1 1 128 32,-2 0-1472-32,0 2-192 0,-2 0-32 0,-1 0-8784 0,-16 0-1744 0</inkml:trace>
          <inkml:trace contextRef="#ctx0" brushRef="#br0" timeOffset="219854.6113">5671 11402 21711 0,'0'0'960'0,"0"0"192"0,0 0-912 0,0 0-240 0,-7-9 0 0,7 9 0 15,0 0 1408-15,0 0 224 0,0 0 48 0,0 0 16 16,0 0-80-16,0 0-16 0,0 0 0 0,0 0 0 16,16 9-640-16,-1 1-128 15,1 2-16-15,-1 2-16 0,-1 0-336 0,0 1-64 16,-4 3-16-16,1 1 0 0,-1-2-384 0,-1 7 128 15,-3 4-128-15,-2 4 0 16,-4 3-2384-16,2 0-560 0</inkml:trace>
        </inkml:traceGroup>
        <inkml:traceGroup>
          <inkml:annotationXML>
            <emma:emma xmlns:emma="http://www.w3.org/2003/04/emma" version="1.0">
              <emma:interpretation id="{0BDE9522-CDC4-4AFA-AEFD-CF49EE3951CE}" emma:medium="tactile" emma:mode="ink">
                <msink:context xmlns:msink="http://schemas.microsoft.com/ink/2010/main" type="inkWord" rotatedBoundingBox="17262,17704 18647,17701 18647,17880 17263,17884"/>
              </emma:interpretation>
            </emma:emma>
          </inkml:annotationXML>
          <inkml:trace contextRef="#ctx0" brushRef="#br0" timeOffset="220328.0382">6972 11801 28559 0,'-12'-37'1264'0,"7"20"272"0,2 0-1232 0,1 3-304 0,2 4 0 0,7 1 0 15,3 2 1792-15,4 2 320 0,3 0 48 0,1 1 16 16,-1 1-1744-16,2-1-432 0,0 4 0 0,1-1 0 0,3 2 0 0,1 3 0 16,-2 1 0-16,-1 0 0 15,2 2-1728-15,1 0-448 0,3-2-64 0,1 0-32 0</inkml:trace>
          <inkml:trace contextRef="#ctx0" brushRef="#br0" timeOffset="220486.7776">7683 11673 25103 0,'0'0'1104'0,"11"-9"240"0,3 2-1072 0,1 2-272 0,1 2 0 0,-1-1 0 16,2-1 560-16,1 2 48 0,-3-3 16 0,1 3 0 15,-2 1-48-15,-1 2-16 0,1-2 0 0,0 4 0 0,0-2-560 0,0 2-304 16,-1 0 48-16</inkml:trace>
          <inkml:trace contextRef="#ctx0" brushRef="#br0" timeOffset="220658.8632">8279 11635 17855 0,'0'0'784'0,"0"0"176"0,0 0-768 0,0 0-192 0,0 0 0 16,0 0 0-16,0 0 240 0,0 0 16 0,0 0 0 0,0 0 0 16,0 0-256-16,0 0 0 0,0 0 0 0,0 0 0 31,0 0-320-31,14-7-128 0,6 0 0 0,1 4-16 0</inkml:trace>
        </inkml:traceGroup>
        <inkml:traceGroup>
          <inkml:annotationXML>
            <emma:emma xmlns:emma="http://www.w3.org/2003/04/emma" version="1.0">
              <emma:interpretation id="{9329E17E-234F-488D-99C2-F7AD51A93A15}" emma:medium="tactile" emma:mode="ink">
                <msink:context xmlns:msink="http://schemas.microsoft.com/ink/2010/main" type="inkWord" rotatedBoundingBox="19186,17580 19756,17578 19757,17755 19187,17757"/>
              </emma:interpretation>
            </emma:emma>
          </inkml:annotationXML>
          <inkml:trace contextRef="#ctx0" brushRef="#br0" timeOffset="221529.802">8878 11664 2751 0,'0'0'256'0,"0"0"-256"16,0 0 0-16,14 2 0 0,-14-2 1728 0,0 0 288 0,15-2 64 0,-15 2 16 0,0 0-1120 0,0 0-208 15,0 0-64-15,0 0 0 16,0 0 1072-16,0 0 208 0,0 0 32 0,0 0 16 0,0 0-400 0,-12-3-80 16,0-1-16-16,12 4 0 15,-9-5 192-15,9 5 48 0,0 0 0 0,0 0 0 16,0 0-272-16,0 0-48 0,0 0-16 0,19-5 0 0,4 0-944 0,3 0-192 15,1-1-48-15,4-1 0 0,4 2-256 0,3 2 0 16,5-1 128-16,0 3-128 0,0-1 0 0,-1 2 0 16,-3 0 0-16,-2 2 0 15,-3-1-1216 1,-4 1-288-16,-6-2-64 0,-4 0-8832 0,-4 0-1760 0</inkml:trace>
          <inkml:trace contextRef="#ctx0" brushRef="#br0" timeOffset="221719.5742">8999 11497 10127 0,'0'0'896'0,"0"0"-704"0,0 0-192 0,0 0 0 0,0 0 4384 0,12 10 848 16,2-1 160-16,-1-1 48 0,1 1-3472 0,0 0-688 0,1-2-144 16,-1 1-32-16,0 1 64 0,2 1 16 15,-1 1 0-15,1 1 0 0,-3-2-816 0,0 2-176 0,-1-2-16 0,-2 1-16 31,-1-3-1440-31,-2 3-272 0,-4 1-64 0</inkml:trace>
        </inkml:traceGroup>
        <inkml:traceGroup>
          <inkml:annotationXML>
            <emma:emma xmlns:emma="http://www.w3.org/2003/04/emma" version="1.0">
              <emma:interpretation id="{D5A75BF7-C1A6-4B3B-8395-60506F5C732E}" emma:medium="tactile" emma:mode="ink">
                <msink:context xmlns:msink="http://schemas.microsoft.com/ink/2010/main" type="inkWord" rotatedBoundingBox="20137,17403 23348,17394 23350,17962 20138,17971"/>
              </emma:interpretation>
            </emma:emma>
          </inkml:annotationXML>
          <inkml:trace contextRef="#ctx0" brushRef="#br0" timeOffset="226301.8672">10878 11700 8287 0,'0'0'368'0,"0"0"80"0,0 0-448 0,0 0 0 0,-12-1 0 0,12 1 0 16,0 0 3184-16,0 0 544 0,0 0 112 0,0 0 32 16,0 0-1904-16,0 0-384 0,0 0-80 0,0 0-16 15,0 0-464-15,17 7-112 0,-1-2-16 0,-2 2 0 16,0 1-224-16,-1 1-48 0,-1-2-16 0,2 1 0 15,-2 1-160-15,0 0-16 0,-1-1-16 0,-1 1 0 0,-10-9-160 0,10 10-48 16,-10-10 0-16,7 12 0 0,-7-12-208 0,6 13 0 16,-6-13 0-16,0 0 0 0,1 12 0 0,-1-12 0 15,0 0 0-15,0 0 0 0,0 0 0 0,0 0 128 0,0 0-128 16,0 0 0-16,-12 3 128 0,12-3-128 0,0 0 0 0,0 0 0 16,-10-5 0-16,1-4 128 15,2-3-128-15,4 0 0 0,3 12 0 0,-2-14-160 16,0-1 32-16,4-1 0 0,2 1-144 0,1 1-32 15,0 0 0-15,2 0 0 16,-2 0-96-16,2 2-32 0,0 2 0 0,1 0 0 0,1 3 96 0,-9 7 16 0,12-5 0 0,-12 5 0 16,0 0 160-16,14-2 160 15,-14 2-208-15,0 0 80 0,15 5 128 0,-15-5 0 0,16 9 0 0,-4 1 0 16,-2 2 384-16,-1-2 64 0,0 3 16 0,-2-1 0 16,-7-12-16-16,10 15-16 0,-1-1 0 0,-2-2 0 15,-7-12-240-15,6 14-64 0,-6-14 0 0,7 14 0 16,-7-14-128-16,0 0 192 0,0 0-192 0,0 0 192 15,0 0-192-15,0 0 0 0,0 0 0 0,0 0 128 16,0 0-128-16,0 0 0 0,0 0 0 0,0 0 0 16,0 0 0-16,0 0 0 0,0 0 0 0,0 0 0 15,0 0 0-15,0 0-320 0,0 0 48 0,-3-12 16 0,3 12-48 0,-5-13 0 16,1 0 0-16,1 1 0 0,-2 1 176 0,5 11 128 16,-4-14-192-16,4 14 192 0,-3-10 0 0,3 10-128 15,0 0 128-15,0 0 0 0,3-10 0 0,-3 10 0 16,0 0-128-16,14-7 128 15,1 3 0-15,1 3-128 0,0 1 128 0,3 1 0 0,3 3 0 0,2-1-128 16,2 1 128-16,2 3 0 0,1 1 0 0,0 1 0 16,-1 1 0-16,0 2 0 0,-1 2 0 0,1 0 0 15,-2 0-128-15,-2 1 128 0,-2 4-144 0,-3-1 144 0,-3-3-208 0,-2 2 80 32,-4-5-2400-32,-1-3-480 0,1 1-80 0,-10-10-7984 0</inkml:trace>
          <inkml:trace contextRef="#ctx0" brushRef="#br0" timeOffset="226749.2466">11707 11666 14735 0,'0'0'1312'0,"0"0"-1056"0,0 0-256 0,0 0 0 16,0 0 2048-16,0 0 368 0,0 0 64 0,0 0 16 15,0 0-1184-15,0 0-224 0,0 0-64 0,13 0 0 16,-13 0-176-16,16 7-32 0,-2 1-16 0,0 5 0 0,-1-5-160 0,1 2-48 15,-3 3 0-15,1-3 0 0,0 0-272 0,0-1-48 16,-12-9-16-16,14 12 0 0,-2 0-64 0,-2-2-32 16,-10-10 0-16,10 9 0 15,-10-9-160-15,11 10 192 0,-11-10-192 0,0 0 192 0,0 0-192 0,0 0 0 16,0 0 0-16,0 0 128 16,0 0-128-16,0 0 0 0,0 0 0 0,0 0 0 15,0 0 128-15,0 0-128 0,0 0 128 0,-5-12-128 16,5 12 0-16,-7-12 0 0,0 2 0 0,2 0 0 15,-1-1-288-15,1 1 16 0,0-2 0 0,0 3 0 0,5 9 96 0,-5-12 32 16,0 0 0-16,5 12 0 0,-4-12 144 0,4 12 0 16,0-12 0-16,0 12 0 0,4-12 0 0,-4 12-128 15,8-9 128-15,-8 9 0 0,12-7 0 0,2 0-160 16,2 4 160-16,1 3 0 0,2 0 0 0,5 2-128 0,4-1 128 0,-1 3 0 16,1 1 0-16,1 2 0 0,1-2 0 0,1 2 0 15,0 2 0-15,-2-1 0 16,-1 3 0-16,1 1 0 0,0 0 128 0,-3 0-128 15,-5-2 0-15,-6 0 144 0,-4 1-144 0,-3 1 0 0,-1 3 0 0,-1 1 0 32,-3 0-1536-32,-3-1-256 0,-3-5-32 0</inkml:trace>
          <inkml:trace contextRef="#ctx0" brushRef="#br0" timeOffset="223203.7847">10379 11516 13823 0,'0'0'608'0,"0"0"128"0,0 0-592 0,6-12-144 15,-6 12 0-15,5-12 0 0,0 1 2288 0,-5 11 416 16,0 0 96-16,0 0 16 0,0 0-1136 0,-2-12-208 16,-3 2-64-16,0 1 0 0,-2 1-256 0,-2 1-48 15,-4 0-16-15,-3 2 0 0,0-1-400 0,1 3-96 16,-2-1-16-16,-2 1 0 0,-4 0-192 0,-1 1-64 16,-2 2 0-16,-1 0 0 0,-3 0-112 0,3 3-16 0,-1 1-16 0,0 1 0 15,1 0-176-15,1 2 0 0,0 0 144 0,2 3-144 16,0 1 0-16,3 1 144 0,2-4-144 0,2 6 0 0,1 2 0 0,4-3 0 0,2 0 0 15,3 0 0 1,3 3 0-16,4-1 0 0,6 1 0 0,2-1 0 16,6-1 0-16,2-2 0 0,-1-1 0 0,4-3 0 15,2 1-192-15,3-2 16 0,2-2 0 0,1 0 0 16,1 0-112-16,3-5-32 0,2-1 0 0,0 1 0 16,-2-2 80-16,-2 0 16 0,-3-3 0 0,-4 0 0 0,-3-2 0 0,-1 0 0 0,-3 0 0 0,-1 0 0 31,-4-1 224-31,-1-1 0 0,0-3 0 0,-2 2 0 0,-4-2 0 0,0-1 160 15,1 1-160-15,-2 2 128 0,1-2 128 0,-3 12 32 16,5-10 0-16,-5 10 0 16,7-13 96-16,-7 13 0 0,9-10 16 0,-9 10 0 0,12-9-80 0,0 3-32 0,-12 6 0 0,15-6 0 31,1 3-288-31,0 3 160 0,-1 2-160 0,1 1 128 0,-3 2-128 0,1 2 0 16,-2 2 0-16,2-1 0 0,-2 1 0 0,2 3-192 15,0 2 32-15,0 3 16 16,-1 4-1584-16,1 0-320 0,0 1-64 0,2 1-7616 0,-1 1-1536 0</inkml:trace>
          <inkml:trace contextRef="#ctx0" brushRef="#br0" timeOffset="227383.2722">12471 11414 11967 0,'0'0'1072'0,"0"0"-864"15,0 0-208-15,0 0 0 16,0 0 2416-16,0 0 432 0,0 0 96 0,0 0 0 15,12 12-1136-15,-12-12-224 0,12 16-48 0,2-1-16 0,0 1 0 0,0-4 0 0,0 0 0 0,1-2 0 16,1-3-720 0,-1 0-144-16,1 2-16 0,-1-1-16 0,-1-1-368 0,-14-7-80 15,16 7-16-15,-1 2 0 0,-1-4-160 0,-14-5 0 0,14 5 144 16,-14-5-144-16,0 0 0 0,0 0 0 16,14 3 0-16,-14-3 128 0,0 0-128 0,0 0 0 0,0 0 0 0,0 0-128 15,0 0 128-15,3-10-192 0,-3 10 192 0,0-12-192 16,-2 2-128-16,2 10-48 15,0 0 0-15,-3-11 0 0,3 11 112 0,-2-12 0 16,0 2 16-16,2 10 0 0,0 0 240 0,0 0-192 0,6-12 192 0,-6 12-192 16,10-9 192-16,-10 9-144 0,10-5 144 0,-10 5-128 15,16-2 128-15,-1 2-128 0,-1 0 128 0,2 4-128 16,-1 1 128-16,1 2 0 0,-2 0 0 0,-1-2 0 16,3 0 0-16,-2 0 0 0,-14-5-144 0,17 5 144 0,-1 1 0 0,-1-3 0 15,-15-3 0-15,17 3 0 0,-17-3 0 0,18 0 0 16,-5 0 0-16,-13 0 0 15,14-1 0-15,-14 1 0 0,14-5 0 0,-14 5 0 16,0 0 0-16,10-9 0 0,-3-1-144 0,-7 10 144 0,7-13 0 0,-3 0-128 0,-4-1 128 16,-2 2 0-1,2 12-240-15,-4-14 64 0,-2 0 16 0,-1 2 0 0,0 0-32 0,0 2-16 16,-2-2 0-16,1-1 0 0,-1 1 208 0,2 0-192 0,7 12 192 16,-9-12-192-16,1 2-64 0,8 10-16 0,-12-9 0 0,12 9 0 46,-12-5-496-46,12 5-112 0,0 0-16 0,0 0 0 0,0 0-1952 16,-9 7-400-16</inkml:trace>
        </inkml:traceGroup>
        <inkml:traceGroup>
          <inkml:annotationXML>
            <emma:emma xmlns:emma="http://www.w3.org/2003/04/emma" version="1.0">
              <emma:interpretation id="{996A6EBB-10A4-4CFC-9FB5-73F70CDA74FE}" emma:medium="tactile" emma:mode="ink">
                <msink:context xmlns:msink="http://schemas.microsoft.com/ink/2010/main" type="inkWord" rotatedBoundingBox="23626,17368 26938,17358 26940,18021 23628,18031"/>
              </emma:interpretation>
            </emma:emma>
          </inkml:annotationXML>
          <inkml:trace contextRef="#ctx0" brushRef="#br0" timeOffset="228882.145">14192 11362 12895 0,'0'0'1152'0,"0"0"-928"0,0 0-224 0,0 0 0 0,0 0 2144 0,0 0 384 16,14-8 80-16,-2 2 16 0,-12 6-1664 0,17-3-320 0,-1-1-64 0,1 3 0 15,0 1 48-15,0 1 16 16,1 3 0-16,1-1 0 0,1 3-192 0,5-1-16 15,2 2-16-15,1-1 0 0,-2 0-224 0,0-1-64 0,-2-2 0 0,-2 2 0 16,1-1 288-16,-3-1 48 0,-1 1 16 0,0-1 0 16,-1 1 80-16,-1-3 16 0,-3-1 0 0,-14 0 0 0,13 2-32 0,-13-2 0 15,0 0 0-15,0 0 0 0,0 0-176 0,0 0-48 16,0 0 0-16,0 0 0 0,0 0-64 0,2 17-32 16,-2-17 0-16,-5 18 0 0,-4-4-32 0,-3-1-16 15,0-1 0-15,-2 0 0 0,-1-3-176 0,1 1 160 16,-1 1-160-16,-1 1 160 0,-3 0-160 0,2 4 0 15,1-1 144-15,1 1-144 0,-1-3 0 0,1 1 0 16,-1-3 0-16,1 1 0 31,1 0-352-31,2 0-144 0,1 0-16 0,3 0-10272 0,1-2-2048 0</inkml:trace>
          <inkml:trace contextRef="#ctx0" brushRef="#br0" timeOffset="229004.385">15024 11645 21183 0,'0'0'1888'0,"0"0"-1504"16,-2-12-384-16,2 12 0 0,0 0 3216 0,0 0 576 0,0 0 112 0,0 0 32 0,0 0-2976 0,-14 4-576 16,-1 1-128-16,-2 2-32 0,-1 1 32 0,-1 3 16 15,0 2 0-15,4 3 0 16,1 1 96-16,2 4 16 15,0 0 0-15,0 1 0 0,0 1-384 0,3-3 128 0,0-1-128 16,3 2 0-16,0-4-256 0,1 0-112 0,2-1-16 0,1 1-10832 31,2-1-2160-31</inkml:trace>
          <inkml:trace contextRef="#ctx0" brushRef="#br0" timeOffset="229430.8282">15452 11362 7359 0,'0'0'656'0,"0"0"-528"16,0 0-128-16,7-10 0 0,-7 10 2992 0,9-12 560 15,-9 12 112-15,0 0 32 0,6-14-2256 0,-6 14-448 16,9-12-96-16,-9 12 0 0,7-12 272 0,-7 12 64 15,9-11 16-15,-9 11 0 16,0 0-544-16,12-7-128 0,-12 7 0 0,12-5-16 16,-12 5-368-16,0 0-64 0,0 0 0 0,0 0-128 15,0 0 512-15,0 0 0 0,0 0 0 0,0 0 0 16,0 0 96-16,0 0 16 0,0 0 0 0,0 0 0 0,0 0-320 0,-12 7-64 16,0 0-16-16,1 2 0 0,3-1-16 0,-3 3 0 15,-1-1 0-15,4 0 0 0,-1 4-80 0,-1 0 0 16,-1 0-128-16,-1 1 192 0,0-1 0 0,0 0-16 15,0 3 0-15,3 1 0 0,2-1-32 0,6-2 0 0,1-15 0 0,3 18 0 16,4 1-144-16,3 0 0 0,4-2 144 0,2 0-144 16,-1-1 0-16,4-3 144 0,4-2-144 0,2-1 0 15,3-1 0-15,1-1 0 16,3-1 0-16,0-2 0 16,1 4-1344-16,2-2-256 0,-3-2-64 0,1-1-8640 0,0-6-1728 0</inkml:trace>
          <inkml:trace contextRef="#ctx0" brushRef="#br0" timeOffset="229847.6543">15989 11561 13823 0,'0'0'1216'0,"0"0"-960"15,19 3-256-15,0 2 0 0,0 0 2512 0,-2 2 464 0,0 0 96 0,-1 2 0 16,-16-9-1472-16,15 10-288 0,-1 1-64 0,-14-11-16 15,9 12-224-15,-9-12-48 0,8 13-16 0,-8-13 0 16,2 16-208-16,-2-16-32 0,2 14-16 0,-2-14 0 16,-2 17-304-16,0-3-48 0,2-14-16 0,0 0 0 15,-7 12-176-15,7-12-144 0,0 0 192 0,0 0-192 16,0 0 128-16,-8 7-128 0,8-7 0 0,0 0 0 16,0 0 144-16,0 0-144 0,0 0 0 0,0 0 144 15,0 0-144-15,-7-9 128 0,2-1-128 0,5 10 128 16,0 0-128-16,3-14 0 0,2 0-160 0,1 0 160 0,-1 1-144 0,2-1 144 31,1-2-128-31,1-1 128 0,0-2 0 0,1 2-128 0,2 3 128 0,2-2 0 16,-2 1 0-16,2-1 0 0,1 3 0 0,1 2 0 0,-2 3 0 0,-1 2 0 15,1 3 0-15,0 3 0 0,1 2 352 0,1 1 0 16,0 2 0-16,-1 4 0 0,1 1-208 0,1 1-144 16,2 1 192-16,2 5-192 0,-1 5 0 0,3 4 0 15,1 2 0-15,0 5 0 0,-2 3 0 0,1 5 0 16,-2 4 0-16,-1-2-17008 0</inkml:trace>
          <inkml:trace contextRef="#ctx0" brushRef="#br0" timeOffset="228328.763">13314 11512 5519 0,'0'0'496'0,"0"0"-496"0,0 0 0 0,0 0 0 16,0 0 3264-16,0 0 544 0,0 0 112 0,0 0 32 0,0 0-1520 15,0 0-320-15,0 0-48 0,0 0-16 0,0 0-496 0,0 0-96 16,0 0-32-16,0 0 0 0,13 2-496 0,1 1-96 0,0-1-32 0,-14-2 0 31,14 12-224-31,0 2-32 0,-1 0-16 0,1 1 0 0,2 1-288 0,-2-1-64 16,-4 1-16-16,0 0 0 15,1-3-160-15,-1-1 0 0,-10-12 0 0,10 13 128 0,-1-5-128 16,-9-8 192-16,0 0-192 0,0 0 192 0,0 0-192 0,0 0 0 16,0 0 0-16,0 0 0 0,0 0 0 0,0 0 0 0,0 0 0 15,0 0 0-15,0 0 0 0,-7-10 0 0,0-1 0 0,0-1 0 0,0 0 0 0,0 0 0 32,2-3 128-32,2-1-128 0,-1 2 0 0,3 1 0 15,-3-1 0-15,4 14 0 0,2-12 0 0,-2 12 0 0,2-18 0 0,-1 5 0 16,1-1 0-16,1 2 0 0,-3 12 0 0,6-12 0 15,-6 12 0-15,8-11 0 0,-8 11-176 0,11-7 176 0,-11 7-128 0,13-5 128 32,-13 5-128-32,16-2 128 0,0 2 0 0,-3 4 0 15,1-1 0-15,2 3-128 0,-1-1 128 0,2 3 0 16,-1 1 0-16,3 1 0 0,2 1 0 0,1-1 0 16,1 0 0-16,-1 2-128 0,-1 1 128 0,-1 2-128 0,-2 1 128 0,-1 1-128 31,0-3-1680-31,2-2-336 0,-2-2-64 0,4 0-16 0</inkml:trace>
        </inkml:traceGroup>
      </inkml:traceGroup>
    </inkml:traceGroup>
    <inkml:traceGroup>
      <inkml:annotationXML>
        <emma:emma xmlns:emma="http://www.w3.org/2003/04/emma" version="1.0">
          <emma:interpretation id="{0E076093-047F-4964-984A-6CE7F38933A7}" emma:medium="tactile" emma:mode="ink">
            <msink:context xmlns:msink="http://schemas.microsoft.com/ink/2010/main" type="paragraph" rotatedBoundingBox="10265,18089 31392,17848 31404,18918 10277,19160" alignmentLevel="5"/>
          </emma:interpretation>
        </emma:emma>
      </inkml:annotationXML>
      <inkml:traceGroup>
        <inkml:annotationXML>
          <emma:emma xmlns:emma="http://www.w3.org/2003/04/emma" version="1.0">
            <emma:interpretation id="{1732F8FF-CE4C-4B76-AC1F-FF4DEF3B49D0}" emma:medium="tactile" emma:mode="ink">
              <msink:context xmlns:msink="http://schemas.microsoft.com/ink/2010/main" type="inkBullet" rotatedBoundingBox="10267,18262 10901,18254 10905,18627 10271,18634"/>
            </emma:interpretation>
            <emma:one-of disjunction-type="recognition" id="oneOf0">
              <emma:interpretation id="interp0" emma:lang="" emma:confidence="0">
                <emma:literal>→</emma:literal>
              </emma:interpretation>
            </emma:one-of>
          </emma:emma>
        </inkml:annotationXML>
        <inkml:trace contextRef="#ctx0" brushRef="#br0" timeOffset="235102.3341">-44 12342 5519 0,'0'0'496'0,"0"0"-496"15,2-12 0-15,-2 12 0 0,0 0 2320 0,7-12 368 16,-7 12 80-16,9-8 16 0,-9 8-832 0,0 0-160 0,10-9-48 0,-10 9 0 15,0 0-192-15,0 0-32 16,0 0-16-16,12 7 0 0,-12-7-512 0,9 14-96 16,-2 1-32-16,-1-1 0 0,1 0-32 0,0 0 0 15,-2 1 0-15,2 1 0 0,0-2-400 0,2 1-96 16,3 1-16-16,-2-6 0 0,2-1-144 0,2-1-48 0,0-1 0 0,2 2 0 16,-1-6-128-16,1-1 0 0,-16-2 0 0,17 2 0 15,-3 1 128-15,0-3-128 0,-14 0 128 0,13-2-128 16,-13 2 0-16,0 0 0 15,0 0 0-15,0 0 0 0,14-5 0 0,-14 5 0 0,0 0 0 16,0 0 0-16,0 0 0 0,0 0 0 0,0 0 0 0,10-10 0 16,-10 10 0-16,7-12 0 0,-7 12 0 0,0 0 0 0,6-14 0 0,-6 14 0 15,0 0 0-15,0 0 0 0,0 0 0 0,13-5 0 16,-13 5 0-16,0 0 0 16,18 7 0-16,-3 1 0 0,-1-1 0 0,0 5 0 0,0-1 0 0,-1-1 0 15,1-3 0-15,-2 0 0 0,0 2-128 0,2-4 128 16,0-2 0-16,0-3 0 15,-14 0 0-15,15-3 0 0,1-4 0 0,-4 0 0 16,2-3 0-16,0-1 0 0,-2-1 0 0,-2-2 0 0,0-3-160 0,1 0-16 0,-1-2 0 16,-1 0 0-16,-4-4-32 0,-2-1-16 15,1 2 0-15,-4-1 0 0,-2-1 80 0,-1 2 16 16,-3 1 0-16,1 5 0 0,-3 1 128 0,-1 3-160 0,0 1 160 0,-3 3-160 16,0 1 160-16,-2 2-128 0,1 1 128 0,-3 4-128 15,1 2 128-15,-1 2-192 16,0-3 192-16,3 4-192 15,-1-1-384-15,2 1-64 0,12-5-32 0,0 0-8480 0,-7 12-1712 16</inkml:trace>
      </inkml:traceGroup>
      <inkml:traceGroup>
        <inkml:annotationXML>
          <emma:emma xmlns:emma="http://www.w3.org/2003/04/emma" version="1.0">
            <emma:interpretation id="{E52C6239-70B2-4016-9885-1BB4D1664FF1}" emma:medium="tactile" emma:mode="ink">
              <msink:context xmlns:msink="http://schemas.microsoft.com/ink/2010/main" type="line" rotatedBoundingBox="11112,18079 31392,17848 31404,18918 11124,19150"/>
            </emma:interpretation>
          </emma:emma>
        </inkml:annotationXML>
        <inkml:traceGroup>
          <inkml:annotationXML>
            <emma:emma xmlns:emma="http://www.w3.org/2003/04/emma" version="1.0">
              <emma:interpretation id="{A3C3BE0F-DDB8-4B8C-9E8F-9B12F404FB91}" emma:medium="tactile" emma:mode="ink">
                <msink:context xmlns:msink="http://schemas.microsoft.com/ink/2010/main" type="inkWord" rotatedBoundingBox="11117,18468 11258,18467 11262,18771 11120,18772"/>
              </emma:interpretation>
            </emma:emma>
          </inkml:annotationXML>
          <inkml:trace contextRef="#ctx0" brushRef="#br0" timeOffset="235394.8377">804 12386 12895 0,'0'0'576'0,"0"0"112"0,0 0-560 0,0 0-128 0,0 0 0 0,0 0 0 0,0 0 2528 0,0 0 480 15,0 0 80-15,14 8 32 16,-2 3-1216-16,-12-11-240 0,7 12-64 0,-1 1 0 0,1 5-640 0,0 1-128 15,0 0-16-15,0 1-16 16,2 3-464-16,-1-1-80 0,-1-4-32 0,0-1 0 16,0-2-224-16,0 4 0 0,2 4 0 0,-1-4 0 15,-1-5-2304-15,2-2-512 16</inkml:trace>
        </inkml:traceGroup>
        <inkml:traceGroup>
          <inkml:annotationXML>
            <emma:emma xmlns:emma="http://www.w3.org/2003/04/emma" version="1.0">
              <emma:interpretation id="{0DB07504-875C-4A55-92C9-B2EC89689DD6}" emma:medium="tactile" emma:mode="ink">
                <msink:context xmlns:msink="http://schemas.microsoft.com/ink/2010/main" type="inkWord" rotatedBoundingBox="11732,18403 14727,18368 14733,18837 11738,18872"/>
              </emma:interpretation>
            </emma:emma>
          </inkml:annotationXML>
          <inkml:trace contextRef="#ctx0" brushRef="#br0" timeOffset="235831.3369">1644 12693 26079 0,'-19'-2'1152'0,"4"2"256"0,-6 2-1136 0,2 3-272 0,0 4 0 0,2 1 0 16,0-1 720-16,1 1 96 0,2-3 16 0,2 3 0 0,0-1-640 15,0 0-192-15,12-9 128 0,-14 10-128 16,2-2-1344-16,12-8-320 0</inkml:trace>
          <inkml:trace contextRef="#ctx0" brushRef="#br0" timeOffset="236318.6454">1977 12391 8287 0,'-15'-4'368'0,"15"4"80"0,-14 0-448 0,2 4 0 0,0 1 0 0,12-5 0 16,-10 10 3872-16,3 2 688 0,7-12 144 15,-5 14 32-15,5-14-3232 0,-2 17-640 0,4 1-128 0,1-1-32 0,2-5-256 0,2 0-48 16,5 0-16-16,0-1 0 0,2-4-160 0,2 3-32 16,1-3-16-16,0 0 0 0,-1 0-176 0,-3-1 0 15,3 0 0-15,-1 1 128 0,-1-2-128 0,-14-5 0 0,14 3-192 0,-14-3 192 16,16 4-144-16,-16-4 144 15,0 0 0-15,13 0 0 0,-13 0 0 0,0 0 0 0,0 0 0 16,0 0 0 0,0 0 0-16,0 0 0 0,0 0 0 0,0 0 0 0,0 0 0 15,0 0-208-15,0 0 64 0,0 0 16 16,0 0-304-16,0 0-48 0,0 0-16 0,0 0 0 0,0 0 272 0,0 0 48 0,14 5 16 0,-14-5 0 16,0 0 160-16,16 5 0 0,-2 0 0 0,-14-5 0 15,15 5 0-15,-1-1 0 16,-14-4 0-16,17 2 0 0,0-1 0 0,-1-1 0 15,-16 0 0-15,19-1 0 0,0-3 0 0,-2-3 0 16,-1-3 128-16,-2 1-128 16,-2 1-320-16,0-6-128 0,-2-4-16 0,-1 0-16 15,-2-1 240-15,-2-2 48 0,-5-2 16 0,0-1 0 0,-4-2 176 0,-1 2 0 16,0 3 0-16,-2 2 0 0,-2 2 0 0,1 5-160 0,-1 3 16 0,1 4 0 31,-5-2-624-31,5 6-112 0,8 1-16 0,0 0-5760 0,-14 1-1152 0</inkml:trace>
          <inkml:trace contextRef="#ctx0" brushRef="#br0" timeOffset="236611.3072">2663 12474 2751 0,'0'0'256'0,"0"0"-256"16,0 0 0-16,0 0 0 0,0 0 3968 0,0 0 736 15,0 0 160-15,0 0 16 16,0 0-3136-16,0 0-624 0,8 13-128 0,-1 1-32 0,-2-2 16 0,1 0 0 0,-6-12 0 15,6 16 0 1,0-2-432-16,-1 0-96 0,-5-14 0 0,5 17-16 16,-2-2-240-16,-1-1-64 0,-2-14 0 0,-2 14 0 15,2-14 48-15,-3 14 0 0,3-14 0 0,-5 12 0 0,5-12 1040 0,-5 14 192 16,5-14 64-16,0 0 0 16,0 0-1664-16,0 0-320 0,-2 13-64 0,2-13 0 0,0 0 576 0,12 9 128 15,2-2 32-15,1-4 0 0,3-1-160 0,2 2 160 16,1-1-160-16,3 1 160 0,0 1-160 0,2 0-176 0,-2-2 48 15,4 1 0 1,5-2-2336-16,0-2-464 0</inkml:trace>
          <inkml:trace contextRef="#ctx0" brushRef="#br0" timeOffset="236776.4641">3369 12596 25103 0,'0'0'1104'0,"0"0"240"0,5-10-1072 0,3 1-272 16,3 2 0-16,3 2 0 0,-1 2 720 0,3-3 96 0,-2-2 16 0,1 6 0 16,1 6-512-16,-1-1-112 0,1-3-16 0,-1 2 0 31,1 1-1744-31,-1 1-368 0</inkml:trace>
          <inkml:trace contextRef="#ctx0" brushRef="#br0" timeOffset="236915.3099">3817 12631 10127 0,'0'0'896'0,"0"0"-704"0,0 0-192 0,0 0 0 0,11-7 2400 0,2 0 448 15,3 0 96-15,0-2 0 0,1 6-2368 0,0-2-576 16,0-2 0-16,1-2-9152 0</inkml:trace>
          <inkml:trace contextRef="#ctx0" brushRef="#br0" timeOffset="237165.1355">4285 12624 12895 0,'0'0'576'0,"0"0"112"0,0 0-560 0,9-7-128 16,-1-5 0-16,1 5 0 0,-9 7 2496 0,12-7 480 0,0-2 96 0,-2 2 0 16,-10 7-1904-16,14-3-384 15,-14 3-80-15,16 0 0 0,-1 2-512 0,-1-1-192 0,-14-1 176 0,14 0-12016 16</inkml:trace>
        </inkml:traceGroup>
        <inkml:traceGroup>
          <inkml:annotationXML>
            <emma:emma xmlns:emma="http://www.w3.org/2003/04/emma" version="1.0">
              <emma:interpretation id="{A17A51FF-BD6C-48FE-BEA0-1A08E0F28905}" emma:medium="tactile" emma:mode="ink">
                <msink:context xmlns:msink="http://schemas.microsoft.com/ink/2010/main" type="inkWord" rotatedBoundingBox="15613,18326 17547,18304 17553,18814 15619,18837"/>
              </emma:interpretation>
            </emma:emma>
          </inkml:annotationXML>
          <inkml:trace contextRef="#ctx0" brushRef="#br0" timeOffset="238703.4598">6525 12548 10127 0,'0'0'896'0,"0"0"-704"0,4-9-192 0,-4 9 0 0,0 0 2656 0,15-1 496 16,-1 1 112-16,0 1 0 15,0 3-1840-15,0 1-368 0,-1 0-80 0,1 4-16 0,2 1-160 0,-1 0-32 16,1-1-16-16,-1 1 0 0,1 1-320 0,-1-1-64 15,-1 0-16-15,-2 1 0 16,-12-11-208-16,14 12-144 0,-4-4 192 0,-10-8-192 16,0 0 144-16,9 13-144 0,-9-13 0 0,0 0 144 0,0 0-16 0,0 0-128 15,0 0 192-15,0 0-64 0,0 0 128 0,0 0 0 16,0 0 16-16,0 0 0 0,0 0 48 0,0 0 0 0,-12 0 0 0,12 0 0 0,-12-6-320 0,12 6 0 31,-10-12 0-31,3 4 0 0,7 8 0 0,-6-11 160 16,5-1-160-16,1 12 128 0,0-14-128 0,0 14 0 15,5-13 0-15,2 1 0 0,1 1 0 0,6 4 0 16,2 0 0-16,-1 0 0 0,1 1 0 0,3 0 0 16,2 1 0-16,1 2 0 0,2 1 0 0,4 2 0 0,3 5 0 0,2 0 128 15,-2 1-128-15,1 2 0 0,1 3 144 0,-3 1-144 0,-4 1 0 0,-2 5 0 16,-2 1 0-16,-5 0 0 16,-3-2-1024-16,-3-2-288 0,-1-1-48 0</inkml:trace>
          <inkml:trace contextRef="#ctx0" brushRef="#br0" timeOffset="238262.2952">5305 12629 11967 0,'0'0'528'0,"0"0"112"15,0 0-512-15,0 0-128 0,0 0 0 0,0 0 0 16,0 0 2080-16,0 0 384 0,0 0 80 0,0 0 16 0,0 0-1008 0,0 0-192 16,0 0-32-16,0 0-16 0,0 0-240 0,0 0-48 15,0 0-16-15,0 0 0 0,0 0-448 0,0 0-96 16,0 0-16-16,14 3 0 0,-14-3-176 0,0 0-32 15,14 9-16-15,-14-9 0 0,12 14-224 0,-12-14 144 0,10 12-144 0,-1 2 128 32,-9-14-128-32,10 17 0 0,-10-17 0 0,10 17 0 0,-10-17 0 0,14 12 128 15,-14-12-128-15,16 11 128 0,-1-3-128 0,-1-4 0 0,-14-4 0 0,21 2 0 0,0-2 0 0,1-2 0 16,0-2 144-16,3 1-144 16,-1-1 0-16,0-1 144 0,0 0-144 0,0-4 0 15,-1-1 128-15,-3 1-128 0,-1 3 0 0,-1-1 0 16,-3-2 128-16,-1 2-128 0,-2 0 144 0,-12 7-144 0,10-12 0 0,-3 2 0 15,-7 10 0-15,2-14 0 0,-4 0 0 0,-1 2 0 32,-1 0 0-32,-1 2 0 0,-3 1 0 0,-3 0-160 0,-1 1 160 0,0-1-192 0,0 1 48 0,0 2 0 15,0 3 0-15,3-1 0 16,1 1 896-16,8 3 176 0,0 0 32 0,0 0 16 16,0 0-1616-16,0 0-320 0,0 0-64 0,0 0 0 0,0 0 576 15,0 0 112-15,0 0 16 0,17-2 16 31,0 1-208-31,0 1-64 0,-1 0 0 0,-2 0 0 0,0-2 352 0,-14 2 64 0,15 3 16 0,-1-1 0 0,-14-2 144 0,14 0 192 0,-14 0-32 16,0 0-16-16,0 0 272 0,0 0 48 0,0 0 16 0,14 5 0 16,-14-5-96-16,0 0-32 0,0 0 0 0,0 0 0 15,12 11-352-15,-12-11 0 0,0 0 0 0,0 0 0 32,12 8 0-32,-12-8 144 0,12 7-144 0,-12-7 160 15,15 10 208-15,-1-1 32 0,-14-9 16 0,17 7 0 0,2 0 192 16,-1 0 32-16,-3 0 16 0,1 0 0 0,-1-4-272 0,2 0-48 15,2 3-16-15,0-3 0 0,-1-3-320 0,-1 0 144 16,-2 4-144-16,1-4 0 0,0-4 128 0,-1 4-128 16,-1 0 0-16,0-2 0 0,-1-1 0 0,1-1 0 15,0 3 0-15,0-4 0 0,-2-1 0 0,0-1-256 0,-2-1 80 0,1-3 16 16,-3 1 160-16,-1-2-208 16,-1-3 80-16,-3-1 128 0,-1 4 0 0,-2-4 0 0,-2-3 0 0,-1 0 0 15,-4 0-128-15,0 2 128 0,-4-2 0 0,-1 2 0 0,0 0-144 16,-2 1 144-16,1 1-192 0,-1 1 192 0,-2-2-224 0,2 2 64 31,2 1 16-31,0 2 0 16,2 1-368-16,1 1-64 0,1 2 0 0,1-1-16 0,7 8-2672 0,0 0-512 0</inkml:trace>
        </inkml:traceGroup>
        <inkml:traceGroup>
          <inkml:annotationXML>
            <emma:emma xmlns:emma="http://www.w3.org/2003/04/emma" version="1.0">
              <emma:interpretation id="{FE3A7412-C67A-48A9-99A9-5E28B6F02157}" emma:medium="tactile" emma:mode="ink">
                <msink:context xmlns:msink="http://schemas.microsoft.com/ink/2010/main" type="inkWord" rotatedBoundingBox="18793,18458 19332,18451 19337,18902 18799,18908"/>
              </emma:interpretation>
            </emma:emma>
          </inkml:annotationXML>
          <inkml:trace contextRef="#ctx0" brushRef="#br0" timeOffset="239375.6356">8517 12384 17503 0,'0'0'768'0,"-12"-4"176"16,0 1-752-16,12 3-192 0,0 0 0 0,0 0 0 16,-12-2 1616-16,12 2 304 0,0 0 48 0,0 0 16 0,0 0-832 0,0 0-144 15,0 0-48-15,0 0 0 16,0 0-240-16,19 4-48 0,0-3-16 0,3 3 0 15,1 1-336-15,1 0-64 0,2 0 0 0,0 2-16 16,1 2-240-16,1 1 128 0,-2 1-128 0,0-1 0 16,0-1 128-16,-4 3-128 0,-3 3 0 0,-2-3 0 0,-1-3 160 0,-2 1-160 15,-2 2 160-15,-4 1-160 0,-3-1 224 0,-1 3-48 16,-2-1-16-16,-4 0 0 0,-2-4 32 0,-1 0 0 16,0 1 0-16,-4 1 0 0,-3 2 32 0,-1 1 16 15,-3-6 0-15,-1-1 0 0,-2 1-240 0,-4 0 144 16,-1-1-144-16,0 1 128 0,-2 0-128 0,2-1 0 0,0-1 0 0,1 0 128 31,1 2-528-31,-1-2-112 0,3 0-32 0,3-2 0 0,1-2-2304 0,4 1-464 0</inkml:trace>
          <inkml:trace contextRef="#ctx0" brushRef="#br0" timeOffset="239544.424">9023 12705 13823 0,'0'0'1216'16,"0"0"-960"-16,0 0-256 0,0 0 0 0,0 0 1648 0,0 0 272 0,0 0 64 0,0 0 16 16,0 0-1296-16,0 0-272 0,-9 15-48 0,-1-2-16 0,-2-3 128 0,0 2 16 15,1 2 16-15,-1-4 0 0,-2-1-400 0,2 1-128 16,12-10 0-16,-12 12-7152 16,4-1-1472-16</inkml:trace>
        </inkml:traceGroup>
        <inkml:traceGroup>
          <inkml:annotationXML>
            <emma:emma xmlns:emma="http://www.w3.org/2003/04/emma" version="1.0">
              <emma:interpretation id="{EC5D2DD1-A719-4F84-9A25-497CE376064A}" emma:medium="tactile" emma:mode="ink">
                <msink:context xmlns:msink="http://schemas.microsoft.com/ink/2010/main" type="inkWord" rotatedBoundingBox="19845,18353 20407,18346 20412,18812 19850,18818"/>
              </emma:interpretation>
            </emma:emma>
          </inkml:annotationXML>
          <inkml:trace contextRef="#ctx0" brushRef="#br0" timeOffset="239950.9024">9798 12380 21071 0,'0'0'928'0,"-14"-3"208"0,0 1-912 0,0 2-224 0,1 4 0 0,0 1 0 0,0 4 160 0,-1 1-16 16,0 4 0-16,-2 1 0 15,-1 4 496-15,0 4 80 0,-2 1 32 0,2 0 0 0,-1 2 688 0,5-5 144 32,1-2 16-32,3-2 16 0,2-2-480 0,2 3-112 0,3-3 0 0,2 1-16 15,0-16-304-15,9 17-64 0,3-3-16 0,3-2 0 0,3-4-320 0,2-2-64 16,5-3-16-16,-1 1 0 0,0-3-96 0,0-2-128 15,2-5 176-15,1 5-176 16,3-1 0-16,1 0 0 0,0 0 0 0,0-3 0 16,0 0 0-16,0 0-192 0,0-2 0 0,-1 0 0 15,-5-3 192-15,0-1-192 0,-6-2 192 0,-6-1-192 0,-6-5 192 16,-5-4 0-16,-5-4 0 0,-8-6 0 0,-6-7 0 0,-7-1 0 16,-6 1 0-16,-4 4 0 0,-7 1 0 0,-6 4 0 0,-5 7 0 0,-1 9-10784 15,-3 4-2048-15</inkml:trace>
        </inkml:traceGroup>
        <inkml:traceGroup>
          <inkml:annotationXML>
            <emma:emma xmlns:emma="http://www.w3.org/2003/04/emma" version="1.0">
              <emma:interpretation id="{B8A2A7D4-A439-46A3-B6AE-60793922E2A9}" emma:medium="tactile" emma:mode="ink">
                <msink:context xmlns:msink="http://schemas.microsoft.com/ink/2010/main" type="inkWord" rotatedBoundingBox="22147,18586 23764,18568 23769,19005 22152,19024"/>
              </emma:interpretation>
            </emma:emma>
          </inkml:annotationXML>
          <inkml:trace contextRef="#ctx0" brushRef="#br0" timeOffset="242580.0077">12078 12639 2751 0,'0'0'256'0,"0"0"-256"0,0 0 0 0,0 0 0 0,-4-15 2992 0,-3 1 544 16,-1 2 112-16,-3 0 32 16,-1 1-1440-16,-2 1-272 0,-1-2-64 0,-1 3-16 0,-1-1-336 0,2 3-64 15,-3 0-16-15,3 2 0 16,1 2-432-16,2-1-80 0,2-1-32 0,10 5 0 0,-12 5-416 0,12-5-96 16,-11 9-16-16,4-1 0 0,0 3-400 0,2 3 0 15,2 1 0-15,1 1 0 0,-1-1 0 0,1 2 0 16,0 4 0-16,2 0 128 0,2 0-128 0,0-1 0 15,-2-1 0-15,3-1 0 0,0-3 0 0,-3-15 0 16,4 16 0-16,-4-16 0 0,7 17 0 0,-7-17 0 16,0 0 0-16,10 14 0 0,-10-14 0 0,0 0-176 15,12 5 176-15,-12-5-128 0,18 0 128 0,-3-4-192 0,-1-1 192 16,-2-2-192-16,0-1 192 0,0-3 0 0,-2-1-144 0,1 0 144 16,-1-2 0-16,1 1 0 15,-1-1 0-15,0 0 0 0,1-2 0 0,-1 4 0 0,-10 12-144 0,12-10 144 16,0-2 0-16,-2 5 0 0,-10 7 0 0,16 0 0 15,-2-2-128-15,-14 2 128 16,17 5 0-16,-1 1 0 0,-3 1-144 0,1-1 144 0,0 3 0 0,2 1-144 16,-1 1 144-16,1-1 0 0,1 0 0 0,2 1 0 15,2-1 0-15,-2-3 0 0,-2 0 0 0,0 0-128 16,0 0 128-16,1-2 0 0,-1-3 0 0,-2-1 0 16,-1-1 0-16,-14 0 0 0,17-3 0 0,-3 0 128 15,-14 3-128-15,14-4 128 0,-14 4-128 0,0 0 128 16,9-10-128-16,-9 10 0 0,0 0 128 0,5-16-128 15,-5 2 0-15,0 1 0 0,-2 0 0 0,2 13 128 16,-3-13-128-16,-1 1 0 0,4 12 0 0,-3-14 128 0,3 0-128 0,0 14 0 16,0-12 0-16,0 12 0 15,0 0 0-15,0 0 0 0,8-12 0 0,-8 12-128 0,14-2 128 0,0-1 0 16,0-3 0-16,0 5 0 16,-1 4 0-16,1 1 0 0,2-3 0 0,-1 3 128 0,-1 1-128 15,2 0 0-15,1 0 0 0,2 2 0 16,2-2 0-16,1 1 144 0,1 1-144 0,1-2 0 0,0-4 224 0,0 5-64 15,0-1-16-15,0-2 0 0,-1-1-144 0,-3 1 192 16,-1 1-192-16,2-1 192 0,-2-1-192 0,0-2 128 0,-2 0-128 16,-1 2 128-16,-1 1-128 0,-15-3 0 0,14-2 0 0,-14 2 0 15,14 2 0-15,-14-2 0 16,0 0 0-16,0 0 0 0,0 0-128 0,0 0-64 16,5-12-16-16,-5 12 0 0,0 0 208 0,-1-17-192 0,-3 1 192 15,1 4-192-15,-3-2 192 0,0 2 0 0,-3 4-160 0,0-3 160 16,2-1 0-16,0 4 0 0,7 8 0 0,0 0 0 15,-8-9 0-15,8 9 0 0,0 0 160 0,0 0-160 16,0 0 320-16,0 0-64 16,-14 7 0-16,5 3 0 0,4 4-96 0,2 0-32 0,1 1 0 0,4 3 0 15,1 1 32-15,4-2 0 0,2-2 0 0,5 1 0 16,3 1-160-16,4-1 192 0,3-2-192 0,5-2 192 16,4-2-192-16,3-1 0 0,2-1 0 0,3-1 0 15,-1-2-288-15,3 1-144 16,4-3-16-16,3-1-9664 0,0-2-1920 0</inkml:trace>
          <inkml:trace contextRef="#ctx0" brushRef="#br0" timeOffset="241817.059">11969 12940 12031 0,'-16'-21'528'0,"8"9"112"0,-1-2-512 0,2 0-128 0,-1-1 0 0,1 1 0 16,2 2 0-16,-1 1 192 16,1-1-192-16,5 12 192 0,0 0 64 0,2-13 32 0,0-1 0 0,-2 14 0 15,7-11-288-15,-7 11 0 0,12-12-176 0,3 4 176 32,-1 3-640-32,-14 5-32 0,16-6 0 0,-3-1 0 0,-1-1 288 0,-1 1 48 0,-1-2 16 0,-10 9 0 31,14-10-368-31,-4 1-64 0</inkml:trace>
        </inkml:traceGroup>
        <inkml:traceGroup>
          <inkml:annotationXML>
            <emma:emma xmlns:emma="http://www.w3.org/2003/04/emma" version="1.0">
              <emma:interpretation id="{97713544-DCF1-427F-A9B9-B80C3B1125D0}" emma:medium="tactile" emma:mode="ink">
                <msink:context xmlns:msink="http://schemas.microsoft.com/ink/2010/main" type="inkWord" rotatedBoundingBox="24189,18227 26696,18199 26704,18837 24196,18865"/>
              </emma:interpretation>
            </emma:emma>
          </inkml:annotationXML>
          <inkml:trace contextRef="#ctx0" brushRef="#br0" timeOffset="243058.4717">14166 12695 2751 0,'0'0'256'0,"7"-9"-256"0,-2-7 0 0,2 4 0 0,-7 12 4160 0,9-10 768 16,-2-4 176-16,-2 2 16 15,-5 12-3296-15,2-14-672 0,-4-1-128 0,-2 1-16 16,-1 2 320-16,-2 3 64 0,-1 1 16 0,-4 2 0 0,0 1-640 0,-2 2-128 15,-2-1-32-15,-1 4 0 0,0 4-368 0,1 3-80 0,1 1-16 0,-1 3 0 16,1-1 0-16,-1 0 0 16,0 1 0-16,1 3 0 0,1-1-144 0,0 3 160 0,-1-1-160 0,1 1 160 15,2-2-160-15,2 0 0 0,-3-2 0 0,7 0 128 16,2 0-128-16,4-12 0 16,0 0 0-16,0 0 0 0,4 15 0 0,-4-15 0 0,13 9 0 15,1-4 0-15,0-1 0 0,1-1 0 0,-1-3 0 0,4 0 0 16,-1-2 0-16,0-1 0 15,2-1-192-15,0-1 192 16,0-2-464-16,0 0 16 0,0-1 16 0,-2-4 0 0,-1-4 176 0,-4 2 16 16,-2 1 16-16,-1-5 0 0,-2-1 224 0,-2-7 0 0,-2-3 0 0,-3-5 0 15,-1-6 0-15,-1-2 0 0,-2-2 0 0,1 2 0 16,-2 1 0-16,0 4 0 0,0 3 0 0,-2 6 0 16,0 4 960-16,0 2 64 0,-2 3 32 0,2 3 0 15,2 4-1328-15,2 5-272 16,3 7-48-16,0 0-16 0,0 0 816 0,0 0 176 0,0 0 16 0,0 0 16 0,0 0-272 0,7 18-144 15,1 2 160-15,4 1-160 0,2-2 384 0,2 5-32 16,3 4 0-16,3 3 0 0,2-2-64 0,4 7-16 16,1 4 0-16,6 0 0 0,1 1-272 0,2-1 160 15,0-2-160-15,-2-2 128 0,0-1-128 0,-1-4 0 16,-4-7 0-16,-2-3 128 16,-1-2-1408-16,-4-4-304 15,-3-5-48-15,-1-1-13152 0</inkml:trace>
          <inkml:trace contextRef="#ctx0" brushRef="#br0" timeOffset="243418.9859">14731 12596 23151 0,'-13'-14'1024'0,"13"14"208"0,-5-15-976 0,2 3-256 16,3 12 0-16,0 0 0 0,0 0 1152 0,0 0 192 16,0 0 48-16,0 0 0 0,0 0-224 0,0 0-32 15,0 0-16-15,15 12 0 0,1 0-272 0,1 2-48 0,0 0-16 0,1-1 0 16,1 1-416-16,0-2-96 0,-2 0-16 0,2-1 0 15,-2-3-256-15,0 1 160 0,-1 0-160 0,-1-3 128 16,-15-6-128-16,19 4 0 16,-3-1 0-16,-2-1 0 0,-14-2 0 0,14-2 0 0,-14 2 0 0,13-3 0 15,-13 3-192-15,12-7-80 0,-1-2-16 0,-11 9 0 0,7-12 80 0,-7 12 16 16,3-15 0-16,-1 1 0 0,-2 14 192 0,0-14 0 16,0 2 0-16,0 0 0 0,0 0 0 0,0 12 192 15,-2-14-48-15,2 14 0 16,0 0 192-16,0 0 48 0,9-9 0 0,5 6 0 0,-1 3-128 0,5 3 0 15,1 4-16-15,1 2 0 16,-1 0-240-16,2 3 0 0,0 2 0 0,1 1 0 0,1 1 0 0,3 1 0 0,1-2 0 0,-1-1 0 31,-2-2-464-31,0-1 16 16,1-1 0-16,-1-1 0 0,-2-2-2064 0,1-2-416 0,-3-2-80 16,3-1-5664-16,-1 0-1136 0</inkml:trace>
          <inkml:trace contextRef="#ctx0" brushRef="#br0" timeOffset="243937.6043">15626 12710 19519 0,'-5'-17'864'0,"0"6"176"0,-2-1-832 0,0-1-208 0,-2-3 0 0,-1 2 0 0,-2 0 1792 0,-2 2 320 16,-1 0 64-16,-1 2 16 0,1 0-848 0,1 1-192 0,0 4-16 0,4 0-16 0,10 5-400 16,0 0-80-1,0 0 0-15,0 0-16 0,0 0-384 0,0 0-80 16,-5 13-16-16,5-13 0 0,5 12-144 0,3 2 0 0,4 0 0 0,4 2 0 16,1-3 0-16,2 1 0 0,0 0 0 0,2 0 0 31,0 0-272-31,-2 1-144 0,0-4-32 0,0-1 0 15,-2-3-256-15,-2 0-48 0,-15-7-16 0,16 5 0 16,-16-5 64-16,0 0 0 0,0 0 0 0,0 0 0 0,0 0 384 0,0 0 96 16,0 0 16-16,0 0 0 0,0 0 208 0,-2-12 0 15,2 12 0-15,-8-12 0 0,-1-2 0 0,2 4 0 0,7 10 0 0,0 0 160 16,-9-9 0-16,9 9 0 0,0 0 0 0,0 0 0 16,0 0-160-16,0 0 0 0,0 0 0 0,0 0 128 15,16 9-128-15,1-3 0 0,0 0 0 0,2 1 0 0,-1-1 0 0,2 1 0 16,1-1 0-16,3-1 0 0,0-2 0 0,-1-1 0 15,-4-2 0-15,0 0 0 16,0-2 0-16,0 0 0 0,-4-1 0 0,-1-2 0 0,-2-4-144 0,-12 9 144 16,11-12 0-16,-5-2 0 0,0-3 0 0,-5 0 0 0,-1 3 0 0,-3-5 144 15,-2-3-144-15,-2-6 0 0,0-7 0 0,0-1 0 32,-2-5 144-32,-1 4-144 0,-4 5 160 0,4 2-160 0,0 3 128 15,1 3-128-15,0 1 0 0,2 4 0 0,2 4 0 0,3 3 0 16,1 5 0-16,1 7 0 0,0 0 0 15,0 0 0-15,0 0 0 0,0 0 0 16,17 8 0-16,0 6 0 0,-1 2 0 0,1 3 0 0,2 1 0 16,3 8 0-16,3 1 0 0,-3 4 0 0,0 2 0 0,-1-1 0 15,0 1 0-15,0-6 0 0,-1-5 128 0,3 0-128 16,-1 0 0-16,2-1 144 0,1-1-144 0,-1-3 0 16,2 0 0-16,1-1 0 15,1-5-1664-15,3-1-352 0</inkml:trace>
        </inkml:traceGroup>
        <inkml:traceGroup>
          <inkml:annotationXML>
            <emma:emma xmlns:emma="http://www.w3.org/2003/04/emma" version="1.0">
              <emma:interpretation id="{FFAC85AA-97B6-4CB1-9627-80145168026F}" emma:medium="tactile" emma:mode="ink">
                <msink:context xmlns:msink="http://schemas.microsoft.com/ink/2010/main" type="inkWord" rotatedBoundingBox="27105,17897 31392,17848 31401,18706 27115,18755"/>
              </emma:interpretation>
            </emma:emma>
          </inkml:annotationXML>
          <inkml:trace contextRef="#ctx0" brushRef="#br0" timeOffset="244268.9157">16836 12408 18431 0,'-7'-9'1632'0,"7"9"-1312"0,-10-6-320 0,10 6 0 15,0 0 1280-15,0 0 192 0,-14 5 48 0,14-5 0 0,-5 15-704 0,5 2-144 0,2 2-32 0,3 6 0 16,2 2 96-16,3-6 16 15,4-4 0-15,1 0 0 0,1 2-368 0,1-1-64 16,2-4 0-16,0-4-16 0,2 0-128 0,0 1-32 0,-1-3 0 0,-1 1 0 31,0-4-144-31,-1 0 128 0,-3-1-128 0,-1-4 128 16,0-4-128-16,-2 1 0 0,-12 3 0 0,15-7 0 0,-3 0 144 16,-1-3-144-16,-3-2 160 0,1-2-160 15,-2-2 128-15,-2-1-128 0,-1-4 0 0,1-3 144 16,2-4-144-16,-2-1 0 0,-2-2 0 0,1 3 0 0,-1 3 0 0,1 2 128 0,-4 2-128 0,1 4 0 15,3 2 0-15,-1 4 0 16,1 3 128-16,-4 8-128 16,0 0 0-16,0 0 0 0,17 3 0 0,0 2-176 15,-1 4-1744-15,3 1-336 0,3 6-80 16</inkml:trace>
          <inkml:trace contextRef="#ctx0" brushRef="#br0" timeOffset="244649.2441">17901 12494 20559 0,'-17'-29'896'0,"5"12"208"0,-2 1-880 0,-2 2-224 0,-1 1 0 0,-2-1 0 16,-3-2 1248-16,-2 2 208 0,-2 6 32 0,0 1 16 16,2 0-224-16,1 2-64 0,4 5 0 0,0 3 0 15,2 2-512-15,0 4-96 16,1 0-32-16,2 3 0 0,2 2-384 0,4 1-64 0,-1 8-128 0,2 1 176 15,2 3-176-15,3-2 0 0,2-6 0 0,5 1 0 16,-3 1 0-16,3-4 128 0,0-5-128 0,2 4 0 16,0-2-240-16,0-4-128 0,-7-10-16 0,14 9-16 31,0-4-240-31,-2 0-32 0,-12-5-16 0,15 5 0 16,1-5 192-16,-2 0 48 0,-14 0 0 0,15-5 0 0,-4-4 256 0,-11 9 48 0,10-8 16 0,-1-3 0 0,-4-1 128 15,0 0 0-15,-5 12 160 0,7-15-160 0,-2-1 880 0,2 2 80 16,0 1 0-16,1 2 16 0,1 1-272 0,3 1-64 15,2 2-16-15,3 4 0 16,4 1-368-16,1 2-80 0,1 4-16 0,1 4 0 0,0 4-160 16,0 0 0-16,2-3 0 0,-2 0 0 15,-3 1-528-15,0-5-144 0,0-5-32 0,1-2-13504 16</inkml:trace>
          <inkml:trace contextRef="#ctx0" brushRef="#br0" timeOffset="245146.079">18155 12355 18015 0,'0'0'800'0,"0"0"160"0,0 0-768 0,0 0-192 16,-12 0 0-16,12 0 0 0,0 0 1424 0,0 0 240 16,0 0 64-16,0 0 0 0,0 0-576 0,-9 12-128 0,9-12 0 0,-5 17-16 15,3 0-368-15,2-1-64 0,0-16 0 0,4 17-16 16,3-3-192-16,-1-2-48 0,-6-12 0 0,11 10 0 16,-11-10-144-16,10 9-48 0,-10-9 0 15,0 0 0-15,0 0-128 0,0 0 160 0,0 0-160 0,14-4 160 16,-4-1-160-16,-1-3 0 0,-4-5-160 0,0 0 160 15,0-5-272-15,-1 5 32 0,-1-1 16 0,1 0 0 16,-1 0 0-16,2 2 0 0,1 0 0 0,-1 2 0 0,-2-1 224 16,2 3-144-16,2-3 144 0,0 3-128 15,-7 8 128-15,0 0 0 0,11-5 0 0,-11 5 0 0,13 1-128 0,-13-1 0 0,16 4 0 16,0 3 0 0,-1 1 128-16,-1 3 176 0,0-1-48 0,3 2 0 0,2 2 0 0,2 0 0 15,-2 3 0-15,1-2 0 16,1-1-128-16,0 0 0 0,-1 2 0 0,1-3 128 15,0 1-128-15,-2-2 0 0,-2-1 0 0,-1-3 128 16,-1-4-128-16,-1-6 0 0,-14 2 0 0,14-9 0 0,-4-1-320 16,-1-2 0-16,-4-5 0 0,-2-2 0 0,-3 0 32 15,-1 0 16-15,-3 0 0 0,-1 1 0 0,-2 1 128 0,0 2 144 16,-1-1-208-16,1 2 80 0,0-1 128 0,2 3 224 0,-1 0-48 0,1 3-16 16,5 9 384-1,0 0 80-15,0 0 16 0,0 0 0 0,0 0-32 0,0 0 0 0,18 5 0 0,2 0 0 0,6 6-224 16,2 1-64-16,-1 0 0 0,3 2 0 0,-1-1-64 0,4 0 0 15,1 0-16-15,-1 3 0 16,-5-1-240-16,-1 1 128 0,-1-2-128 0,-2 0 0 0,-5-1 0 16,-1-2-160-16,-3-4 0 0,-1 0-10096 15,-4-1-2032-15</inkml:trace>
          <inkml:trace contextRef="#ctx0" brushRef="#br0" timeOffset="245325.3662">18736 12090 11055 0,'0'0'480'0,"0"0"112"0,0 0-464 0,11-5-128 0,-11 5 0 0,14-3 0 16,-14 3 3056-16,19 0 592 0,0 0 112 0,0 2 16 16,0 1-2640-16,1 0-544 0,4-1-96 0,1 3-32 0,-3 1-464 0,0-1-240 15,-1 0 32-15,2-2 0 16</inkml:trace>
          <inkml:trace contextRef="#ctx0" brushRef="#br0" timeOffset="245603.4751">19341 12175 911 0,'-16'-9'0'0,"4"8"0"0,-5-1 0 0,-1 0 0 16,-1-1 0-16,-3 1 0 0,0 0 5664 0,-3 2 1056 0,3-1 192 15,0 1 64-15,-1 0-4496 0,4 3-896 0,4 1-176 0,1 1-48 16,3 0-592-16,11-5-128 0,-7 10-32 0,7-10 0 15,0 0-432-15,2 16-176 0,5-1 128 0,2 1-128 16,-1-1 128-16,6 1-128 0,3-2 0 0,1 0 128 0,-1-4-128 0,2-2-144 31,0-1 144-31,0 0-208 0,2 0 16 0,-2-2 16 0,0-3 0 0,0 0 0 0,-2-2 176 0,0 2 0 32,0-6-144-32,-1 1 144 0,-2-1 0 0,0-3 0 15,-1 2 0-15,-1-2 0 0,-12 7 0 0,14-10 0 0,-3-2 0 16,-5 1 0-16,0 3-256 0,-1-3 32 0,0-1 0 15,0 2 0 1,-5 10-2032-16,4-16-416 0</inkml:trace>
          <inkml:trace contextRef="#ctx0" brushRef="#br0" timeOffset="245939.8476">19520 11825 12895 0,'-3'-19'576'0,"3"19"112"0,-4-14-560 0,4 14-128 0,0 0 0 0,0 0 0 15,0-9 2800-15,0 9 528 0,0 0 96 0,0 0 32 16,0 0-1760-16,10 14-352 0,1 3-64 0,1 4 0 16,2 1-416-16,1 3-80 0,1-3-16 0,3 4 0 0,0 0-272 0,0 0-64 15,-2-4-16-15,0 2 0 0,-1 2-256 0,1-2-160 0,2 2 192 0,-2 0-192 16,-1-3 144-16,-1-1-144 0,1-1 0 0,1-2 144 31,0 1-144-31,-1-1 0 0,-2 0 0 0,0-3 128 0,-1-4-128 0,-13-12 0 0,14 7 0 0,-14-7 0 0,0 0-160 16,0 0-16-16,14-2 0 0,-14 2 0 0,9-7 176 0,-2-3 0 15,-4-2 0-15,0-2 0 0,-1 0 0 0,-2 0 0 16,-2 2 0-16,2 12 0 0,0-13 0 0,2 0 0 16,-2 13 0-16,5-12 0 0,-5 12 0 0,9-6-128 15,-9 6 128-15,14-6 0 0,1 1-192 0,-1 5 32 16,-14 0 16-16,16 9 0 16,-3-1-624-16,0 1-112 0,-3 0-16 0,-10-9-13056 0</inkml:trace>
          <inkml:trace contextRef="#ctx0" brushRef="#br0" timeOffset="246904.6801">20107 11940 16575 0,'0'0'1472'0,"0"0"-1168"15,0 0-304-15,0 0 0 0,0 0 2464 0,0 0 432 16,0 0 96-16,2 16 16 0,-1-1-1584 0,6 3-304 0,5-1-64 0,4 2-16 0,-1-2-80 0,4 4-32 15,4 0 0-15,-2-1 0 16,-3 3-544-16,5-1-128 0,1-1 0 0,0 0-16 16,-3-2-240-16,-2 0 128 0,-2 1-128 0,-3-2 0 15,-4-3 0-15,1-3 0 0,-11-12-128 0,12 12 128 32,-12-12-832-32,0 0-48 0,14 7-16 0,-14-7 0 15,0 0-16-15,0 0-16 0,15 0 0 0,-15 0 0 0,0 0 544 0,12-7 96 0,-12 7 32 0,9-8 0 16,-9 8 256-16,7-12 0 0,0 1-128 0,-7 11 128 15,5-12 0-15,0 3 192 0,0 1-16 0,-5 8-16 0,7-11 64 16,-7 11 16-16,9-8 0 0,-9 8 0 0,0 0-48 0,12-5 0 16,-12 5 0-16,14-4 0 0,-14 4 64 0,15 0 0 15,-15 0 0-15,16-3 0 16,-16 3 752-16,14-4 144 0,-14 4 48 0,13-1 0 16,-13 1-1744-16,14-6-352 0,-14 6-64 15,0 0 0-15,10-8 800 0,-1-1 160 0,-9 9 0 0,7-12 0 0,-2 0 944 0,-5 12 96 16,4-14 32-16,-3 0 0 0,-1 1-832 15,0 0-240-15,-1 1 0 0,1 12 128 16,-4-13-928-16,4 13-176 0,-2-16-48 0,2 16 0 0,-5-12 1648 0,5 12 320 0,0 0 64 0,-8-9 16 31,8 9-1568-31,0 0-304 0,0 0-64 0,-12 4-16 0,12-4 928 0,-9 8 304 0,9-8 0 0,-5 18 0 16,0-1 32-16,3 0 16 16,4 0 0-16,3 2 0 0,0 0-160 0,4 0-48 0,-1-1 0 0,3-1 0 15,2 4-144-15,1-1 0 0,0-2 0 0,2-1 128 16,-1-3-128-16,2-2 0 0,1-2 0 15,1 0 128-15,0-3-128 0,3 0 0 0,2-2 0 0,0-3 0 16,-1-4-176-16,-1 1-112 0,1-1-32 0,-4-3 0 16,-2-2 64-16,-3-2 0 0,-4-5 0 0,0 1 0 15,1-1 256-15,-4 0 0 0,-4-3 0 0,-1 0 0 16,-2-1 0-16,-2 3 0 0,-1-1 0 0,-1 2 144 16,2-3 256-16,-1 9 48 0,3 8 16 0,0 0 0 15,-7-9 224-15,7 9 32 0,0 0 16 0,0 0 0 16,0 0-256-16,0 0-48 0,0 0-16 0,0 0 0 15,14 7-288-15,-2 1-128 0,0 1 0 0,0 1 128 16,-1-1-128-16,-1 1 128 0,-10-10-128 0,8 16 128 16,-1-1 16-16,-1 1 0 0,-1 0 0 0,-4-1 0 0,-1 1-144 0,-3-1 160 15,-6 1-160-15,-1 1 160 0,0 4-160 0,-6-1 0 0,-1 5-192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4:53:01.505"/>
    </inkml:context>
    <inkml:brush xml:id="br0">
      <inkml:brushProperty name="width" value="0.09333" units="cm"/>
      <inkml:brushProperty name="height" value="0.09333" units="cm"/>
      <inkml:brushProperty name="fitToCurve" value="1"/>
    </inkml:brush>
    <inkml:context xml:id="ctx1">
      <inkml:inkSource xml:id="inkSrc256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1-02-23T04:54:24.993"/>
    </inkml:context>
  </inkml:definitions>
  <inkml:trace contextRef="#ctx0" brushRef="#br0">154 248 6447 0,'-2'-13'576'0,"-2"0"-576"15,1 1 0-15,-2-6 0 0,-2-2 1856 0,0-1 272 16,-2 0 48-16,1 0 16 0,-3 2-1216 0,1 2-240 0,-2 0-48 16,0 1-16-16,0 4 16 0,1 2 0 0,1 1 0 0,1 4 0 15,1 1-208-15,8 4-32 0,-7 9-16 0,2 3 0 0,1 2-80 0,2 3-16 31,2 2 0-31,4 0 0 0,-1 2 368 0,3 0 64 16,0-1 0-16,3 5 16 0,1 1-144 0,3 0-48 0,-3-4 0 0,2 2 0 16,0 0-176-16,0-1-32 0,0-2-16 0,2-1 0 15,-2-2-176-15,0-1-48 0,0 0 0 0,0-3 0 16,0-5-144-16,0-1 128 0,-1-1-128 0,-1 0 128 0,-10-7-128 0,0 0 128 31,0 0-128-31,0 0 128 0,0 0 0 0,0 0-128 0,0 0 192 0,4-9-64 16,-6-1-128-16,-2-2 128 0,-1 0-128 0,-2 0 128 15,-1-2-128-15,-3-2 160 0,1-1-160 0,0-2 160 16,-1 0-160-16,1-5 0 0,1-4 144 0,1 1-144 0,-1-1 0 0,2-1 128 0,2-1-128 0,3 1 0 16,1 3 0-16,1 5 0 15,1 4 0-15,4 5 0 16,2 3 0-16,4 4-128 0,1 3 128 0,3 7-128 0,4 6 128 0,4 3-160 16,-1 1 160-16,2 2-160 0,1 2 160 0,2 2 0 0,2-4 0 0,3 1 0 15,0-1 0-15,-1 0 192 16,0 1-64-16,1-3 0 0,-1-1 32 0,0 2 16 0,-2-1 0 0,0 1 0 15,-1-1-176-15,-2-3 192 16,-2 0-192-16,-2 0 192 0,-3 1-192 0,-1-3 0 16,-4-1 144-16,-2-1-144 0,-2 1 0 0,-10-9 0 0,7 7 0 0,-7-7 128 15,0 0-128-15,0 0 144 16,0 0-144-16,0 0 160 0,0 0-160 0,0 0 160 16,0 0-160-16,-9 0 160 0,9 0-160 0,-8-4 0 15,-1 3 0-15,0-6 0 0,2-4 144 0,2 1-144 0,2 0 160 0,1-1-160 16,2 1 0-16,2 1 0 15,-2 9 0-15,7-10 0 0,1 3 0 0,3 0 0 16,1 0 0-16,2 2 0 0,1 0 0 0,2 1 0 0,2 1 0 0,4 3 0 16,1 3 0-16,2 1 0 0,1-1-128 15,3 1 128-15,-3-1 0 0,5 1 0 0,0-1 0 0,-1 2 0 16,-1 0 0-16,-3 2 0 0,1 0 0 0,-4 0 0 16,-1-2-128-16,-3 2 128 0,1 2 0 0,-2-4 0 15,0 0 0-15,-2 0 0 0,-3 1 0 0,-2-1 0 16,-2 0 0-16,-10-5 0 0,0 0 0 0,0 0 0 0,0 0 0 0,0 0 0 0,0 0 0 0,0 0 0 31,0 0 0-31,0 0 0 0,0 0 128 0,0 0-128 16,0 0 0-16,0 0 0 0,0 0 0 0,0-9 0 0,-3 1 0 0,0 1 0 0,3 7 0 15,0 0 0 1,0 0 0-16,0 0 0 0,0 0 0 0,0 0 0 16,0 0 0-16,0 0 0 0,0 0 128 0,3 10-128 0,-3-10 352 15,10 10-32-15,4 1 0 0,3-3 0 0,2-1-96 0,4-1-32 16,1 0 0-16,2 1 0 0,1-1-192 0,5-1 128 15,0-2-128-15,-1 2 0 0,-3 1 0 0,-2-1 128 0,-4 0-128 0,6 2 0 32,-9-2-1792-32,-7 0-416 0,-12-5-80 0,0 0-10736 0</inkml:trace>
  <inkml:trace contextRef="#ctx0" brushRef="#br0" timeOffset="158.8466">1453 253 10127 0,'0'0'896'0,"-2"-11"-704"16,-1 3-192-16,1-1 0 0,2 9 2832 0,0 0 544 16,4-9 96-16,-4 9 32 0,0 0-2448 0,8-5-480 0,-8 5-112 0,11 0-16 15,1 4-448-15,-2 1 0 0,0 2 0 0,1 1-7152 32,-1 1-1488-32</inkml:trace>
  <inkml:trace contextRef="#ctx0" brushRef="#br0" timeOffset="527.5744">1845 339 911 0,'0'0'0'0,"0"0"0"0,-9 4 0 0,9-4 0 0,0 0 4240 16,0 0 768-16,0 0 160 0,0 0 16 0,9 12-4032 0,0 0-800 16,-1 0-160-16,1-4-48 0,-9-8 32 0,12 6 0 15,0-1 0-15,0 0 0 0,-2-2 128 0,3-3 16 16,-1 2 16-16,-2 0 0 0,-10-2-32 0,10 3-16 0,-10-3 0 0,0 0 0 15,0 0-112-15,0 0-32 16,0 0 0-16,0 0 0 0,0 0 192 0,0 0 48 16,0 0 0-16,0 0 0 0,0 0-160 0,0 0-32 0,-5-8 0 0,0 1 0 15,2 0-192-15,3 7 128 0,-6-7-128 0,3 0 0 0,1-2 192 16,2 1-64 0,0 8-128-16,5-9 192 0,2-1-192 0,2 1 0 0,3 4 0 0,3-2-160 0,3 0 160 0,2 0 0 15,3 2 0-15,1 2 128 16,0-1-128-16,-1 2 192 0,3 2-64 0,-2 4 0 15,0 3 592-15,2 1 128 16,0 3 32-16,0-1 0 0,-1-1-304 0,0 1-64 0,-1 1-16 0,-2 2 0 0,-1 3-304 0,-2-1-64 31,-4-1-128-31,3 9 192 16,-6-4-1536-16,-12 7-304 0,-5-11-1440 0</inkml:trace>
  <inkml:trace contextRef="#ctx0" brushRef="#br0" timeOffset="5104.1233">4829 417 7359 0,'0'0'656'0,"0"0"-528"16,0 0-128-16,0 0 0 0,0 0 2368 0,0 0 432 16,7-7 80-16,-2-2 32 0,0 2-1232 0,2 0-240 15,0 1-48-15,0 0-16 0,-7 6-304 0,12-5-64 0,0 2-16 0,2-1 0 16,0 1-128-16,1 1-32 16,3 0 0-16,1 2 0 0,1 0-240 0,1 2-48 15,0 2-16-15,1-1 0 0,1 0-272 0,1 1-64 0,2-1-16 0,0 3 0 16,0-1-176-16,-1 0 0 0,-2 4 144 0,-2-4-144 15,-2 0 0-15,-2 2 144 16,-2 1-144-16,-3 3 0 0,-3-1 128 0,-2 4-128 0,-4 0 0 0,-1 1 0 16,-4 1 0-16,1 1 128 0,-5-1-128 15,0 1 0-15,-3 0 144 0,0 1-144 0,-3-3 0 0,0 1 144 16,0 1-144-16,-2-3 0 0,-1-2 0 0,1-3 128 16,2-3-128-16,1 0 0 15,3-3 144-15,8-3-144 0,0 0 0 0,0 0 0 0,0 0 0 0,-2-9 128 16,4-1-128-16,3-4 0 0,4-1 0 0,1-1 128 0,2-1-128 0,2-2 0 15,0 0 0-15,1-2 0 0,1 0 0 16,3 2 0-16,-2 0 0 0,0 2 0 0,1 2 0 0,-1 1 0 16,-2-2 0-16,1 2 0 0,-2 4 0 0,-1 0 0 0,0-1 0 0,-3 1 0 15,-1 1 0-15,-1 1 0 16,-1 1 0-16,-7 7 0 0,0 0 0 0,9-7 0 16,-9 7 0-16,0 0 0 0,7-5 0 0,-7 5 0 0,0 0 0 0,0 0 0 15,0 0 0-15,0 0 0 16,0 0 0-16,0 0 0 0,0 0 0 0,0 0 0 15,0 0 0-15,0 0 0 0,0 0 0 0,0 0 0 16,-9-2 0-16,0 4 0 0,1-1 128 0,-1 3 0 0,-3-2 0 0,0 3 0 0,0 2 256 0,0 0 48 31,-2-1 16-31,2 1 0 0,2 0 32 0,-1 0 16 0,3 4 0 0,1-1 0 16,1 2-128-16,3 0-32 16,3-12 0-16,3 12 0 0,6-3-80 0,3-1-32 0,5 1 0 0,4 0 0 0,3-2-48 0,6 0-16 31,2-2 0-31,8-3 0 0,7-1-160 0,3 1 0 0,3 0 0 0,6-1 0 0,3 3-192 0,0-1 192 31,-1 1-160-31,-3-2-17296 0</inkml:trace>
  <inkml:trace contextRef="#ctx0" brushRef="#br0" timeOffset="3779.6293">4888 381 13823 0,'0'0'1216'0,"0"0"-960"15,0 0-256-15,10 1 0 0,2 3 1216 0,2 1 208 16,0 2 48-16,1 0 0 16,3-2-1184-16,-1 0-288 0,-2 2 0 0,1 0 0 15,-2-2 320-15,0 0 0 0,-1-1 0 0,1 1 0 16,-3 0 128-16,-1 0 16 0,-10-5 16 0,0 0 0 0,0 0-160 0,0 0-48 15,0 0 0-15,0 0 0 16,0 0-112-16,0 0-32 0,0 0 0 0,0 0 0 16,0 0 16-16,0 0 0 0,0 0 0 0,0 0 0 0,-5-5-144 0,0 0 0 15,-1 0 144-15,5-2-144 0,1-2 0 0,0 9 128 16,0 0-128-16,5-10 0 0,2-2 0 0,0 1 0 16,1 3 0-16,3 1 0 0,1 2 0 0,2-1 0 15,3 3 0-15,2 1 0 0,1 1 0 0,3 1 0 0,-1 0 0 0,3 1 0 16,2 1 352-16,1 1 0 15,-1-4 0-15,3 2 0 0,-1 3 32 0,-1-1 16 16,-2 1 0-16,-2 1 0 16,0 2-256-16,-2 0-144 0,-3 0 160 0,0-2-160 0,-1 2 0 0,-3 0 0 15,-3 0 0-15,2 5 0 16,-5 0-2304-16,-9-12-464 16,0 0-96-16,8 26-16 0</inkml:trace>
  <inkml:trace contextRef="#ctx0" brushRef="#br0" timeOffset="3387.7134">3876 403 6447 0,'0'0'576'0,"0"0"-576"0,0 0 0 0,0 0 0 0,0 0 2352 0,16-7 352 15,6 0 80-15,9 0 16 16,7 2-1888-16,6-4-368 0,0-1-80 0,-7 1-16 0,4-1-304 0,7 1-144 16,4 3 128-16,3 0-128 0,2 1 0 0,2 0-304 15</inkml:trace>
  <inkml:trace contextRef="#ctx0" brushRef="#br0" timeOffset="3192.6138">4082-152 7359 0,'0'0'656'0,"0"0"-528"16,0 0-128-16,0 0 0 0,0 0 1328 0,-9-7 224 15,9 7 48-15,0 0 16 0,0 0-144 0,0 0-16 16,0 0-16-16,0 0 0 0,0 0-528 0,0 0-96 0,0 0-32 0,0 0 0 15,16-3-128-15,1 1-16 0,0 2-16 0,4 0 0 16,3 0-208-16,-5 2-32 16,4 0-16-16,1 1 0 0,3 1 16 0,4 1 0 15,0 0 0-15,2 4 0 0,0 1 0 0,-2 2 16 16,-2 2 0-16,-1 5 0 0,-4 5-128 0,-5 6-16 0,-5 4-16 0,-4 4 0 0,-4-3-240 0,-6-1 0 31,-6 2 0-31,-2-3 0 0,-6-3 144 0,-2-3-16 0,-1-4 0 0,-2-1 0 16,-2 1-128-16,1-3 0 15,-1 1 0-15,2-2 0 0,-2-3 0 0,2-1 288 16,0 1-32-16,4-2 0 0,-1-2-64 0,2-2-32 0,2-3 0 0,2 0 0 16,3-2-160-16,7-5 0 0,0 0 0 0,0 0 128 0,0 0-128 0,0 0 0 15,10 0 0-15,6 0 128 0,3-2-128 16,3-3 0-16,4-2 0 0,7 0 128 16,7 0-128-16,6-1 0 0,4-3 0 0,23-4-176 15,-7-1-368-15,-8 3-80 16,-4 0-16-16,-21 7-12208 0</inkml:trace>
  <inkml:trace contextRef="#ctx0" brushRef="#br0" timeOffset="4237.2024">6377 526 10127 0,'0'0'896'0,"0"0"-704"0,0 0-192 16,0 0 0-16,0 0 1984 0,11-4 352 15,-1-1 80-15,6-2 16 0,3 0-1296 0,3 0-256 16,2-1-48-16,5-1-16 0,6-1-352 0,3-1-64 15,3 1-16-15,18-2 0 16,-5 1-1216-16,-8 1-240 0,8-5-48 0,-13 8-16 0</inkml:trace>
  <inkml:trace contextRef="#ctx0" brushRef="#br0" timeOffset="4055.7658">6415 244 12895 0,'0'0'576'0,"0"0"112"0,0 0-560 0,0 0-128 16,0 0 0-16,0 0 0 0,0 0 2592 0,0 0 480 15,0 0 112-15,0 0 16 0,0 0-2480 0,0 0-480 0,0 0-112 0,12 2 0 16,2-2-128-16,2 0 0 0,1 2 128 0,2 1-128 16,2 0 0-16,1 1 128 0,2-2-128 0,2 1-7392 15,0 1-1520-15</inkml:trace>
  <inkml:trace contextRef="#ctx0" brushRef="#br0" timeOffset="20453.8666">9123 313 4607 0,'0'0'192'0,"0"0"64"0,0 0-256 0,0 0 0 16,0 0 0-16,0 0 0 0,0 0 2592 0,0 0 480 15,0 0 80-15,0 0 32 0,0 0-1648 0,0 0-320 16,11-3-64-16,1 1 0 0,3 2-64 0,3 0-16 0,2 0 0 0,3 3 0 16,1 1-112-16,3 1 0 0,5 0-16 0,0 0 0 15,1 1-240-15,3 1-64 16,2-1 0-16,0 3 0 0,-3 0-160 0,-2-1-32 0,-1-1-16 16,-2 2 0-16,-3 0-272 0,-2 1-160 15,-6 2 192-15,-4 0-192 0,-3 4 144 0,-3 3-144 0,-4 3 0 0,-5 4-9296 16,-5 2-1968-16</inkml:trace>
  <inkml:trace contextRef="#ctx0" brushRef="#br0" timeOffset="20107.0435">9645 172 13823 0,'0'0'1216'0,"0"0"-960"16,0 0-256-16,0 0 0 0,0 0 480 0,0 0 48 15,0 0 16-15,0 0 0 0,0 0 16 0,0 0 0 16,-4 10 0-16,-1 0 0 0,0 1 400 0,-2-1 64 0,-2 2 32 0,1 0 0 15,-5-1-240-15,1 1-48 16,-1 1-16-16,-3-2 0 0,-1-1-176 0,0 1-48 16,-1-1 0-16,1-1 0 0,0 3 80 0,0 0 16 0,1 0 0 0,-1 0 0 15,-1 3-304-15,1 1-48 0,-2-4-16 0,2 4 0 16,0 1-256-16,-1 0 0 0,-1 6 0 0,2-1 0 16,0 2 0-16,0-3 160 0,1 2-160 0,2-1 128 0,1 2-128 0,0-1 0 31,3-4 0-31,3-2 128 0,0 0-400 0,4-3-96 0,-1 0-16 0,3 1 0 31,1-4-832-31,0-11-160 0,0 0-32 0,0 0-9776 0</inkml:trace>
  <inkml:trace contextRef="#ctx0" brushRef="#br0" timeOffset="7342.3591">8284 7 12895 0,'-20'-27'576'0,"9"16"112"0,-1 3-560 0,0-1-128 0,2 0 0 0,1 3 0 0,2 2 1040 0,7 4 176 15,0 0 48-15,0 0 0 16,0 0-752-16,0 0-128 0,0 0-48 0,0 0 0 15,0 0 112-15,0 0 32 0,9 7 0 0,5 2 0 16,3 1 416-16,4 0 96 0,-1 1 16 0,1-1 0 16,2 0-416-16,-3 1-80 0,1 1 0 0,0 0-16 0,-4 2-304 0,0 0-48 15,-1-1-16-15,-2 3 0 0,-2 0-128 0,-4 4 0 0,-2 1 128 16,-5 0-128-16,-2 1 0 0,-5 1 0 0,-2-1 0 16,-4-1 0-1,-2 0 0-15,-2-1 0 0,1 1 128 0,-4-2-128 0,0 0 0 16,0-2 0-16,-2 1 0 0,-3-1 176 0,0 2-48 15,0-4-128-15,3 1 192 0,0 1 256 0,4-1 32 0,3-1 16 0,2 1 0 16,2-2-48-16,3 0 0 0,3-2 0 0,4-4 0 16,0-8-256-16,9 11-48 15,3-3-16-15,7-1 0 0,5-3 160 0,6-4 32 16,6-5 0-16,5-2 0 0,4-5-32 0,7-2 0 0,5-4 0 0,7 3 0 16,6 1-160-16,5 0-128 0,2-3 192 0,-2 1-192 0,-5 1 160 15,-6 1-160-15,-7 2 128 0,10-4-128 31,-17 6-2400-31,-13 0-560 0</inkml:trace>
  <inkml:trace contextRef="#ctx0" brushRef="#br0" timeOffset="19095.3483">9313 253 12383 0,'0'0'544'0,"0"0"112"0,0 0-528 0,0 0-128 0,-5-5 0 0,5 5 0 15,-5-9 1056-15,5 9 176 0,0 0 48 0,0 0 0 0,0 0-320 0,0 0-64 16,0 0-16-16,0 0 0 0,0 0-336 0,0 0-64 16,0 0-16-16,0 0 0 0,0 0-240 0,10 10-48 0,1 1-16 0,2-1 0 31,3-1-32-31,1-1-128 0,0 3 192 0,4-1-64 15,2 0-128-15,2-1-176 0,5 0 48 0</inkml:trace>
  <inkml:trace contextRef="#ctx0" brushRef="#br0" timeOffset="18862.6545">9774 7 11055 0,'0'0'976'0,"0"0"-784"0,0-7-192 0,0 7 0 16,0 0 2064-16,0 0 368 0,0 0 80 0,0 0 16 16,0 0-1440-16,-7 9-272 0,-2 1-64 0,-1 6-16 15,-4 3 208 1,-1 2 32-16,-4-1 16 0,2 1 0 0,-1 0-96 0,1 1-32 16,1-3 0-16,1 0 0 0,1 0-400 0,2-1-80 0,2-1 0 0,-1-1-16 0,1-3-192 0,0-1-48 15,-1 1 0-15,1-1 0 16,0-2-128-16,-1 0 0 0,1 1 144 0,-6 3-144 31,1-1-320-31,1 1-128 0,2 0-16 0,3-5-8560 16,-1 1-1728-16</inkml:trace>
  <inkml:trace contextRef="#ctx0" brushRef="#br0" timeOffset="19511.0447">9990 327 18591 0,'0'0'832'0,"0"0"160"0,0 0-800 0,0 0-192 15,0 0 0-15,0 0 0 0,0 0 0 0,0 0 176 16,0 0-176-16,0 0 160 0,0 0-160 0,0 0 128 16,0 0-128-16,0 0 128 0,0 0 192 0,0 0 16 15,0 0 16-15,0 0 0 0,0 0-192 0,0 0-32 16,10 3-128-16,-10-3 192 0,9 7 16 0,-9-7 0 0,8 9 0 0,-8-9 0 15,0 0 80-15,7 12 16 0,-7-12 0 0,5 12 0 16,-1 4-32-16,-1-4 0 0,-3-12 0 0,0 12 0 0,0 0-80 0,-1-2 0 16,-1 2-16-16,2-12 0 15,-4 13-48-15,1-3-128 0,3-10 192 0,-5 12-64 16,0 0 16-16,1 0 0 0,1-1 0 0,3-11 0 16,0 0 0-16,-2 10 0 0,2-10 0 0,0 10 0 15,0-10 176-15,0 0 48 0,0 0 0 0,3 11 0 0,-3-11-80 0,0 0-16 16,9 8 0-16,1-1 0 0,3-3-80 0,2-3-32 15,2-1 0-15,4-1 0 0,3-3-160 0,7 1 192 16,5-1-192-16,2 1 192 0,2-2-192 0,0 0 160 0,0-2-160 0,13-2 160 31,-8 2-1616-31,-7 0-320 0,7-5-64 0,-11 5-16 0</inkml:trace>
  <inkml:trace contextRef="#ctx0" brushRef="#br0" timeOffset="22325.8926">10554 294 18767 0,'0'0'832'0,"0"0"176"0,4-8-816 0,2-1-192 16,1 2 0-16,4 0 0 0,1 2 496 0,2 0 48 0,3-2 16 0,2 0 0 15,3 0-112-15,2 0 0 16,2 2-16-16,2 1 0 0,1 3 112 0,4-1 32 16,2 2 0-16,1 0 0 0,0-2-256 0,0 1-64 0,-1-3 0 0,-1 1 0 15,-1 1-256-15,-3 5 0 0,-6 1 0 0,-2-1-7424 16,-1-1-1600-1</inkml:trace>
  <inkml:trace contextRef="#ctx0" brushRef="#br0" timeOffset="22565.3465">10832 142 20783 0,'-10'-21'912'0,"10"21"208"0,0 0-896 0,0 0-224 0,0 0 0 0,0 0 0 31,0 0 896-31,0 0 144 0,0 0 32 0,0 0 0 16,0 0-176-16,10 11-48 0,0-3 0 0,1 3 0 0,1 1-192 0,0 2-32 15,0 1-16-15,0 1 0 0,0-1-336 0,0 3-64 16,0 1-16-16,2 0 0 0,0-2-192 0,0-3 144 0,-2 1-144 0,7 6 128 31,-2-4-1488-31,-1 1-304 0,-1-3-64 0,-3-5-16 0</inkml:trace>
  <inkml:trace contextRef="#ctx0" brushRef="#br0" timeOffset="23184.858">11607 89 14735 0,'0'-11'1312'0,"3"-1"-1056"15,1-2-256-15,1 0 0 16,4 1 1920-16,1 1 336 0,4-1 64 0,1 1 16 0,3 0-1408 0,2 2-288 16,-1 0-48-16,4-1-16 15,3 3-304-15,0 1-64 0,-2 0-16 0,2 0 0 16,-1 2-192-16,3 1 176 0,1 1-176 0,15 1 160 31,-5 0-1120-31,-1 4-240 0,12 0-32 0,-7 1-16 0</inkml:trace>
  <inkml:trace contextRef="#ctx0" brushRef="#br0" timeOffset="22961.9398">11702-98 12895 0,'0'0'1152'0,"-12"2"-928"16,1-1-224-16,1 3 0 0,0 1 1152 0,1 0 176 15,0 0 32-15,3 2 16 0,0 2-512 0,3 1-96 0,-1 1-32 0,4 3 0 16,2 3-48-16,3-2-16 0,1 1 0 0,0 1 0 0,5 4-336 0,1-4-64 0,0-1-16 0,4-1 0 31,3 3-112-31,0-5-16 16,-1-1-128-16,3-1 192 0,2-2-192 0,-1-3 128 0,1 0-128 0,-1-3 0 15,0 1 128-15,1 1-128 0,-1 0 0 0,1 2 0 16,-3-2 128-16,1 2-128 0,-2 2 0 0,-2-3 144 0,1 3-144 0,-3 0 128 0,-1-2-128 0,-2 1 128 16,-2 1 128-16,-10-9 0 15,7 9 16-15,-7-9 0 0,0 0 16 0,0 0 0 16,-3 12 0-16,-4-4 0 0,-3 1-64 0,-4 0-16 16,-2-1 0-16,1 1 0 0,-3-2-80 0,1 0 0 0,0 0-128 0,0-2 192 15,-1-2-192-15,1 1 0 16,0 1 0-16,1-2-8336 15,1 1-1648-15</inkml:trace>
  <inkml:trace contextRef="#ctx0" brushRef="#br0" timeOffset="23768.667">12403 33 7359 0,'0'0'320'0,"0"0"80"0,-7-8-400 0,7 8 0 0,0 0 0 0,0 0 0 15,0 0 3776-15,10 8 656 0,4 1 144 0,1 3 32 16,4 2-3312-16,2-2-656 15,3-3-128-15,0 1-16 16,2 2 176-16,2-2 32 0,1-1 16 0,2 1 0 0,2 2-368 0,3 2-80 16,2 2-16-16,0 1 0 0,0 0-256 0,0 1 128 15,-1 1-128-15,-5 0-8624 16,-1 0-1792-16</inkml:trace>
  <inkml:trace contextRef="#ctx0" brushRef="#br0" timeOffset="23561.4964">12901-48 14735 0,'0'0'1312'0,"-1"-7"-1056"16,-1 0-256-16,-1 0 0 0,-3 2 2144 0,6 5 368 15,-8-2 80-15,-3 4 16 0,-1 5-1360 0,0 5-272 16,-2 2-48-16,-3 7-16 0,-2 4-48 0,0 5-16 16,-2 1 0-16,2 1 0 0,0 1-192 0,0 0-32 0,0 1-16 0,2-3 0 0,2-3-288 0,3-3-48 15,0 0-16-15,3-3 0 0,0-3-256 0,1-2 0 32,-1 0 0-32,-1 2 0 15,3 0-496-15,2-2-48 0,1-1-16 0,4-16-9024 0,-3 10-1808 0</inkml:trace>
  <inkml:trace contextRef="#ctx0" brushRef="#br0" timeOffset="24231.8124">13326 178 18367 0,'0'0'816'0,"0"0"160"0,7-6-784 0,2-1-192 0,1 0 0 0,0 1 0 15,1 3 320-15,-1 1 32 0,0 1 0 0,1-1 0 16,-1 0 64-16,-10 2 16 15,10 2 0-15,-10-2 0 0,11 3 16 0,-11-3 0 16,0 0 0-16,0 0 0 0,0 0-272 0,0 0-48 0,0 0-128 0,1 12 192 16,-1-12 0-16,-3 9-16 0,3-9 0 0,-7 10 0 0,0-1 192 0,0 0 32 15,-1-2 16-15,1 0 0 16,7-7-144-16,-7 6-16 0,7-6-16 0,0 0 0 0,0 0-240 0,-5 9 0 16,5-9 0-16,0 0 0 0,0 0 0 0,0 12 0 15,3 0 0-15,1-1 0 16,-4-11 0-16,6 10 0 0,3-1 0 0,1-1 0 0,-1-3 128 0,3 2-128 15,2 0 0-15,0 0 0 0,1-2 0 0,1 1 0 16,-1-1 0-16,1-2 0 0,-1 2 0 0,1 2 0 0,0-2 0 0,-1 2 0 16,1-1 0-16,-3-1 0 0,0-2 0 0,-3 2 0 0,-10-5 256 15,8 9-32-15,-8-9-16 0,0 0 0 0,4 12 176 0,-4-12 16 16,0 0 16-16,-7 12 0 0,-5-3 32 0,-4-1 16 31,-3-2 0-31,-5-1 0 0,-5-2-224 0,-2 1-48 0,-4-1-16 0,-3 1 0 16,-3-1-176-16,-6 1 192 0,-4-1-192 0,-29 0 192 15,1 3-1280-15,1-3-256 0,-27 1-64 16,22 4 0-16</inkml:trace>
  <inkml:trace contextRef="#ctx0" brushRef="#br0" timeOffset="25235.2485">29 882 10127 0,'-1'-9'896'0,"-1"-3"-704"16,0-4-192-16,0-1 0 0,1 0 2752 0,-1-1 528 15,2-1 112-15,-2 2 0 0,0 2-1888 0,1-1-384 0,-3 2-80 0,1 2-16 16,-2 5-480-16,-1 4-96 0,0 1-32 0,-3 6 0 0,0 1-176 0,-1 2-48 31,-4 5 0-31,0 3 0 0,1 4 16 0,0 2 0 16,1 1 0-16,2 3 0 0,1-1-208 0,2 0 128 0,2 0-128 0,2 0 0 0,-1-1 0 0,4-2 128 16,2-4-128-16,2 0 0 15,1-1 0-15,3-2 0 16,3 1 128-16,1-1-128 0,0-4 0 0,2 1 128 0,1-1-128 0,2 0 0 0,1 1 128 0,1-1-128 15,0-1 0-15,0-1 144 16,0 1-144-16,0 0 0 0,-2-1 0 0,0 1 128 16,-1 0-128-16,-2 3 0 0,-1 0 0 0,-1 2 0 0,-3 1 0 15,-2 1 0-15,-5-2 0 0,-4-1 0 16,-5 1 0-16,-2-2 0 0,-3 0 0 0,-5 0 0 16,-4 1 0-16,-3-3 0 0,-5 2 0 0,-4-2 0 0,-3-1 0 0,-2 0 0 0,-2-1 0 0,-1 3 0 15,-1 1 0-15,-1-2 0 0,0-1 0 0,2 1 0 31,1 0 0-31,2 1 0 0,2-1 192 0,-9 4-64 16,9-5-2608-16,8-4-528 0,-5-7-96 0,16-3-32 0</inkml:trace>
  <inkml:trace contextRef="#ctx0" brushRef="#br0" timeOffset="25437.7589">480 1217 16575 0,'-4'-21'1472'0,"3"14"-1168"16,1 7-304-16,-2-7 0 0,2 7 2496 0,-2-7 432 15,2-1 80-15,0 8 32 0,0 0-1824 0,0 0-352 16,0-7-80-16,0 7-16 0,0 0-464 0,0 0-112 16,0 0 0-16,0 0-16 0,0 0-176 0,0 0 0 15,0 0 0-15,0 0-9104 16,0 0-1904-16</inkml:trace>
  <inkml:trace contextRef="#ctx0" brushRef="#br0" timeOffset="25692.0558">777 1080 14735 0,'0'0'1312'0,"-4"-7"-1056"0,4 7-256 0,0-7 0 0,0 7 1792 0,7-6 288 15,0 0 64-15,3 1 16 0,1 0-944 0,2 0-192 0,5 0-48 0,2-1 0 0,5 1-176 16,4 2-32 0,4-2-16-16,3-1 0 0,5 3-384 0,1-4-80 0,-1-2-16 0,1 1 0 15,-3-1-144-15,1 1-128 0,0 1 144 0,-4 1-144 16,-1 3 0-16,-4 3-128 0,-4 0-16 0,8 0 0 31,-9 3-2864-31,-7 1-576 0,-2-2-128 0,-17-2 0 0</inkml:trace>
  <inkml:trace contextRef="#ctx0" brushRef="#br0" timeOffset="25885.947">1220 1032 11967 0,'0'0'1072'0,"0"0"-864"16,0 0-208-16,0 0 0 0,0 0 1472 0,0 0 240 15,0 0 48-15,0 0 16 0,0 0-176 0,11 9-16 0,-1-1-16 0,-10-8 0 16,10 9-224-16,1-1-32 0,-1-1-16 0,0 2 0 15,-1 1-656-15,1 2-144 0,1-1-32 0,-3 3 0 16,-1-1-288-16,-2 1-176 16,-1 0 192-16,-1 12-192 15,-3 3-688-15,-1 3-240 0,-3 9-48 0,6-6-16 0</inkml:trace>
  <inkml:trace contextRef="#ctx0" brushRef="#br0" timeOffset="28870.5431">4896 1609 19343 0,'0'0'1728'0,"0"0"-1392"16,-1-10-336-16,2 1 0 0,3 0 1600 0,3 1 240 0,1-3 48 0,3 1 16 0,1 0-944 0,3-1-192 16,1-1-48-16,3 2 0 15,3-1-128-15,3 3-16 16,2-1-16-16,4 1 0 0,5-1-304 0,2 2-48 0,0 2-16 15,-1 1 0-15,-3-1-192 0,1 3 0 0,-6 1 128 0,7 2-128 32,-8 3-1664-32,-9-1-384 0,-5-3-80 0,-14 0-9776 0</inkml:trace>
  <inkml:trace contextRef="#ctx0" brushRef="#br0" timeOffset="29075.5602">5026 1322 16575 0,'0'0'1472'0,"0"0"-1168"0,-2-8-304 0,2 8 0 0,2-7 1648 0,-2 7 272 16,7-7 48-16,1 2 16 0,1 0-832 0,1 1-176 15,1 2-16-15,-1 2-16 0,0 0-160 0,3 4-16 16,-1 1-16-16,1 4 0 0,3 3-496 0,-2 5-80 16,0 4-32-16,-2 6 0 0,0 8-144 0,-2-2 128 15,-1-1-128-15,1 12 128 16,-3-5-1888-16,-2-6-384 0</inkml:trace>
  <inkml:trace contextRef="#ctx0" brushRef="#br0" timeOffset="29547.2975">5575 1288 3679 0,'0'0'160'0,"0"0"32"0,0 0-192 0,-7-4 0 0,7 4 0 0,0 0 0 16,0 0 3904-16,0 0 720 0,0 0 160 0,0 0 16 0,0 0-3264 0,0 0-640 16,0 0-144-16,12 6-32 0,3 0 112 0,3 1 0 0,1 2 16 0,3 0 0 15,2-1-576-15,4 4-112 16,1 4-32-16,1 1 0 0,-1 4-128 0,0 1 0 16,2 2 0-16,-1 2-8000 15,-3-1-1648-15</inkml:trace>
  <inkml:trace contextRef="#ctx0" brushRef="#br0" timeOffset="29344.8853">6027 1245 28559 0,'-4'-28'1264'0,"3"18"272"0,-1-1-1232 0,0 4-304 0,1 2 0 0,1 5 0 16,0 0 320-16,0 0 16 16,0 0 0-16,-7 9 0 0,0 0-336 0,-2 4 0 15,-1 3 0-15,-2-1 0 0,-2 3 0 0,0 1 0 0,-1 0 0 0,1 5-128 16,0 5 128-16,0 2 0 16,2 4 0-16,0-2 0 0,0-2 0 0,2 0 0 0,-1-5 0 15,1-1 0-15,-1 1 0 0,-1 0 144 0,0-3-144 0,-3 4 0 31,-1-4-1008-31,2-4-304 0,2-4-64 0,5-6-6624 0,-1-1-1344 0</inkml:trace>
  <inkml:trace contextRef="#ctx0" brushRef="#br0" timeOffset="28423.365">3507 1566 4607 0,'0'0'400'0,"2"-17"-400"0,-4-6 0 0,2 2 0 15,0 2 3200-15,2 0 544 16,-2 2 112-16,2 3 32 0,1 4-1968 0,-3 10-400 15,5-9-80-15,-5 9-16 0,12-8-416 0,2 6-96 0,2 2-16 0,1 3 0 0,2 2-320 0,5 4-64 32,2 3 0-32,5 4-16 0,7 1-240 0,3 0-32 15,2 1-16-15,-10-6 0 0,5 0-208 0,2 0 176 0,-2 2-176 0,-2 0 160 16,-3-1-160-16,-2 3 0 0,-3 1 0 0,-2 0-13280 16</inkml:trace>
  <inkml:trace contextRef="#ctx0" brushRef="#br0" timeOffset="28233.5402">3961 1270 21071 0,'0'-27'928'0,"0"11"208"0,0 1-912 0,0 1-224 0,0 0 0 0,3 2 0 15,1 2 704-15,-4 10 80 0,5-9 32 0,-5 9 0 16,0 0-320-16,0 0-64 0,0 0-16 0,0 0 0 16,0 0 176-16,-12 7 48 0,0 0 0 0,2 7 0 0,-3 3-256 0,3 4-32 15,-2 3-16-15,0 2 0 0,0 1 16 0,0 6 0 16,0 2 0-16,0 4 0 0,0 5-224 0,-1-3-128 0,1-6 128 0,-1-4-128 16,-3-2 128-16,2-1-128 15,-1-2 160-15,1-2-160 0,2-7 0 0,1-1-320 16,1-3 64-16,0-2 0 15,-2-1-1024-15,0-1-208 0,-2-2-48 16,0-2 0-16,0-2-1376 0,0-3-288 0</inkml:trace>
  <inkml:trace contextRef="#ctx0" brushRef="#br0" timeOffset="28639.5576">4377 1606 24527 0,'0'0'1088'0,"0"0"224"0,0 0-1056 0,9-4-256 0,-1 2 0 0,4 2 0 16,2 2 432-16,0 2 16 0,0-1 16 0,0 2 0 15,-2 2-64-15,0 0-16 0,-2 2 0 0,-1 1 0 16,-2 0-256-16,-1 2-128 0,1 1 128 0,0 0-128 0,0 1 176 0,0-2-48 0,-2-1-128 0,2 1-8224 31,0 0-1760-31</inkml:trace>
  <inkml:trace contextRef="#ctx0" brushRef="#br0" timeOffset="30496.1063">5742 1588 6447 0,'0'0'576'0,"0"0"-576"0,0 0 0 0,0 0 0 16,0 0 2672-16,0 0 416 16,0 0 96-16,0 0 16 0,0 0-1408 0,0 0-288 0,11-2-48 0,-11 2-16 0,10 0-496 0,0 2-112 31,-10-2 0-31,12 7-16 0,0 0-336 0,2 2-64 15,2-1-16-15,1 1 0 0,2 1-192 0,2 2-32 0,1 2-16 0,1 2 0 16,1-4-160-16,2 0 0 0,1 0 144 0,1 0-12672 0</inkml:trace>
  <inkml:trace contextRef="#ctx0" brushRef="#br0" timeOffset="29901.172">6208 1657 13823 0,'0'0'608'0,"0"0"128"0,7-5-592 0,0-2-144 15,0 0 0-15,2 0 0 0,-1 0 1120 0,1 2 192 16,-2 0 32-16,-7 5 16 0,8-5 16 0,-8 5 0 0,11-2 0 0,-11 2 0 15,10 0-560-15,-10 0-112 0,10 4-32 0,1-3 0 16,-11-1-256-16,12 7-48 0,-2 0-16 0,-1 0 0 16,-9-7 128-16,7 9 32 0,0 1 0 0,-2-1 0 0,-5-9-160 0,5 10-32 15,-5-10 0-15,2 14 0 0,-2-2-64 0,-2 0-32 16,-1 0 0-16,-1 0 0 0,-1 0-80 0,0 0-16 16,-2-1 0-16,2-3 0 0,-1 4 32 0,3-1 0 0,3-11 0 0,0 0 0 15,0 0-160-15,5 10 0 16,-5-10 0-16,12 7 0 0,2-2 0 0,2-3 0 15,3-4 0-15,3 0 0 0,2-1 0 0,2 0 128 16,3-1-128-16,6 1 128 16,5-3-128-16,1 1-272 0,0-2 64 0,18-3 16 15,-5 0-816-15,-8 1-144 0,-6 0-48 16,-14 2-7488-16,0-1-1488 0</inkml:trace>
  <inkml:trace contextRef="#ctx0" brushRef="#br0" timeOffset="32369.7507">7368 1276 10127 0,'0'0'448'0,"0"0"96"0,0 0-544 0,-3-9 0 15,-3 2 0-15,6 7 0 0,-3-8 2128 0,-1 1 320 16,1 0 64-16,0 0 16 0,-1 0-1056 0,4 7-192 16,-3-7-64-16,3 7 0 0,0 0-80 0,0 0-32 15,0 0 0-15,5-5 0 0,3 1-624 0,5 3-128 0,0 1-32 16,3 0 0-1,1 3-128-15,2 2-48 0,0 2 0 0,4 2 0 0,1 0 32 0,-2-1 0 16,-1 3 0-16,0-1 0 0,-2 2-176 0,-2 2 0 16,2 0 0-16,-4 1 0 0,-1 2 0 0,0 2 0 15,-2-1 0-15,-2-1 0 0,-1 2 0 0,0-4 0 0,-2-1 0 0,-1 2 128 16,0 1-128-16,-3-1 0 16,-1-1 0-16,-2 1 0 0,-4-1 0 0,-1 1 0 15,-5 1 0-15,-2 2 128 0,-2 0-128 0,-3 0 0 0,-6 2 144 0,-3-2-144 16,-3-2 128-16,-2-2-128 15,-2-1 160-15,-1 0-160 0,-3-2 0 0,3 0-288 16,1-2 32-16,-5 4 16 16,12-2-416-16,7-3-96 0,5 0-16 0</inkml:trace>
  <inkml:trace contextRef="#ctx0" brushRef="#br0" timeOffset="32598.3918">8102 1662 19343 0,'0'0'1728'0,"-6"-7"-1392"16,-1-1-336-16,1 4 0 0,-3 4 1984 0,-1 4 336 15,-3 1 64-15,0 2 16 0,-5 2-1632 0,-1 1-336 16,-1 0-64-16,-3 1-16 0,-3 2-48 0,-1 3-16 16,-3 1 0-16,-1 0 0 0,-1 4-160 0,1 0-128 15,-1-2 192-15,3 3-192 0,3-1 960 0,2-2 96 16,3 3 16-16,-8 8 0 15,3-4-2496-15,2-4-496 0,-2-1-112 0,9-7-11248 0</inkml:trace>
  <inkml:trace contextRef="#ctx0" brushRef="#br0" timeOffset="33066.571">8393 1333 1839 0,'-3'-21'160'0,"3"14"-160"0,0-2 0 0,2-1 0 16,1-2 3200-16,2 0 592 0,0 0 128 0,2 2 32 15,0-4-2448-15,2 3-480 0,-1 3-112 0,3 1-16 16,-1 0-16-16,0 0-16 0,3 2 0 0,-1 1 0 15,1 1-224-15,1 1-32 0,0-1-16 0,0 1 0 0,0 0-96 0,-1 6-32 16,1-1 0-16,-2 1 0 0,-1-1-16 0,-1 2 0 16,-10-5 0-16,9 12 0 0,-2 0-112 0,-4 6-16 0,-1-1 224 15,-2-3-224-15,-2 1-32 16,-3 1-16-16,-2-1 0 0,-2 1-48 0,-1-1-16 0,-2 4 0 0,-2 0 0 16,-1 0-16-16,-1 2-16 15,-1-2 0-15,-2 0 0 0,0 2-176 0,0-2 192 16,2 0-192-16,-1-2 192 0,3 0-192 0,1-3 0 0,2 0 0 0,2 0 128 15,3 1-128-15,1-3 0 0,3-1 0 0,1-1 0 0,2-1 0 0,0-9 0 32,0 0 0-32,11 8 0 0,2-4 160 0,6-3 0 0,7-2 0 0,7-3 0 15,5 1 128-15,7 1 32 0,5 0 0 0,9 1 0 16,6-3-320-16,6-3 0 16,1-3 128-16,1 0-128 0,-2 1 128 0,-2 0-128 15,-2 4 192-15,-5 3-10176 0,-7 6-2048 16</inkml:trace>
  <inkml:trace contextRef="#ctx0" brushRef="#br0" timeOffset="35025.054">2484 2479 911 0,'0'0'0'0,"-14"-4"0"15,0 1 0-15,2-1 0 0,12 4 2960 0,0 0 512 16,0 0 112-16,0 0 0 0,0 0-1840 0,0 0-368 16,5-12-80-16,4 4-16 0,3-1-560 0,3 2-112 0,3 2-32 0,1 0 0 15,1 0 80-15,1 1 16 0,-2 1 0 0,2-1 0 0,-1 1-64 0,-1 3-16 16,-1-2 0-16,-3 4 0 0,-15-2-160 0,16 5-48 31,-16-5 0-31,13 10 0 0,-13-10-176 0,9 16-32 16,-9-16-16-16,5 21 0 0,-1-4-160 0,-3-2 0 15,-2 3 144-15,-1-1-144 0,-1 0 0 0,-3-3 128 0,1 0-128 0,-2 1 0 16,-1 1 0-16,-1-1 0 0,-1 3 0 0,-1-1 128 0,-1-2-128 0,2-1 0 16,0-2 0-16,1 0 128 0,0 0 64 0,1-1 0 15,-3-3 16-15,11-8 0 0,0 0 48 0,0 0 16 0,0 0 0 16,0 0 0-16,0 0-128 0,0 0-16 15,0 0-128-15,19 4 192 0,0-4-192 0,2-4 144 16,1-2-144-16,4-3 128 0,2 0-128 0,3 1 160 16,2-1-160-16,3 2 160 15,0 0-1648 1,2 0-336-16,-2-5-64 0,4 0-16 0</inkml:trace>
  <inkml:trace contextRef="#ctx0" brushRef="#br0" timeOffset="35414.0887">3117 2546 9215 0,'0'0'816'0,"0"-12"-656"0,0 12-160 15,0 0 0-15,3-12 2656 0,-3 12 496 0,0 0 112 0,11-9 0 16,1 2-1856-16,-12 7-368 0,14-5-80 0,-14 5 0 0,17 2-64 0,2 1-16 15,2-1 0-15,-1 2 0 16,3 1-304-16,-1 2-48 0,4 0-16 0,2-1 0 0,-1 0-352 0,3 1-160 16,2-1 128-16,1 0-128 0,-2-1 160 0,0 2-160 0,-1 1 192 0,-3 4-192 31,-2 2-1408-31,-5 0-384 0,1-2-64 16,-4-2-9600-16</inkml:trace>
  <inkml:trace contextRef="#ctx0" brushRef="#br0" timeOffset="35201.073">3398 2429 24303 0,'0'0'1072'0,"0"0"224"0,0 0-1040 0,0 0-256 0,0 0 0 0,0 0 0 0,0 0 448 0,0 0 48 15,0 0 0-15,-5 17 0 0,0-2-176 0,0 3-48 16,-2-1 0-16,-3-1 0 0,-4-4-48 0,0 3-16 0,0 4 0 16,0 2 0-16,0 0-80 0,1-2-128 0,-3-2 176 0,1 0-176 31,1 2-1600-31,-2-5-416 0,-1 0-96 0</inkml:trace>
  <inkml:trace contextRef="#ctx0" brushRef="#br0" timeOffset="35616.3145">3864 2613 13823 0,'0'0'1216'0,"0"0"-960"0,0 0-256 0,0 0 0 0,0 0 1776 0,0 0 304 16,0 0 64-16,0 0 16 0,0 0-1168 0,0 0-224 15,0 0-64-15,0 0 0 0,12 9-64 0,-3 3 0 16,-2 2-16-16,0 1 0 0,-2 4-400 0,0 2-80 15,2 3-16-15,0 4 0 0,-2 3 0 0,0 2-128 16,-1 0 192-16,1 1-64 16,4-3-1440-16,-1-2-288 0,1-8-64 0</inkml:trace>
  <inkml:trace contextRef="#ctx0" brushRef="#br0" timeOffset="37572.5948">4536 2677 5519 0,'-18'-3'496'0,"18"3"-496"0,-12 0 0 0,12 0 0 16,0 0 2272-16,0 0 352 0,0 0 80 0,0 0 16 15,0 0-864-15,0 0-192 0,0-14-16 0,0 14-16 16,7-12-544-16,5 3-96 0,2 1-32 0,3 1 0 0,2 0-320 0,4 0-64 31,1 0 0-31,4 0-16 0,-1 0-240 0,1 0-64 16,-2 0 0-16,0 0 0 0,-2-3-128 0,-2 3-128 0,-1 0 144 0,-2 2-144 16,-2 2 128-16,-1 3-128 0,-1 1 0 0,-1-1 0 15,-14 0-2112-15,0 0-528 0</inkml:trace>
  <inkml:trace contextRef="#ctx0" brushRef="#br0" timeOffset="37776.3797">4686 2512 11967 0,'-7'-6'1072'0,"-2"1"-864"0,9 5-208 0,-10-2 0 0,10 2 2176 0,0 0 400 0,0 0 80 0,0 0 16 15,0 0-1136-15,0 0-240 16,-14-1-32-16,14 1-16 0,0 0-48 0,0 0-16 0,0 0 0 0,0 0 0 15,9 12-432-15,1-2-96 0,4-1-16 0,0 1 0 16,0 2-352-16,-1 0-80 0,1-3-16 0,0 3 0 31,-2 2-192-31,2 1 128 0,0 3-128 0,1-1 0 16,-1 2-1920-16,2-5-496 0</inkml:trace>
  <inkml:trace contextRef="#ctx0" brushRef="#br0" timeOffset="38256.9058">5221 2482 12895 0,'0'0'1152'0,"0"0"-928"0,0 0-224 0,0 0 0 16,0-8 1456-16,0 8 240 0,0 0 48 0,0 0 16 15,7-7-320-15,-7 7-64 0,12-2-16 16,2 0 0-16,-2 2-528 0,2 2-96 0,3 1-32 0,0 1 0 15,2-1-304-15,2 2-64 0,0 1-16 0,-1 1 0 0,1 3-320 0,-2 0 144 16,-2 2-144-16,0 0 0 0,1 1 0 0,-3 0 0 16,1 3-160-16,-2 1-8080 15,-1 0-1616-15</inkml:trace>
  <inkml:trace contextRef="#ctx0" brushRef="#br0" timeOffset="38061.9088">5652 2396 24815 0,'-5'-16'1088'0,"5"16"256"0,0 0-1088 0,0 0-256 16,0 0 0-16,0 0 0 0,-8 6 0 0,1-3 128 0,-2 0-128 0,0 1 0 15,-1-1 256-15,-2 4-64 16,0 2-16-16,0 0 0 0,0 3 336 0,0 1 80 0,-2-1 16 0,0 1 0 16,2 2-320-16,0 1-64 0,0-3-16 0,0 5 0 15,-2-1-208-15,0-2 128 16,2 3-128-16,0-1 0 0,2 0 160 0,-1 2-160 16,3-1 160-16,-4 2-160 15,3-3-640-15,2-3-240 0,7-14-32 0,-5 9-7136 16,5-9-1424-16</inkml:trace>
  <inkml:trace contextRef="#ctx0" brushRef="#br0" timeOffset="38602.3535">5834 2620 9215 0,'0'0'400'0,"0"0"96"0,-4-8-496 16,2-1 0-16,1 2 0 0,1 7 0 0,0 0 3136 0,0 0 544 15,7-7 96-15,1 2 32 0,-8 5-2512 0,14-2-496 0,2 1-96 0,-1-1-32 16,1 0 32-16,1 2 0 0,0 0 0 0,0 2 0 16,1 0-368-16,-1 1-64 0,-1 0-16 0,-1 3 0 15,-1 1-112-15,-2-1-16 0,-2 3-128 0,-1 0 192 16,-2-1-192-16,-2 3 0 15,-5-11 0-15,0 12 0 0,0 2 144 0,-3-4-16 16,-3 2 0-16,-1 0 0 0,1 0 64 0,-3 0 0 0,-1 0 0 0,-1 2 0 16,-1-3-64-16,2-1 0 15,-1-1 0-15,3-3 0 0,-1 1 64 0,2-1 0 0,7-6 0 16,0 0 0-16,0 0-16 0,0 0 0 0,0 0 0 0,0 0 0 16,0 0-176-16,0 0 0 0,11-2 0 0,1 0 0 15,3 0 176-15,4 2-48 0,4-3-128 0,1-1 192 0,0-1-192 0,0 0-160 16,0 0 32-16,13-2 0 31,-3 0-1648-31,-1 2-320 0,-2 0-64 0,-2 0-16 0</inkml:trace>
  <inkml:trace contextRef="#ctx0" brushRef="#br0" timeOffset="40655.7298">7696 2401 5519 0,'0'0'240'0,"0"0"64"0,-12-2-304 0,12 2 0 0,-12 4 0 0,12-4 0 0,0 0 2176 0,0 0 384 15,0 0 80-15,-11 7 16 16,3 3-1232-16,8-10-240 0,-9 12-48 0,2-1-16 16,7-11 352-16,-7 15 64 0,7-15 0 0,-7 19 16 15,4-3-592-15,0 1-128 0,3-17-32 0,-2 21 0 0,0-4-288 0,2-17-48 16,0 22-16-16,0-1 0 0,0-2-240 0,4 0-48 0,2-2-16 0,1-1 0 15,-7-16-144-15,9 15 0 0,1-4 144 0,2-1-144 32,-12-10 128-32,18 7-128 0,-3-2 160 0,1-3-160 0,1-2 128 0,0-2-128 15,1-1 0-15,-1-1 0 16,0-1 0-16,-1 0-256 0,-1-2 16 0,-1-2 16 0,-2-5 48 0,-2 2 16 0,1 0 0 0,-3 2 0 16,-2 0 160-16,-3-1 0 0,-1 1 0 0,-2 10-128 0,-2-11 128 0,2 11 0 31,-5-12 0-31,-2 2 0 0,-2 1 0 0,1 3 0 0,-3-3 0 0,-1 4 0 15,-2 0 0-15,1 5 0 0,-1 3 0 0,-2 0 0 0,-3-3 0 0,-1 6 0 16,-1 2 0-16,0 3-128 16,-1-3-384-16,-1 4-64 0,1 2 0 15,-1 2-16-15,-1-1-608 0,0 1-112 0,0-2-32 16,3-1-5712-16,4-4-1152 16</inkml:trace>
  <inkml:trace contextRef="#ctx0" brushRef="#br0" timeOffset="41142.2098">8022 2406 12895 0,'0'0'1152'0,"0"-8"-928"16,0 1-224-16,0 7 0 0,0-11 2112 0,0 11 368 0,0 0 80 0,0 0 0 16,0 0-832-16,0 0-192 15,0 0-16-15,0 0-16 0,9 7-592 0,-1 2-112 0,1 0-32 0,1-1 0 16,4 3-112-16,2-1-16 15,-1 0-16-15,4 2 0 0,4 0-416 0,4 0-80 16,4 1 0-16,0-3-128 0,1 0 176 0,-1 1-176 0,-2 1 160 0,11 3-160 31,-6-1-560-31,-3 0-208 0,-3 3-32 0,-9-7-13184 0</inkml:trace>
  <inkml:trace contextRef="#ctx0" brushRef="#br0" timeOffset="40928.8776">8461 2405 1839 0,'0'-16'0'0,"0"16"160"0,0-9-160 0,0 9 0 0,0 0 0 0,0 0 0 16,0 0 5184-16,0 0 992 0,-6-3 208 0,6 3 32 15,-10 3-4560-15,0 4-928 16,-2-2-176-16,-2 6-48 0,-2-1-144 0,1 2-48 0,-1-1 0 0,-1 2 0 16,0-1-240-16,-1 1-48 0,-1-1-16 0,0 0 0 0,0-2-208 0,2 4 128 15,-2 0-128-15,4-2 0 0,-1 0 0 0,2 0 0 16,1-2-176-16,-6 4 176 16,1-5-1216-16,4-1-112 0,1-1-16 0,-1-3-10592 15</inkml:trace>
  <inkml:trace contextRef="#ctx0" brushRef="#br0" timeOffset="41666.307">8704 2536 9215 0,'0'0'400'0,"0"0"96"0,0 0-496 0,3-7 0 0,3-2 0 0,0 2 0 0,-6 7 2736 0,11-5 448 0,1-2 80 0,2 2 32 16,3 0-1744-16,0 3-336 0,-1-1-80 0,1-1-16 31,0 1-448-31,1 1-96 0,-1 0 0 0,0 2-16 0,0 0-384 0,-1 2-176 16,-1 1 160-16,-4-3-160 0,-11 0 128 0,0 0-128 0,0 0 0 15,0 0 0-15,0 0 0 0,0 0 0 16,-4 9 0-16,-3 0 0 0,-1-1 128 0,-3 1-128 16,1-2 0-16,-2 0 144 0,0 0-144 0,-2-2 0 15,0 0 0-15,2-1 128 0,0 1-128 0,3 0 0 0,9-5 0 0,0 0 0 16,0 0 0-16,0 0 0 15,0 0 0-15,0 0 0 0,0 0 0 0,0 0-272 16,0 0 64-16,6 8 16 0,1-1-64 0,1 0 0 16,3-2 0-16,-1 2 0 0,-2-1 256 0,3-1-144 0,1 0 144 0,0 0-128 15,-2 0 128-15,2 0 0 0,2 2 128 0,0 0-128 16,-4-2 0-16,3 2 0 16,-1-1 0-16,0 0 0 0,-2 3 0 0,0-4 0 0,2 2 0 0,-1 2 0 15,-1-1 0-15,-1 1 0 16,-2-2 128-16,-7-7-128 0,5 10 144 0,-3 1-144 0,-2-3 192 0,-2 3-192 15,-2-1 0-15,-1-1 0 16,0-1 0-16,-5-1 0 0,-2 2 208 0,-4-1-64 0,-3-1-16 0,-10 5 0 0,-1-3-128 0,3 1 0 16,-3 1 0-16,3-3 0 15,-1-1 0-15,1 0 0 0,-4 0 0 0,3-2 0 16,0-1-1296-16,4-3-304 16,3 1-48-16,4-2-16 0</inkml:trace>
  <inkml:trace contextRef="#ctx0" brushRef="#br0" timeOffset="39979.513">6798 2715 13823 0,'0'0'608'0,"0"0"128"0,0 0-592 0,0 0-144 15,0 0 0-15,0 0 0 0,0 0 0 0,0 0 0 16,0 0-160-16,0 0 160 0,0 0 976 0,0 0 304 16,9-10 48-16,3 1 16 0,2 1-96 0,2-1-16 0,-1 4 0 0,4-6 0 15,2 3-528-15,1-1-128 0,2-1 0 0,2-1-16 16,2 1-256-16,1 3-48 0,-1 0-16 0,-1 2 0 0,-1 0-240 0,-2 3 0 0,-1 2 0 0,-4 0-11392 15</inkml:trace>
  <inkml:trace contextRef="#ctx0" brushRef="#br0" timeOffset="40204.2963">6962 2493 8287 0,'-17'-6'736'0,"17"6"-592"0,-12-1-144 0,2-3 0 16,-1-3 3072-16,11 7 576 0,0 0 112 0,0 0 16 0,0 0-2240 0,0 0-464 16,0 0-96-16,0 0-16 0,0 0-224 0,0 16-48 15,0-16-16-15,6 15 0 0,0 3-48 0,1-3-16 16,-7-15 0-16,12 17 0 0,1-1-304 0,0 1-64 16,-2-1-16-16,2 3 0 0,1 0 672 0,0 0 128 15,2 0 16-15,-1 0 16 16,1 1-2832-16,-2 1-560 0,-1-2-112 0,1 0-32 0</inkml:trace>
  <inkml:trace contextRef="#ctx0" brushRef="#br0" timeOffset="43205.7642">9798 2938 28335 0,'9'-17'1248'0,"-1"5"272"16,4-2-1216-16,7-2-304 0,7 1 0 0,-3 1 0 15,6 0 1024-15,4 0 128 0,3-1 48 0,4 1 0 0,3 0-480 0,2 4-80 16,0 1-32-16,0 0 0 0,-2 1-416 0,-2 1-64 0,-1 2-128 0,-4 0 176 16,-3 3-176-16,-5 2 0 0,-6 3 0 0,4 6 0 46,-7 0-2576-46,-7-3-560 0</inkml:trace>
  <inkml:trace contextRef="#ctx0" brushRef="#br0" timeOffset="43002.0545">10061 2282 21423 0,'0'0'944'0,"0"-7"208"0,0-3-928 0,0 3-224 0,0 7 0 0,1-9 0 0,1 2 1280 0,-2 7 192 16,0 0 64-16,0 0 0 0,-2-7-640 0,-1 0-128 15,-2 1-32-15,-2 2 0 0,7 4-352 0,-11 0-80 0,1 2-16 0,0 0 0 16,-2 3-32-16,-1 2-16 15,0 1 0-15,-1 3 0 0,0 1 16 0,-1 0 0 16,-1 2 0-16,2-1 0 16,2 1-80-16,0 2-16 0,2-1 0 0,1 1 0 15,2-2-160-15,2-1 160 0,0 0-160 0,3-1 160 0,2 0-160 0,2-2 0 16,-2-10 0-16,0 0 0 0,7 9 128 0,3 1-128 16,2-1 0-16,2-2 128 0,1-2-128 0,4-2 128 15,4-5-128-15,3 2 128 0,1 0-128 0,3 2 0 0,1 0 144 0,2 0-144 16,3-2 0-16,2 0 128 15,-2 1-128-15,-3-1 0 0,-4 0 0 0,-3 2 0 0,-4 2 0 0,4-1 0 32,-10-1-1408-32,-16-2-336 0,5 15-80 0,-5-15-16 0</inkml:trace>
  <inkml:trace contextRef="#ctx0" brushRef="#br0" timeOffset="43620.8882">11048 2040 21535 0,'-7'-20'960'0,"5"13"192"0,0 0-928 0,1 0-224 16,1 7 0-16,0 0 0 0,0 0 256 0,0 0 16 0,0 0 0 0,0 0 0 16,-11 5 96-16,-1 4 16 0,-2 1 0 0,-1 7 0 0,-1 6 704 0,1 6 128 15,1 6 48-15,2 1 0 16,0 0-336-16,3 0-64 15,2 2-16-15,4-3 0 0,3-2-352 0,2-2-80 0,-1-2-16 0,4-3 0 0,4-2-272 0,3-1-128 16,0 2 0-16,4-2 128 0,1-2-128 0,4-2 0 16,1-4 0-1,2 1 0-15,2-3 0 0,0-2 192 0,-2-4-192 0,0-2 192 16,-1-3-64-16,-1-2 0 0,1-6 0 0,-1 1 0 0,-1-2-128 0,0 0 0 16,-1 1 0-16,-1-1 0 15,-1 0 0-15,-3-2 0 0,-3-1 0 0,-3-1 128 0,-4-1 0 0,-5 2 0 16,-3-2 0-16,-6 0 0 0,-7 1-128 0,-4 1 0 15,-6 1-192-15,-9 4 192 16,-10 2-352-16,-10 1 48 0,-9 2 16 0,-6 0 0 0,-6 2 0 0,0 3 0 16,-2 4 0-16</inkml:trace>
  <inkml:trace contextRef="#ctx0" brushRef="#br0" timeOffset="46565.1461">4382 3751 25791 0,'-3'-17'1152'0,"3"17"224"0,1-13-1104 0,-1 13-272 0,9-8 0 0,5 4 0 16,5 3 448-16,5-1 48 0,2 0 0 0,1 2 0 16,1 0-496-16,0 0 0 0,1-2 0 0,2 2 0 31,4 4-752-31,1-4-240 0</inkml:trace>
  <inkml:trace contextRef="#ctx0" brushRef="#br0" timeOffset="47018.8242">5002 3392 12895 0,'0'0'1152'0,"0"0"-928"0,0 0-224 0,0 0 0 16,-12-5 2032-16,12 5 352 0,0 0 80 0,-12 3 16 15,12-3-1008-15,-9 9-208 0,2 3-48 0,4 2 0 0,1-1-128 0,4 3-16 16,3 1-16-16,3 2 0 15,6 0-256-15,3 2-48 0,4 3-16 0,2 0 0 16,2-1-384-16,7-1-80 0,2 0-16 0,1 4 0 0,-1-1-96 0,-1-1-32 16,-4-2 0-16,2-1 0 15,-1-2-1216-15,-3 0-240 0,-4-2-48 0,-3-1-7872 16,-2 1-1568-16</inkml:trace>
  <inkml:trace contextRef="#ctx0" brushRef="#br0" timeOffset="46791.1892">5361 3435 20271 0,'0'0'1792'0,"-11"-10"-1424"0,3-3-368 0,1 5 0 0,7 8 1824 0,0 0 288 15,0 0 64-15,0 0 16 0,-12 3-1088 0,12-3-208 16,-16 9-64-16,1 1 0 0,3 4-560 0,-2 3-112 16,-2 2-32-16,1 4 0 0,-3 3-128 0,1-2 0 0,0 0 0 0,1 0 0 15,3 0 0-15,-1-1 0 16,2-4-192-16,0 0 192 16,0 0-2064-16,1-4-304 0,-1-1-48 0</inkml:trace>
  <inkml:trace contextRef="#ctx0" brushRef="#br0" timeOffset="47423.77">5644 3725 18143 0,'0'0'800'0,"5"-10"160"0,-5 10-768 0,5-16-192 15,0 2 0-15,2 2 0 0,0 3 816 0,2-1 112 16,-1 1 32-16,-8 9 0 0,11-6 128 0,-11 6 16 0,10-6 16 0,-10 6 0 0,0 0-96 0,16 0-32 15,-16 0 0-15,13 6 0 16,-13-6-432-16,13 8-96 0,-13-8-16 0,12 12 0 16,-12-12-240-16,10 16-48 0,-10-16-16 0,10 14 0 0,-10-14-144 0,7 15 0 0,-7-15 0 0,5 16 128 31,-5-16-128-31,0 0 0 0,4 15 144 0,-4-15-144 0,0 0 0 0,-2 18 144 0,2-18-144 0,-3 15 0 16,3-15 144-16,0 0-144 15,-7 16 0-15,7-16 144 16,-7 12-144-16,7-12 0 0,-9 13 0 0,9-13 0 15,-5 14 0-15,5-14 0 0,0 0 0 0,0 0 128 16,0 0-128-16,10 14 0 0,-10-14 0 0,19 7 0 0,-1-2 0 0,2-1 0 16,6-3 0-16,2 1 0 0,1-2 0 0,4 0 128 15,2-2-128-15,2 1 0 0,5-3 0 0,-2 1-272 16,-4-1 32-16,0 1 16 16,0-1-1776-1,-1-1-368-15,-1 0-64 0</inkml:trace>
  <inkml:trace contextRef="#ctx0" brushRef="#br0" timeOffset="46182.5738">3024 3683 14735 0,'2'-13'1312'0,"-1"1"-1056"0,-1-1-256 0,0 3 0 16,2 0 2064-16,-2 10 368 0,3-9 64 0,-3 9 0 15,7-10-1152-15,-7 10-256 0,0 0-32 0,18 2-16 16,-1 1-208-16,2 4-32 0,0 0-16 0,2 3 0 16,3-1-304-16,3 3-64 0,4-4-16 0,0 1 0 15,4 0-208-15,-1-1-32 0,1 4-16 0,0-1 0 0,-1 1-144 0,1 2 0 16,-3 1 0-16,-1 1 128 16,-3-1-320-16,-2 3-64 0,-4-1 0 0,-1-3-9200 15,-4-1-1824-15</inkml:trace>
  <inkml:trace contextRef="#ctx0" brushRef="#br0" timeOffset="45973.1443">3341 3357 15551 0,'0'0'688'0,"0"0"144"0,0 0-672 0,0 0-160 0,0-12 0 0,0 12 0 16,0 0 1760-16,0 0 320 0,0 0 64 0,0 0 16 0,-1 19-1216 0,-1 4-240 15,0 1-64-15,-1 9 0 0,-2 5 192 0,-1 3 16 0,1-1 16 0,0-4 0 16,0-2-272-16,1-1-48 0,1 0-16 0,-1-5 0 16,1-2-304-16,0-6-64 15,-1-1-16-15,1-2 0 0,-1-1-16 0,1-4 0 16,3-12 0-16,-5 14 0 15,-2-2-1104-15,0 0-240 0,-2 0-32 0,1-2-7360 16,8-10-1472-16</inkml:trace>
  <inkml:trace contextRef="#ctx0" brushRef="#br0" timeOffset="46376.407">3918 3768 27071 0,'-5'-19'1200'0,"5"19"240"0,0-12-1152 0,0 12-288 15,0 0 0-15,0 0 0 0,10-7 432 0,-10 7 16 16,14 0 16-16,-14 0 0 0,0 0-112 0,14 10-32 15,-14-10 0-15,12 18 0 0,-2-3-192 0,-1 2-128 0,-1-1 128 0,1 0-128 16,0-1 0-16,-1-1 0 16,-8-14-192-16,14 14-8688 15,-14-14-1728-15</inkml:trace>
  <inkml:trace contextRef="#ctx0" brushRef="#br0" timeOffset="50165.8041">8093 3482 24015 0,'9'-25'1056'0,"-3"13"224"0,1 2-1024 0,4 0-256 0,1-1 0 0,2 4 0 15,1 2 1312-15,1 2 208 16,-1 1 32-16,4 0 16 0,0 1-288 0,0 2-48 16,-2 1-16-16,2 3 0 0,0 0-512 0,2 2-96 0,-2 4-32 0,4 1 0 15,-3 1-432-15,4 3-144 16,1 1 0-16,0 2 0 16,0 4-432-16,-1 1-192 0,0 3-32 0,-2 1-14768 0</inkml:trace>
  <inkml:trace contextRef="#ctx0" brushRef="#br0" timeOffset="49976.6144">8433 3323 24879 0,'-2'-12'2208'0,"2"12"-1760"0,0 0-448 0,0 0 0 16,0 0 1680-16,0 0 256 0,0 0 48 0,-3 15 16 0,-4 1-1440 0,0-1-304 16,-2 1-48-16,-4 1-16 15,-5 2 0-15,-2 5-16 0,1 4 0 0,-4-1 0 16,-1 5-176-16,0-1 0 0,0-4 144 0,3 1-144 15,2-1-720-15,-2-4-224 0,-1-4-32 0,-1-2-8368 16,1 0-1680-16</inkml:trace>
  <inkml:trace contextRef="#ctx0" brushRef="#br0" timeOffset="50617.6618">8785 3630 21423 0,'7'-21'944'0,"0"9"208"0,0 0-928 0,1 0-224 0,1 0 0 0,3 0 0 0,2-2 768 0,1 2 128 15,1 0 0-15,-1 0 16 16,1 1 0-16,0 5 0 0,1-1 0 0,-2 3 0 0,-1 1-352 0,-14 3-80 15,16 0-16-15,-3-2 0 16,-13 2-464-16,0 0 128 0,0 0-128 0,14 9 0 16,-14-9 0-16,0 0 0 0,5 13 0 0,-5-13 0 0,0 0 128 15,0 18-128-15,-1-4 0 0,1-14 0 16,-5 15 0-16,-2-3 0 0,7-12 0 0,-11 12 0 0,3-3 0 0,-1-2 0 16,-1 0 0-16,10-7 0 15,-9 7 0-15,9-7 0 0,0 0 0 0,-7 10 0 0,7-10 0 0,-5 14 0 16,5-14 0-16,-2 14 0 0,2-14 0 0,4 15 0 15,1-1 0-15,2 0 0 0,0-2 0 0,1 0 0 16,3-2 0-16,-1 2 0 0,0-1 0 0,2-1 0 16,2 0 0-16,-2 1 0 0,-1-1 0 0,-1 0 0 15,-10-10 0-15,16 12 0 0,-4-1 0 0,0-3 0 16,0-1 0-16,-12-7 0 0,14 6 0 0,-14-6 0 16,12 8 0-16,-12-8 0 0,0 0 0 0,0 0 0 0,0 0 0 15,0 0 0-15,0 0 0 0,0 0 0 0,-5 16 0 0,-4-4 0 0,-5-2 0 0,-1-3 0 31,-3 2 0-31,-1-2 0 0,-5-2 0 0,0 0 0 0,-4-2 0 0,3 6 0 16,-3 1-192-16,0 1-144 0,-3-3-32 0,0 1 0 16</inkml:trace>
  <inkml:trace contextRef="#ctx0" brushRef="#br0" timeOffset="49017.546">6866 3706 9215 0,'0'0'816'0,"0"0"-656"0,0 0-160 0,0 0 0 15,0 0 2112-15,0 0 400 0,-5-9 80 0,5 9 16 0,1-10-864 0,4 1-160 0,2 1-48 16,2-3 0-16,1 3-768 0,4-3-144 0,0-1-48 0,2 0 0 15,1-2-256-15,5 2-64 16,4-2-16-16,2 1 0 0,1 2-240 0,0 3 0 16,1 1 0-16,-3 0 0 0,1 5 0 0,-4 0 0 15,-5 2 0-15,-3 0-8064 0,-16 0-1536 16</inkml:trace>
  <inkml:trace contextRef="#ctx0" brushRef="#br0" timeOffset="49231.1669">6952 3442 20271 0,'0'0'896'0,"-7"-9"192"0,0 1-880 0,7 8-208 0,0 0 0 0,0 0 0 16,0 0 1840-16,0 0 320 0,0 0 64 0,0 0 16 16,0 0-912-16,14 5-176 0,0-4-48 0,0 5 0 15,-1 1-320-15,3 3-64 0,-2 2-16 0,1 4 0 0,-1 4-384 16,0 4-96-16,0 2-16 0,0 0 0 0,-2-2-208 0,0 1 0 15,-2 0 0-15,0 1-10576 16,-3 0-2048-16</inkml:trace>
  <inkml:trace contextRef="#ctx0" brushRef="#br0" timeOffset="49751.8844">7691 3273 23039 0,'0'0'2048'0,"-2"-14"-1648"16,2 0-400-16,-2 2 0 0,2 12 1520 0,0 0 208 0,0 0 64 0,0 0 0 15,0 0-1344-15,0 0-272 16,0 0-48-16,0 0-128 0,0 0 0 0,0 0 0 0,0 0 0 0,12-5 0 16,-12 5 0-16,18-2 0 0,-3 2 0 0,2 4 0 15,1 1 0-15,-1 0 0 0,-1 2 0 0,-1 0 0 16,-1 1 0-16,-2-1 0 0,-12-7 0 0,14 7 0 15,-14-7 0-15,0 0 0 0,10 12 0 0,-10-12 0 16,7 17 0-16,-4-3 0 0,-3-14 0 0,-1 14 0 16,1-14 0-16,-5 14 0 0,-2-4 0 0,-2-1 0 15,0 1-400-15,9-10 16 0,-12 7 0 0,12-7 0 16,-14 7 16-16,4 0 16 0,10-7 0 0,-10 7 0 16,10-7-32-16,-11 7 0 0,3 0 0 0,8-7 0 31,0 0-176-31,0 0-32 0,-7 10-16 0,7-10 0 0,-4 12 32 0,4 0 0 0,0-12 0 0,2 14 0 15,2-4 256-15,-4-10 64 0,0 0 16 0,10 11 0 16,0-3 240-16,6 1 0 0,-2 1 0 0,-1-1-144 16,3-2 144-16,1 0 0 0,1-2 128 0,-1 4-128 15,0 1 0-15,0 0 144 0,1-1-144 0,-1 1 0 16,0 2 0-16,0-1 0 0,-3 1 0 0,-2 0 0 16,-3 2 0-16,-4-4 0 0,-5-10 0 0,0 0 0 15,-5 12 192-15,-4-3-64 0,-3-4 0 0,-2 2-128 16,-3-2 608-16,-2 2 16 0,-2 2 0 0,-1-4 0 0,-4-4-48 0,0 5 0 15,0-1 0-15,0 2 0 0,1 0-160 0,0 1-32 16,3 1-16-16,3 1 0 0,2 2-368 0,1-1 0 16,1-1 0-16,1 0-11888 0</inkml:trace>
  <inkml:trace contextRef="#ctx0" brushRef="#br0" timeOffset="52800.929">10207 3450 18303 0,'0'0'816'0,"0"0"160"0,0 0-784 0,11-10-192 0,-1 1 0 0,2 1 0 16,2-1 1088-16,1 1 160 0,1-1 32 0,3-3 16 16,2 0 48-16,3 0 0 0,3 0 0 0,1 0 0 15,0-2-592-15,1 2-112 0,0 1-32 0,-1 4 0 0,-2 0-320 0,1 6-64 16,1-1-16-16,-4 0 0 0,-5 2-208 0,-3 4-128 0,-16-4 128 0,13 10-13664 16</inkml:trace>
  <inkml:trace contextRef="#ctx0" brushRef="#br0" timeOffset="52972.4222">10218 3790 17503 0,'10'-13'768'0,"0"4"176"0,6 0-752 0,1 1-192 0,4-3 0 0,5 1 0 0,6-2 1856 0,3-4 320 31,1-3 80-31,4-3 16 0,0-4-1264 0,3 2-256 15,3 0-48-15,3 3-16 0,1 6-528 0,-2 2-160 0,-1 3 0 0</inkml:trace>
  <inkml:trace contextRef="#ctx0" brushRef="#br0" timeOffset="53387.7202">11246 3221 25919 0,'0'0'1152'0,"0"0"224"0,-8-9-1104 0,8 9-272 0,0 0 0 0,0 0 0 0,0 0 944 0,0 0 128 16,0 0 16-16,0 0 16 16,0 0-352-16,0 0-80 0,3 14-16 0,-3-14 0 0,9 14 0 0,1-4 0 15,0-1 0-15,4 0 0 0,2-3-256 0,1 1-48 16,2 0-16-16,0 0 0 0,0 0-336 0,0-2 144 15,0-1-144-15,2 1 0 0,-2-2 144 0,0-1-144 16,0 0 0-16,0-2 144 0,0-2-144 0,0 0 0 0,0 1 0 0,0-1 0 16,0-2-192-16,-1 1-64 0,1-2 0 0,-1 0-16 15,-3-2-304-15,1 1-48 16,-1-2-16-16,-1-2 0 0,-3-1 256 0,-1 1 64 16,-2-2 0-16,1 1 0 0,0-1 320 0,-9 12-176 0,0 0 176 0,0 0-128 15,8-10 384-15,-8 10 64 0,0 0 32 0,0 0 0 0,0 0 336 16,0 0 64-16,0 0 16 0,0 0 0 0,0 0-384 15,4 15-80-15,-2 3-16 0,-2-1 0 0,-2 0-288 0,2 4 0 16,0 7 0-16,2 4 0 0,1 6 0 0,-1 9 0 16,-1 8 0-16,3 6-10800 15,-2-3-2192-15</inkml:trace>
  <inkml:trace contextRef="#ctx0" brushRef="#br0" timeOffset="57059.723">4332 4578 911 0,'0'0'0'0,"0"0"0"0,0 0 0 0,0 0 0 0,0 0 0 0,0 0 0 0,0 0 4768 0,9 13 864 15,-6 1 192-15,-3-14 16 0,-5 17-3952 0,-5-1-800 16,-6 1-144-16,-1 2-48 0,-2 5-416 0,-2 0-96 16,0 1 0-16,1-1-16 0,-3 0-368 15,4 0 0-15,2-1 0 0,1-1-11728 16</inkml:trace>
  <inkml:trace contextRef="#ctx0" brushRef="#br0" timeOffset="57549.9067">4698 4514 26943 0,'0'0'1200'0,"0"0"240"0,0 0-1152 0,0 0-288 16,0 0 0-16,12-6 0 0,2 3 944 0,0 1 128 0,-1 1 16 0,3 1 16 16,0 0-16-16,-1 3-16 0,1 0 0 0,1 1 0 15,0-1-672-15,4 3-128 0,3 0-16 0,2 3-16 0,0 0-240 16,1 3 0 0,1 2 0-16,0-1-10544 15,-2-1-2112-15</inkml:trace>
  <inkml:trace contextRef="#ctx0" brushRef="#br0" timeOffset="57343.02">5171 4426 21471 0,'0'0'960'0,"0"0"192"0,10-12-928 0,1 3-224 15,-11 9 0-15,10-7 0 0,-10 7 512 0,0 0 64 0,0 0 16 0,0 0 0 0,0 0 336 0,0 0 64 16,-17 0 16-16,-1 5 0 16,-2 4-272-16,-3 3-48 0,-1 0-16 0,0 4 0 15,-2-1-416-15,0 1-64 0,0-3-32 0,4 3 0 0,-1-2 720 0,4-2 144 16,2-2 16-16,2 2 16 31,1-1-1616-31,3 1-320 0,1-2-64 0,10-10-13216 0</inkml:trace>
  <inkml:trace contextRef="#ctx0" brushRef="#br0" timeOffset="57883.1621">5478 4552 22911 0,'0'0'1024'0,"0"0"192"0,0 0-960 0,0 0-256 0,14-6 0 0,-2 3 0 0,-12 3 352 0,0 0 32 16,14-2 0-16,-14 2 0 15,0 0 464-15,0 0 112 0,0 0 0 0,0 0 16 16,0 0-192-16,0 0-32 0,0 0-16 0,0 0 0 16,0 0-352-16,0 0-80 0,0 0-16 0,0 0 0 15,3 19 48-15,-3-3 16 0,0-16 0 0,-5 15 0 0,2 1-144 0,-1-1-16 16,-1-3-16-16,5-12 0 0,-5 16-176 0,5-16 160 16,0 0-160-16,-4 19 160 0,1-3-160 0,3-16 0 15,0 19 0-15,0-19 128 0,5 15-128 0,2 1 0 16,-7-16 0-16,12 13 0 0,0-2 0 0,2-4 0 15,1-4 128-15,3 1-128 0,1-3 0 0,1-1 0 16,1 0 0-16,3 0-176 0,0 0 496 0,2-1 112 0,0-3 16 0,2 1-10704 16,-1-1-2144-16</inkml:trace>
  <inkml:trace contextRef="#ctx0" brushRef="#br0" timeOffset="58055.082">6360 4541 26719 0,'0'0'2368'0,"0"0"-1888"16,-10 5-480-16,1 8 0 0,4 2 1216 0,0 1 128 15,-2-6 48-15,-2 4 0 0,-3 1-752 0,0-1-128 0,-4-2-48 0,-1 7 0 16,-2 5-192-16,-1 4-32 0,-3 1-16 0,1 4 0 31,-1 2-1392-31,3 4-288 0,-1 1-48 0</inkml:trace>
  <inkml:trace contextRef="#ctx0" brushRef="#br0" timeOffset="56658.531">2929 4553 10127 0,'0'0'448'0,"2"-12"96"0,-1 0-544 0,-1 12 0 0,5-14 0 0,-5 14 0 0,7-12 3408 0,-7 12 576 15,12-7 112-15,-12 7 32 0,16-3-2864 0,0 3-576 16,-1 0-112-16,4 3-32 16,2 1 0-16,-1 3 0 0,5 1 0 0,1 1 0 15,1 0-288-15,4 1-64 0,4 2-16 0,-2-2 0 0,-4-1-176 0,2 0 0 16,0 1 0-16,-3 0-8800 16,-2-3-1680-16</inkml:trace>
  <inkml:trace contextRef="#ctx0" brushRef="#br0" timeOffset="56495.2582">3448 4389 19743 0,'0'0'880'0,"-3"-12"176"0,-1 0-848 0,1 4-208 0,1-1 0 0,2 9 0 16,-1-9 1600-16,1 9 288 15,0 0 48-15,0 0 16 0,0 0-928 0,0 0-176 16,0 0-32-16,-9 14-16 0,-1 0-464 0,-3 5-80 0,1 0-32 0,-1 5 0 16,-3 0 16-16,1 0 0 0,-1-1 0 0,0-2 0 15,-1-2-240-15,-2 0 128 0,2-2-128 0,0-2 0 0,-2 1 128 0,1-2-128 16,1-1 0-16,2 1 144 15,-3 0-144-15,1 2-272 0,0-3 64 0,0-2 16 16,-2-1-1728-16,-4-1-352 16,-1-1-64-16,2-2-16 0</inkml:trace>
  <inkml:trace contextRef="#ctx0" brushRef="#br0" timeOffset="56839.6992">3716 4595 18431 0,'0'0'1632'0,"0"0"-1312"31,0 0-320-31,0 0 0 0,0 0 2496 0,0 0 448 16,0 0 64-16,14 8 32 0,0 1-2272 0,-1 3-448 0,-2 2-80 0,-1 0-32 0,0-4-16 0,-1 4-16 15,0 1 0-15,-1 4 0 31,1 0-944-31,-2 2-192 0,-2-2-48 0,0 0-11664 0</inkml:trace>
  <inkml:trace contextRef="#ctx0" brushRef="#br0" timeOffset="58339.5053">7496 4146 27871 0,'0'0'1232'0,"0"0"256"16,0 0-1184-16,0 0-304 0,-4 12 0 0,-3 7 0 0,-1 7 672 0,-8 3 80 15,-3 4 16-15,-7 2 0 0,-5-6-144 0,-3-1-32 16,-4-3 0-16,2 3 0 0,1-4-272 0,2 0-48 0,2-3-16 0,4-2 0 0,2 0-256 0,-1 0 160 31,4-2-160-31,1-1 128 0,4-2-128 0,2-2-192 16,1-2 32-16,2-1 16 15,3-1-2064-15,9-8-416 0,-9 11-64 0</inkml:trace>
  <inkml:trace contextRef="#ctx0" brushRef="#br0" timeOffset="58518.2198">6945 4455 5519 0,'0'0'496'0,"-3"-17"-496"0,1-1 0 0,2 18 0 15,0-13 4992-15,0 13 896 16,0 0 176-16,0 0 32 0,10-12-4000 0,-10 12-816 0,16-6-144 0,-1 5-48 15,-15 1-112-15,21 5-16 0,2 2-16 0,1 5 0 0,-2-2-448 0,2 4-96 16,0 2-16-16,2 1 0 0,0 2-384 0,0-2 128 31,0 0-128-31,0 1 0 16,-2-3-2032-16,-3 2-480 0</inkml:trace>
  <inkml:trace contextRef="#ctx0" brushRef="#br0" timeOffset="58957.2365">7915 4572 3679 0,'-5'-17'160'0,"5"17"32"0,-5-12-192 0,1 0 0 0,4 12 0 0,0 0 0 0,0 0 7136 0,0 0 1376 16,9-12 288-16,-9 12 48 0,9-11-6816 0,-9 11-1376 0,0 0-272 0,0 0-48 16,0 0-96-16,0 0-32 15,0 0 0-15,0 0 0 0,0 0-80 0,0 0-128 0,0 0 176 0,0 0-176 16,0 0 0-16,0 0 0 15,0 0 0-15,0 0 0 0,0 0 0 0,0 0-256 0,0 0 80 0,0 0 16 0,0 0-32 0,0 0 0 16,0 0 0-16,0 0 0 0,0 0 192 0,0 0-128 31,0 0 128-31,0 0-128 0,0 0-176 0,0 0-16 0,15 0-16 0,-1 2 0 32,-14-2-560-32,14 5-128 0,-14-5 0 0,15 9-16 15,-15-9 16-15,14 10 0 0,-14-10 0 0,12 12 0 0,-12-12 608 0,9 14 128 0,-9-14 32 0,7 14 0 16,-7-14 256-16,0 0 144 0,0 0-16 0,0 0 0 15,0 0 192-15,8 17 48 0,1-3 0 0,-9-14 0 16,0 0-176-16,0 0-16 0,10 16-16 0,-10-16 0 0,0 0-160 0,0 0 0 16,0 0 144-16,5 17-144 15,-5-17 0-15,0 0 0 0,-6 19 0 0,-5-4 0 16,-1-1 0-16,-2-2 0 0,-3-1 0 0,2-3 0 0,-3 1 0 0,3 0 0 16,1-1 0-16,0 1 0 0,2-2 0 0,12-7-160 15,-10 7 160-15,10-7-8640 16,0 0-1648-16</inkml:trace>
  <inkml:trace contextRef="#ctx0" brushRef="#br0" timeOffset="59322.9313">9153 4181 13823 0,'-4'-26'1216'0,"4"12"-960"0,0 0-256 0,2 4 0 15,-2 10 2480-15,5-9 448 0,-5 9 80 0,0 0 32 0,7-9-2528 0,-7 9-512 32,0 0 0-32,0 0-208 0,0 0 208 0,0 0 160 0,0 0-32 0,0 0 0 15,10-5 224-15,-10 5 32 16,16 4 16-16,-2 1 0 0,-14-5-80 0,17 10-32 16,-2 1 0-16,-1-1 0 0,0 2 272 0,0 0 48 15,0 2 16-15,-2 0 0 0,-2 0-64 0,2-1-16 0,-1 3 0 0,1-1 0 16,-2-1-16-16,0 0 0 0,1 0 0 0,-3 1 0 15,1 3-80-15,-2-3-32 0,0 1 0 0,0-3 0 0,-2 1-160 0,-3 0-16 16,-4 2-16-16,0-3 0 0,-3 3-224 0,-2-2 0 16,-5 0 128-16,0 1-128 0,-2 1 0 0,-1-3 144 15,-3 3-144-15,1 0 128 16,-2-1-128-16,2-1 0 0,0-2 144 0,1 2-144 0,0 0 0 0,3-4-256 16,1-1 32-16,12-9 16 0,-7 12 32 0,7-12 16 15,0 0 0-15,0 0 0 16,0 0-2832-16,17 7-560 0,2-6-112 0,3-2-32 0</inkml:trace>
  <inkml:trace contextRef="#ctx0" brushRef="#br0" timeOffset="59530.705">10105 4531 27071 0,'0'0'1200'0,"18"-4"240"0,-3 3-1152 0,1-1-288 0,-16 2 0 0,0 0 0 15,0 0 1792-15,0 0 288 0,0 0 64 0,0 0 16 16,-23 0-1008-16,-3 3-192 0,-5 4-32 0,-1 2-16 0,-5 1-688 0,1 4-224 15,-2 3 128-15,2-1-128 0,3 1 0 0,0 2 0 16,0 0 0-16,2 4 0 0,2 4 0 0,0 3 0 16,-1-1 0-16,4 0 0 0,1-1 0 0,2-1-192 15,2-1 16-15,-3 0-11088 32,-3 2-2208-32</inkml:trace>
  <inkml:trace contextRef="#ctx0" brushRef="#br0" timeOffset="59928.7026">10725 4181 22751 0,'0'0'1008'0,"0"0"208"0,0 0-976 0,0 0-240 0,0 0 0 0,0 0 0 0,0 0 960 0,0 0 160 0,0 0 32 0,0 0 0 32,0 0-480-32,0 0-96 0,-3 13 0 0,-1 6-16 15,-1 9 448-15,-2-2 80 0,2 0 32 0,-2 1 0 0,-2 1-416 0,2-2-64 16,2 0-32-16,0-2 0 0,2 0-432 0,1 0-176 16,0-3 128-16,4-2-128 0,1 0 0 0,2-4 0 15,-5-15 0-15,11 18 0 0,-1-3 0 0,2-3 0 16,2-5 0-16,2 0 0 0,-1-3 128 0,4-6-128 15,2-2 128-15,1 1-128 0,2-1 176 0,4-1-48 16,3 0-128-16,0-2 192 0,-1 0-192 0,-3-1 144 16,1-3-144-16,-2-1 128 0,-2-2-128 0,-3 1 0 15,-4-6 144-15,-9-4-144 0,-4-1 0 0,-8-4 0 16,-8 1 0-16,-7-4 128 0,-7-2-128 0,-11-2 0 0,-15 1 128 0,-9 8-128 16,-8 5-192-16,-8 16-128 0,-10 12 0 0</inkml:trace>
  <inkml:trace contextRef="#ctx0" brushRef="#br0" timeOffset="63640.4086">-7170 5090 6447 0,'0'0'576'0,"0"-10"-576"0,-1-4 0 0,-1 2 0 16,-2 2 2480-16,4 10 384 0,-7-14 80 0,1 3 0 16,-1 3-1088-16,0 3-208 0,-2 1-48 0,9 4-16 0,-15-2-800 0,1 6-144 15,0 1-48-15,0 2 0 0,0 2-336 0,2 1-80 16,-1 2-16-16,2 2 0 16,3-4 32-16,-1 4 16 0,0-2 0 0,2 2 0 0,2 0-48 0,0-1-16 15,0 3 0-15,1-2 0 0,4-14-144 0,0 0 0 0,0 19 144 0,0-19-144 16,0 0 0-16,9 19 0 15,0-2 0-15,1-5 0 16,-10-12 0-16,16 14 128 0,1-2-128 0,-2 0 0 0,1 2 0 16,3 1 0-16,3-1 0 0,1 2 0 0,-4-1 0 0,0-1 0 0,0 0 0 0,0 3 0 15,0 2 0-15,0-2 0 0,-4 2 0 0,1 0-128 16,-3 0 128-16,0-1 0 16,-3-1 0-16,-1 0 0 0,-4-1 0 0,-4 1 0 15,-2-2 128-15,-6 1-128 0,-5 0 192 0,-4-1-48 16,-4-1 0-16,-6 0 0 0,-5 1 160 0,-6-1 16 0,-2-2 16 0,-5 2 0 15,-2 1-96-15,-2-1-32 0,-3-5 0 0,0 0 0 16,-1-3-16-16,-3 1 0 0,-1-2 0 0,8-1 0 16,5-2-192-16,5-2 0 15,3 0 0-15,8-2-13440 0</inkml:trace>
  <inkml:trace contextRef="#ctx0" brushRef="#br0" timeOffset="63895.3735">-6833 5109 8287 0,'0'0'368'0,"-5"-14"80"0,0 0-448 0,1 4 0 0,4 10 0 0,0 0 0 15,0 0 4352-15,0 0 800 0,0 0 160 0,14 16 16 16,-2 1-3920-16,2 2-768 0,0 3-176 0,-1 1-16 15,1-4 304-15,0 1 64 0,2 1 16 0,1-2 0 0,0-2-384 0,0 4-64 16,2 0 0-16,2 1-16 16,0-4-240-16,-1 4-128 0,-1 2 160 0,0 0-160 0,-1 4 0 15,-1 1 0-15,-2-1-128 0,-1 1-9808 16,-2-1-1968-16</inkml:trace>
  <inkml:trace contextRef="#ctx0" brushRef="#br0" timeOffset="64062.4093">-6628 5392 13823 0,'2'-21'608'0,"0"9"128"0,-1-1-592 0,5 0-144 0,4 1 0 0,4 2 0 16,3 1 2928-16,5 1 544 0,6 3 112 0,3 1 32 0,2 2-2960 0,0 4-656 16,-2 0 0-16,-2 3-7872 15,-1-1-1600-15</inkml:trace>
  <inkml:trace contextRef="#ctx0" brushRef="#br0" timeOffset="64451.9027">-6046 5491 10127 0,'-17'-9'448'0,"17"9"96"0,-14-7-544 0,5 0 0 0,2-2 0 0,7 9 0 0,4-10 3648 0,1 0 640 15,0-2 112-15,2 1 16 16,2-1-3056-16,1 4-608 0,4-1-128 0,1 4-32 0,4 1-384 0,0-1-80 15,0-2 0-15,2 0-128 0,0 2 128 0,-2-2-128 16,-2 0 0-16,2 0 0 16,0 2 0-16,0 2 0 0,0 1 0 0,-2-1 0 0,-17 3 0 0,16-4-304 0,-2 1 48 0,-14 3 0 15,0 0-32-15,0 0 0 16,0 0 0-16,0 0 0 0,0 0 96 0,-2-12 32 0,2 12 0 0,-9-9 0 16,-3 2 32-16,-2 4 0 0,-1-1 0 0,-1 3 0 0,-1-1 128 0,0 2 0 15,1 0-144-15,1 2 144 0,-3 1-144 0,3 2 144 31,-2-1-192-31,-1 1 192 0,1 0 0 0,2 4 0 16,-3 1 0-16,3 2 0 0,-1 2 0 0,4 1 0 0,2 3 0 0,3 2 0 16,3 3 128-16,4-1 16 0,6-3 16 0,2 4 0 15,3 1 80-15,2-2 16 16,6 2 0-16,0-3 0 0,2 0-48 0,1-2 0 0,1-4 0 0,1-1 0 16,0-2-80-16,2 0 0 15,2-5-128-15,1 0 192 0,0 0-192 0,2 0-240 0,1-5 48 0,-1-4-8000 16,0-3-1600-16</inkml:trace>
  <inkml:trace contextRef="#ctx0" brushRef="#br0" timeOffset="64827.9743">-5452 5468 19519 0,'0'0'864'0,"0"0"176"0,-12-7-832 0,-2 2-208 0,-2 2 0 0,2 1 0 0,2 4 1280 0,12-2 224 16,-13 6 32-16,13-6 16 16,-9 14-784-16,4 2-176 0,1-1-16 0,4 3-16 0,4 1-128 0,3 3-32 15,1 2 0-15,4 2 0 0,2 0-112 0,2-2-32 0,-3-1 0 0,3-3 0 16,0 3-128-16,-3-8-128 0,-1-4 192 0,-1-1-192 15,-1 0 176-15,-10-10-176 16,0 0 160-16,0 0-160 0,0 0 144 0,0 0-144 16,0 0 128-16,0 0-128 0,0 0 176 0,0 0-48 0,0 0-128 0,0 0 192 15,0 0-192-15,-3-20 0 0,-6-5 0 0,-1-2 0 16,-1-6 0-16,1-1-336 16,0-3 48-16,1 3 16 0,0-1 48 0,-1 2 16 15,0-1 0-15,4 1 0 0,6 2-80 0,4 0-16 16,-1 3 0-16,3 6 0 15,2 5-80-15,3 1-32 0,-1 2 0 0,0 6 0 0,2 1 224 0,-12 7 32 16,0 0 16-16,14-5 0 0,0 3 144 0,-14 2 0 16,17 3 0-16,-3 3 0 0,-14-6 256 0,16 12 0 15,-3 1-16-15,-2 0 0 0,-11-13 0 0,5 15 0 0,-5 2 0 0,-2 1 0 16,-3-3-48-16,-2 2-16 0,-5 2 0 0,0 0 0 16,-2 0-176-16,-1 2 192 0,-4-2-192 0,1 0 192 15,5 0-192-15,0 2 0 0,1 3 0 0,2-3-8512 16,0-4-1728-16</inkml:trace>
  <inkml:trace contextRef="#ctx0" brushRef="#br0" timeOffset="65002.5031">-5178 5515 24239 0,'0'0'1072'0,"9"-12"224"0,1 0-1040 0,4 1-256 0,3 1 0 0,2-1 0 16,2-1 448-16,0 4 16 0,-2-1 16 0,-1 2 0 15,1 0-128-15,-1 0-32 0,-1 2 0 0,0 2 0 16,-3 1-96-16,-14 2-32 0,16 0 0 0,-16 0 0 31,15 2-1280-31,-15-2-256 0</inkml:trace>
  <inkml:trace contextRef="#ctx0" brushRef="#br0" timeOffset="65213.098">-4759 5206 11967 0,'0'0'528'0,"0"0"112"0,-5-12-512 0,5 12-128 16,0 0 0-16,0 0 0 0,0 0 3328 0,0 0 624 15,0 0 128-15,11 20 16 0,-3-1-2432 0,-1 0-512 16,-2 4-80-16,2 1-32 0,0-2 192 0,0 6 48 0,0-2 0 0,2 7 0 0,-1 3-704 16,4 0-128-16,2 6-16 0,0 2-16 0,0 7-256 0,1-7-160 15,3 0 192-15,-1-5-192 16,-2 1-2352-16,3-7-576 15</inkml:trace>
  <inkml:trace contextRef="#ctx0" brushRef="#br0" timeOffset="65516.0668">-4172 5296 21183 0,'0'0'944'0,"0"0"192"0,0 0-912 0,2-11-224 15,-2 11 0-15,0 0 0 0,10-8 2800 0,1 2 512 16,-11 6 96-16,14-1 32 0,-14 1-2672 0,0 0-544 0,13 7-96 0,-13-7-128 31,14 15-848-31,-5 4-272 0,-4 2-48 0,-3-1-16 0</inkml:trace>
  <inkml:trace contextRef="#ctx0" brushRef="#br0" timeOffset="65667.5999">-3921 5844 11055 0,'-11'-26'976'0,"8"13"-784"0,-1-1-192 0,4 2 0 16,2 0 4944-16,3 1 944 0,-5 11 192 0,9-8 48 15,-1-1-4352-15,-8 9-880 0,0 0-160 0,0 0-32 0,0 0-528 0,0 0-176 16,18 10 0-16,-6 1-15776 0</inkml:trace>
  <inkml:trace contextRef="#ctx0" brushRef="#br0" timeOffset="66562.1279">-2727 5380 17103 0,'0'0'752'0,"0"0"160"0,0 0-720 0,0 0-192 16,0 0 0-16,0 0 0 0,0 0 1520 0,9-7 272 16,-9 7 48-16,12-5 16 0,-2-2-768 0,4 4-160 15,1 1-32-15,1 0 0 0,1-1-576 0,0 1-128 16,2 0-32-16,0-1 0 0,-1-4-160 0,-1-2 0 0,-2 2 0 0,1 2 0 15,-2 0 0-15,1 2 0 16,1 1 0-16,-2 0 0 0,-14 2 0 0,0 0 0 0,12-5 0 16,-12 5 128-16,0 0-128 0,0 0 0 0,0 0 0 0,0 0 128 15,0 0-128-15,0 0 0 0,-9-5 0 0,-5 3 0 16,-3 4 0-16,-2 0 0 0,-5-2 0 0,0 3 0 16,-2 4 0-16,-4 3 0 0,-2 1 0 0,1-3 0 0,1 3 0 0,3 1 0 0,-1 1 0 0,2 5 0 15,0 1 0-15,4 1 0 16,1 3 192-16,4-1-64 0,1 1-128 0,4 1 128 15,5 0-128-15,4 2 128 0,5 2-128 0,6-4 128 0,6-2-128 16,7-3 128-16,5-2-128 0,8-1 128 0,6-1-128 0,8 1 128 16,7-4 0-16,4-3 0 0,1-4 0 0,-1-2 0 15,-2-4-128-15,0-5-272 0,-2 1 64 0,2-5 16 32,0-4-1088-32,-3 0-192 0,-2-6-64 0,-1-5 0 15,-2-4-528-15,-5-2-112 0</inkml:trace>
  <inkml:trace contextRef="#ctx0" brushRef="#br0" timeOffset="66923.1986">-2092 5095 10127 0,'-21'-7'896'0,"9"2"-704"0,-2 2-192 0,2 1 0 15,12 2 1840-15,-12-2 336 16,12 2 64-16,0 0 0 0,0 0-960 0,-1 16-208 16,4-1-48-16,6 3 0 0,-1 1-272 0,10 0-64 0,2 0-16 0,4 0 0 15,4 1 144-15,5 3 16 0,3 3 16 0,0-4 0 0,-1-1-144 16,-2 1-16-16,-6 1-16 0,1 3 0 0,-2-1-176 0,-2 1-48 31,-2-2 0-31,-3-1 0 0,-5-2-160 0,-2 3-32 0,-1 0-16 0,-5-2 0 0,0 1-240 16,-3-2 128-16,-3-1-128 0,0-1 0 0,-2-3 128 0,-1-2-128 15,-4-4 0-15,0-1 144 0,7-9-144 0,-12 6 0 16,-2-6 144-16,2-1-144 0,2-4 176 0,1-4-48 0,2-5 0 16,2 0 0-16,2-1-128 0,4-1 160 0,3-3-160 0,3 0 160 31,3 0-160-31,2 2 0 0,2 1 0 0,1 3 128 0,1-1-128 0,3 0 0 15,0 0 0-15,3 4 0 0,3 1 0 0,0 2-144 16,3 0 144-16,1 2 0 0,1 4 0 0,3 2-128 16,1 3 128-16,1 1 0 0,-1 2 0 0,4 1 0 15,2 1 0-15,0 1 0 0,-3 1 0 0,0 1-160 16,-1-2 160-16,4 2-128 16,-1 0-880-16,-2 0-160 0,-5-1-48 15,-1-3-7872-15,-3-1-1568 0</inkml:trace>
  <inkml:trace contextRef="#ctx0" brushRef="#br0" timeOffset="68011.0914">-609 5534 2751 0,'0'0'128'0,"8"-12"16"0,-1-2-144 0,-2 0 0 0,1 0 0 0,-5 0 0 16,-2-3 4736-16,-1 0 928 0,-2-4 176 0,-1 6 48 15,-2 3-3552-15,-3 1-704 0,-2-1-144 0,-2 2-16 16,-3 1-432-16,0 2-80 0,-2 0 0 0,-2 4-16 0,-2 1-560 16,-1 2-96-16,-2 2-32 0,2 1 0 0,2 4-256 0,-1 2 0 31,-1-1 0-31,2 3 0 0,-1-1 0 0,4 2 0 15,2 6 0-15,3-1 0 0,2 0 0 0,5 0 0 0,4 1 0 0,3-1 0 16,5 0 0-16,2-1 0 0,3-3 0 0,4 1 0 16,2-3 128-16,3-5-128 0,1-2 0 0,4-4 0 15,2-2 0-15,2 2 0 0,1-2 0 0,2 1 0 16,2-4 0-16,0-1-256 0,-2 1 80 0,-2 0 16 16,-3 0 160-16,0 0-128 0,0 1 128 0,-2 1-128 0,-3-1 128 0,-2 1 0 15,-4 1 0-15,-1 2 0 0,-14 0 0 0,16 4 0 16,-16-4 0-16,15 5-128 0,-3 0 128 0,-12-5 0 15,12 10 0-15,-1 2 0 0,-3 0 0 0,1 4 0 16,0-4 0-16,-1 0 128 0,3-1-128 0,-4-1 0 16,-7-10 0-16,8 9 128 0,-8-9-128 0,0 0 0 0,0 0 0 0,0 0 0 15,0 0 0-15,0 0 128 0,0 0-128 0,0 0 0 32,0 0 128-32,0 0-128 0,0 0 128 0,7-13-128 0,0 3 0 0,-7 10 0 0,3-17 0 0,1 1 0 15,1 2 0-15,0 1 0 0,2-1 0 0,0 2-128 16,0-2 128-16,2 0 0 0,-1 2 0 0,3-2 0 15,1 0 0-15,1-1 0 0,3-1-144 0,1 3 144 16,1-1 0-16,1 5 0 0,1 2 0 0,4 0 0 16,1 0 256-16,0 4-48 15,3-2 0-15,1 3 0 0,1 0-80 0,1 4 0 16,0 2-128-16,2-1 192 0,1 2-192 0,-1 4 0 0,-2 1 0 0,-2 4 0 16,-3 0 0-16,-2 1 144 0,-3 1-144 0,-2-1 128 15,0 3-656-15,0-1-144 16,-2 0-32-16,-1 0 0 0,-2 2-832 0,-2 0-192 0,-2-3-16 15,0-2-16-15,-1-2 384 0,-9-12 80 16,0 0 16-16,12 3 0 0,-12-3 736 0,0 0 160 0,11-7 16 0,-1-5 16 0,-5-2 352 0,0 2 0 16,0-3 0-16,-1-1 128 0,-1 1 176 0,1-2 16 15,-2-2 16-15,-1 1 0 0,-1-1 528 0,0 0 96 16,0 0 32-16,0 4 0 0,0 3 176 0,0 12 48 16,-1-12 0-16,1 12 0 0,0 0-304 0,0 0-48 15,-4-9-16-15,4 9 0 0,0 0-496 0,0 0-96 16,0 0-32-16,0 0 0 0,9 12-224 0,1 5 0 15,2 2 0-15,2 2 0 0,0 1 0 0,5 3 0 16,5-1 0-16,0 5 0 0,-3 6 0 0,-1 1 0 16,1 2 0-16,-2 0 0 0,-2-2 0 0,1 0 0 0,-4-1 0 15,-2-2 0-15,-2-6 0 0,-3-1 0 0,-4-2 128 16,1-1-128-16,-3-4 0 0,-1 0 0 0,-3-2 0 0,-2-3 0 16,-4-2 0-16,-1-3 0 0,-4-3 0 0,-1 0 0 15,-1-6 144-15,-1-4-16 16,-1 1 0-16,1-1 0 0,-2-1 112 0,2-2 16 15,1 0 0-15,3-3 0 0,1-4-128 0,3 0 0 16,4 2-128-16,1-2 192 0,1-1-192 0,3 1 0 0,2 2 0 16,1-4 0-16,4-3 0 0,3 2 0 15,2 2 0-15,2 1 0 16,2-3-320-16,1-2-144 0,0 1-48 16,2 1 0-16,2 2-176 0,0-1-32 0,-1 2-16 0,1 0 0 0,-2 1 432 0,0 1 96 0,-2-1 16 0,-1 5 0 0,-1 1 192 0,-1 0 0 31,-3-2 0-31,-11 9-144 0,10-8 144 0,-10 8 0 0,8-9 128 0,-8 9-128 0,6-9 0 15,-6 9 0-15,1-13 0 0,-1 1 0 0,-1-1 176 0,-1 3-48 16,0-2 0-16,0 0 0 0,-1-2-128 0,0 0 0 31,-3-1 0-31,3-1 0 0,0-1 0 0,-1 2 192 0,-1-3-192 0,1 4 192 16,1 2-64-16,1 0-128 0,1-2 192 0,1 14-64 16,0 0 192-16,0 0 48 0,1-8 0 0,-1 8 0 0,0 0-208 0,0 0-32 15,0 0-128-15,0 0 192 0,9 17-192 0,-4 4 176 0,-1 3-176 0,-3 2 160 31,-1 0 160-31,0 5 16 0,-1 2 16 0,2 3 0 16,3 2-112-16,3-2-32 0,5-1 0 0,5-4 0 0,5-2-208 0,6-8 176 16,7-7-176-16,4-4 160 0,6-3-160 0,5-2 128 0,4-3-128 0,8-4-15744 15</inkml:trace>
  <inkml:trace contextRef="#ctx0" brushRef="#br0" timeOffset="69200.9852">2518 5787 9215 0,'-14'-12'400'0,"14"12"96"0,-10-8-496 0,3-1 0 0,4-3 0 0,3 12 0 16,0 0 3744-16,0 0 656 0,0 0 128 0,19 7 16 16,-4 3-3328-16,2 1-688 0,1 2-128 0,-1 3-16 15,0-1 368-15,0 1 80 0,1 1 0 0,-1 1 16 0,0-3-64 16,-1 1-16-16,-2-4 0 0,-4 1 0 0,0 0-320 0,-10-13-80 15,0 0-16-15,9 17 0 0,-9-17-208 0,0 0-144 16,0 0 192-16,0 0-192 0,0 0 160 0,0 0-160 31,0 0 128-31,-12 3-128 0,0-8 176 0,0 0-48 0,-2-2-128 0,2-2 192 16,-2-3-64-16,2-3-128 16,0-2 176-16,1-2-176 0,3-4 144 0,1 1-144 0,2-1 0 0,3-1 144 15,0-4-144-15,4-1 0 0,1-4-192 0,4 2 192 0,2 4-416 0,1 1 32 16,1 7 16-16,1 5 0 15,2 5 144-15,1 2 32 0,1 4 0 0,-1 5 0 0,2 5 192 0,2 1-192 0,2 4 192 0,0 4-192 32,0 5 192-32,-1 1 0 0,1 0 0 0,1 3 0 0,-1-3 0 0,2 0 208 0,-3-1-16 0,1-2 0 31,-2-2-48-31,0 1-16 0,0-1 0 0,0-2 0 0,-2-1 32 0,-1-3 0 16,-4-1 0-16,-2-1 0 0,-10-9-160 0,0 0 0 0,0 0 0 0,0 0-176 15,0 0 176-15,0 0 0 0,0 0 128 0,0 0-128 31,0 0 144-31,0 0-144 0,-7-9 192 0,7 9-192 0,-3-16 144 0,3 1-144 16,5 1 0-16,2 2 144 0,0-2-144 0,3 0 0 16,2-1 0-16,4 1 0 0,-1-1 0 0,3-3-224 15,-3-1 80-15,2-1 16 0,2 2 128 0,2 1-128 16,0 0 128-16,-1 6-128 0,-1 5 128 0,0 2 0 16,0 2-144-16,-1 6 144 0,-3 4 0 15,1 3-176-15,-1 3 176 0,1 3-128 0,-2 0 128 0,1 2 0 16,1-2 0-16,-1 2 0 0,2 2 0 0,-1 0 0 15,-2-2 0-15,0 0 0 0,-1-2 0 0,3 0 144 0,-2-3-144 0,1 0 160 16,1-2-160-16,1-3 0 16,-1-1 144-16,-1 1-144 0,-1-1 0 0,0-1 0 15,0-5 0-15,-14-2 128 0,15 0-128 0,-1-2 0 0,-14 2 128 0,15-3-128 16,-2-2 128-16,-13 5-128 0,13-11 128 0,-1 3-128 16,-1 1 0-16,-3-3 144 0,1-3-144 0,-2 1 0 15,0-1 128-15,-2-1-128 0,0 0 0 0,0 0 0 16,-5 14 0-16,9-14 0 0,-2 0 0 0,-7 14 0 15,9-10 224-15,-9 10-64 0,10-8-16 0,-10 8 0 16,14-4 304-16,-1 2 48 0,1 2 16 0,2 4 0 16,1 1-160-16,0 4-32 0,1-4 0 0,-1 3 0 15,2 3-144-15,0-3-48 0,-2-1 0 0,2 2 0 0,0 1-128 16,-2 1 0-16,-1-3 144 0,-2 1-144 0,-14-9 0 0,15 9 0 16,-15-9 0-16,16 8 0 15,-4-1-1296-15,-12-7-336 16,10 14-64-16,-10-14-16 15,9 12-1504-15,-9-12-304 0</inkml:trace>
  <inkml:trace contextRef="#ctx0" brushRef="#br0" timeOffset="69349.0722">3932 5580 20559 0,'-12'-19'896'0,"12"19"208"0,-7-10-880 0,3 1-224 0,4 9 0 0,0 0 0 0,4-10 544 0,-4 10 64 0,13-7 16 0,5 5 0 16,1 2-624-16,0 4-240 0,0-1 16 0,1 2-6400 31,3 2-1280-31</inkml:trace>
  <inkml:trace contextRef="#ctx0" brushRef="#br0" timeOffset="69662.3021">4444 5796 11967 0,'0'0'1072'0,"0"0"-864"15,0 0-208-15,0 0 0 0,0 0 2496 0,0 0 448 0,12 9 80 0,-1-1 32 16,-11-8-1584-16,15 11-320 0,-1-3-64 0,-2-1-16 15,-12-7-496-15,14 11-112 0,-4-1-16 0,-10-10 0 16,0 0-288-16,12 10-160 0,-12-10 160 0,0 0-160 16,0 0 0-16,0 0 128 0,0 0-128 0,0 0 0 15,0 0 0-15,0 0 144 0,0 0-144 0,0 0 128 16,0 0-128-16,0 0 128 0,0 0-128 0,0 0 128 0,0 0 16 0,0 0 0 16,0 0 0-16,0 0 0 15,0 0-144-15,0 0 0 0,0 0-160 0,0 0 160 0,16-10-288 0,-2 3 32 16,-4-3 16-16,0-1 0 15,1-1 80-15,3 2 16 0,1 5 0 0,1-2 0 0,1-2 144 0,0 4-128 16,2 1 128-16,2 1-128 16,0 0 128-16,3 1 224 0,0 0-48 0,2 4-16 15,0 0 0-15,1 3 0 0,3 0 0 0,-1 4 0 16,2 1-160-16,0 4 128 0,0 3-128 0,-1 0-8576 16,-3-1-1792-16</inkml:trace>
  <inkml:trace contextRef="#ctx0" brushRef="#br0" timeOffset="70049.8101">6274 5856 11055 0,'0'0'480'0,"0"0"112"0,0 0-464 0,1-13-128 0,-1-5 0 0,2 6 0 0,0 0 4032 0,0 2 768 15,-2 1 176-15,0 9 16 16,0 0-2752-16,5-8-544 0,0-3-112 0,4 3-32 16,4 1-464-16,8 0-80 0,5-4-32 0,9 1 0 15,6 0-400-15,13 3-96 0,9-2-16 0,8 1 0 16,5-5-336-16,3-2-128 0,3-6 0 0,-1 2 144 0,0 0-144 0,2 5 0 15,0 4 0-15,-1 0 0 16,1 1 0-16,-3 2 0 0,-4-1 0 0,-6-1 0 16,-6 2 0-16,-5 2 0 0,-7 1 0 0,-6-1 128 0,-4 4-128 0,-10-1 0 15,-6 0 0-15,-7 2 128 16,-19 0-1216 0,0 0-256-16,0 0-64 0,0 0 0 0,0 0-1600 0,0 0-320 15,-13 2-64-15,-3-4 0 0</inkml:trace>
  <inkml:trace contextRef="#ctx0" brushRef="#br0" timeOffset="70260.1167">7670 5327 25503 0,'0'0'1136'0,"9"-9"224"0,-9 9-1088 0,13-5-272 16,3 3 0-16,5 4 0 0,3 1 1360 0,2 4 224 16,-2 0 32-16,0 2 16 0,-1 1-256 0,-3 4-48 15,1-2-16-15,0 3 0 0,1 3-592 0,-1 2-112 0,-2 3-32 0,-2 1 0 16,-3 4-352-16,-4 4-80 0,-5 6-16 0,-3 4 0 15,-5 1-128-15,-8-2 0 0,-4-4 0 0,-2-6 0 16,-4-5 0-16,-3-1 0 0,-2-2 0 0,0 1 0 31,-2-1-2240-31,2-3-464 0,-1-3-112 0,3-1 0 0</inkml:trace>
  <inkml:trace contextRef="#ctx0" brushRef="#br0" timeOffset="71131.6156">9251 5489 24879 0,'0'-11'2208'0,"0"11"-1760"15,0 0-448-15,0 0 0 0,0 0 1984 0,0 0 320 16,14 2 64-16,0 5 16 16,-14-7-1504-16,12 16-304 0,-4-1-64 0,1 2-16 0,-2 2 32 0,0 0 16 15,0-1 0-15,0 2 0 16,-2 3-192-16,0-4-32 0,0-2-16 0,0-3 0 15,0-2-304-15,-5-12 0 0,0 0 0 0,2 12 0 0,-2-12 144 0,0 0-144 16,0 0 0-16,0 0 144 16,0 0-144-16,-12-7 192 0,0-5-192 0,3-2 192 0,1-1-192 0,-1-3 128 15,-1-1-128-15,1-1 128 0,1-3-128 0,1 3 0 0,1-3 0 0,3 1 0 32,1-1-176-32,4-1-16 0,1-4 0 0,3 6 0 0,1 1 16 0,5 4 0 15,3 2 0-15,2 1 0 0,4 2 32 0,3 5 0 0,0 2 0 0,4 3 0 16,1 2 144-16,1 5-192 15,-3 2 192-15,1 0-192 0,-4 3 192 0,0 4 0 16,0 3 0-16,-1 4 128 0,-4 1-128 0,-2 3 128 16,0 0-128-16,-1 5 128 0,-2-1-128 0,-2 2 0 0,-2 0 128 0,-1 0-128 15,-4-3 0-15,0-4 0 0,-1-3 0 0,-1-2 0 16,1-5 0-16,-4-14 0 16,0 0 0-16,0 0 0 0,0 0 0 0,0 0 144 15,0 0-144-15,-13-2 0 0,1-3 128 0,0 0-128 0,-2-8 0 0,2-2 0 16,0-4 0-16,2-3 128 15,-2-4-128-15,2 0 0 0,3 0 0 0,1 2 0 0,5 0 0 0,1-1 0 16,0 3 192-16,5-1-192 0,5-1 192 0,4 5-192 16,3 4 0-16,2 3 0 0,2 1-192 0,3 4 48 15,2 1 144-15,3 2 0 0,2 2 0 0,4 2 0 16,1 4 0-16,0 1 0 0,1 0 0 0,-1 4-128 0,0 3 128 0,0 0 0 16,1 5 0-16,-3 2 0 0,1 0 0 0,-4 4 0 15,-5-1 0-15,0 2 0 0,-2 2 0 0,0 2 0 16,-2-2 0-16,-1 0 0 0,-2-1 0 0,0-2-192 15,-2-8 192-15,2 1-192 16,-1-1-560-16,1-2-112 0,1-3-32 0,1 0 0 16,0-5-880-16,3 1-176 0,0-6-32 0,2-4-11152 0</inkml:trace>
  <inkml:trace contextRef="#ctx0" brushRef="#br0" timeOffset="71397.17">10956 5485 23151 0,'-7'-20'1024'0,"2"8"208"0,-3-4-976 0,-5 1-256 0,0-3 0 0,-3 4 0 0,-1 6 1600 0,-2 3 256 15,0-1 64-15,-4 5 16 0,1-1-1056 0,-2 4-224 16,-2 3-32-16,2 0-16 0,1 2-96 0,1 3-32 0,0 2 0 0,3 4 0 16,3-1-96-16,4 3 0 15,3-1-16-15,4 4 0 0,0-1-176 0,3 3-16 0,4-1-16 0,1 1 0 16,3-3-160-16,2 1 128 0,4 0-128 0,4-6 128 16,1-4-128-16,2-1 160 15,3-3-160-15,3-2 160 0,1-3-160 0,5 0 192 16,3-1-192-16,2 1 192 0,4-2-192 0,0-2 0 0,-2-1 144 0,0 1-144 15,-2-3 0-15,0-2 0 0,-1-5 0 0,-3 2 0 16,-2 1-128-16,-4 0 128 0,-2 1-128 0,-2 1 128 16,-1 3-512-16,-2 3 0 15,0-1-16-15,0 2 0 0,0 0-2352 0,0-3-448 0</inkml:trace>
  <inkml:trace contextRef="#ctx0" brushRef="#br0" timeOffset="71762.6008">11538 5418 13823 0,'3'-10'1216'0,"-3"10"-960"15,7-12-256-15,-7 12 0 0,14-6 3504 0,3 5 656 0,6 1 128 0,3 5 16 16,3 4-2608-16,0 4-528 15,4 3-96-15,2-1-32 0,1 1-144 0,0 1-48 0,0 2 0 0,1 2 0 16,-3 1-464-16,2 2-80 0,2 2-32 0,-1 5 0 31,-5 6-768-31,1-1-144 0,0 4-48 0,7-9 0 0</inkml:trace>
  <inkml:trace contextRef="#ctx0" brushRef="#br0" timeOffset="71591.8636">11952 5387 17503 0,'0'0'1552'16,"0"0"-1232"-16,0 0-320 0,0 0 0 0,0 0 3376 0,0 0 608 15,0 0 128-15,0 0 32 0,0 0-2480 0,-12 14-480 16,-3 0-96-16,-3-1-32 16,-2 3-528-16,-3-1-96 0,-1 3-32 0,2-1 0 0,1 2-272 0,4 3-128 15,-1 4 128-15,3 2-128 16,-1 5-768-16,1-2-256 0,-1-2-32 0,1-1-16 15,1-11-1744-15,3-1-336 0,3-6-80 0</inkml:trace>
  <inkml:trace contextRef="#ctx0" brushRef="#br0" timeOffset="78007.6318">-173 6673 10655 0,'0'0'464'0,"0"0"112"0,0 0-576 0,0 0 0 0,0 0 0 0,0 0 0 15,-12 0 1488-15,12 0 192 0,0 0 48 0,0 0 0 16,0 0-192-16,0 0-48 0,-12-2 0 0,12 2 0 16,0 0-128-16,0 0-16 0,0 0-16 0,0 0 0 15,0 0-400-15,0 0-80 0,0 0-16 0,0 0 0 16,0 0-336-16,16 9-80 0,-2-2-16 0,-1 0 0 0,1-1 160 15,2 3 16-15,1 1 16 0,2 1 0 0,0-1 32 0,0 0 0 16,2-1 0-16,-1-2 0 0,3 2-112 0,-1 1 0 16,2 0-16-16,0 1 0 0,1-3-176 0,-1 3-16 15,0-3-16-15,2 1 0 0,0-2-160 0,-6 0-128 0,-6-2 192 0,-14-5-192 16,0 0 128-16,0 0-128 0,0 0 0 0,0 0 0 16,-1 14 0-16,-8 0 0 0,-5-2 0 0,-1 0 0 15,-4-2 0-15,0 2 0 16,-2 0 0-16,0 2 0 0,-1 0 0 0,3 1 0 0,0 1 0 0,0 3 0 15,0-4 0-15,2 3 0 0,-1 1 0 0,1 0 0 16,0-2 0-16,1 0 0 0,-1-1 0 16,1-1 0-16,1-1 0 0,1 2 0 0,4-3 0 0,3 1 0 15,2-2 0-15,1 0 0 16,4-12 0-16,0 14 0 0,0-14 0 0,7 12 0 0,-7-12 0 0,17 9 0 16,4-4 0-16,3-1 0 0,2-3 0 0,3-1 0 15,3 0 128-15,0 0-128 0,1-1 0 0,2-1 0 16,1 0 128-16,0 0-128 0,0 1 0 0,-1-3 0 0,-2 1 0 0,-2-1 0 15,-2 3 0-15,-3-1 0 0,-5 0 0 0,-4 0 0 16,-3-1 0-16,-14 3 0 16,14-5-2560-16,-14 5-432 0,0 0-80 0,0 0 0 0</inkml:trace>
  <inkml:trace contextRef="#ctx0" brushRef="#br0" timeOffset="78259.8218">-193 7189 11055 0,'0'0'976'0,"0"0"-784"15,0 0-192-15,0 0 0 0,0 0 2368 0,0 0 416 0,8-12 96 0,6 1 0 16,2-1-944-16,3 0-192 0,3-3-32 0,7 1-16 15,4-2-272-15,5 4-48 0,5-1-16 0,4 2 0 16,5 3-784-16,1-1-176 16,2-1-16-16,1 1-16 15,-3 0-1584-15,-3-5-320 0</inkml:trace>
  <inkml:trace contextRef="#ctx0" brushRef="#br0" timeOffset="77556.4241">-124 6721 911 0,'0'0'0'0,"0"0"0"0,0 0 0 0,0 0 0 15</inkml:trace>
  <inkml:trace contextRef="#ctx0" brushRef="#br0" timeOffset="76673.7533">74 7097 14735 0,'0'0'1312'0,"-14"-5"-1056"16,14 5-256-16,0 0 0 0,0 0 3168 0,0 0 576 16,0 0 112-16,16-8 32 0,3-1-2352 0,5 0-448 15,4 1-112-15,4 1-16 0,5 2-432 0,4-1-80 16,2 1-32-16,2-2 0 0,-2 0-416 0,2-1 0 0,-2-3 0 0,0-2-14976 16</inkml:trace>
  <inkml:trace contextRef="#ctx0" brushRef="#br0" timeOffset="76506.7153">109 6671 19343 0,'0'0'1728'0,"0"0"-1392"16,0 0-336-16,0 0 0 0,0 0 1920 0,0 0 320 15,8-9 64-15,-8 9 16 0,11-5-1872 0,-11 5-448 16,15-1 0-16,1 1 0 0,-1 1 176 0,2 3 16 15,1-3 16-15,-1 5 0 0,-1 1 448 0,-1-1 96 0,-3 1 16 0,0 4 0 0,-1-1-64 0,-1 2-16 0,-10-12 0 16,9 19 0 0,-3-2-64-16,-2 1-16 0,-4-1 0 0,-2-2 0 0,0 3-160 0,-1-3-48 15,-2-1 0-15,-2 0 0 16,-2 1-112-16,1-1-32 0,-3-3 0 0,3-1 0 16,8-10-112-16,-9 12-16 0,4 0-128 0,5-12 192 0,-4 14-192 0,4-14 0 0,2 12 128 0,-2-12-128 31,11 10 0-31,2-1 0 0,1-2 0 0,3 0 0 15,1-4 0-15,1 2 128 0,1 1-128 0,1 0 0 0,0 1 0 0,0 2 0 16,-4-2 0-16,-3 2 0 16,-4-1-1424-16,0-1-384 15,-10-7-80-15,11 5-13472 0</inkml:trace>
  <inkml:trace contextRef="#ctx0" brushRef="#br0" timeOffset="78938.0994">588 6253 29711 0,'0'0'1312'0,"0"0"288"0,0 0-1280 0,0 0-320 0,-6-5 0 0,6 5 0 15,0 0 1584-15,-11 11 256 16,1 6 48-16,1 7 16 0,-1 4-1232 0,1 4-240 16,2 1-48-16,4 3-16 0,-1-1-368 0,4-1 144 15,2-2-144-15,3-3-11200 16,4 0-2304-16</inkml:trace>
  <inkml:trace contextRef="#ctx0" brushRef="#br0" timeOffset="76904.7031">1160 6859 9215 0,'0'0'816'0,"0"0"-656"16,0 0-160-16,0 0 0 0,0 0 3504 0,0 0 656 15,0 0 144-15,0 0 32 16,-4 17-2160-16,-4 1-448 0,-8 4-64 0,-3 4-32 0,-3 3-864 0,-4 4-192 0,-2 2-16 0,-1 1-16 31,0-5-352-31,-3-3-192 0,0-4 192 0,1-5-192 16,3 0 0-16,2-2 0 0,2-1 0 0,2 1 0 15,3-3 0-15,1-2 0 0,3-2 0 0,1-1 0 32,0-1-2064-32,4 1-528 0</inkml:trace>
  <inkml:trace contextRef="#ctx0" brushRef="#br0" timeOffset="77093.851">746 7189 15663 0,'0'0'1392'0,"0"0"-1120"16,0 0-272-16,10-16 0 0,2 6 2176 0,2 1 384 15,0 2 80-15,-14 7 16 0,15-8-1616 0,-1-1-320 16,-14 9-64-16,14-8-16 0,-4-1 272 0,0 0 48 0,3 1 16 0,0 2 0 16,3 3-320-16,1 1-64 15,0 1-16-15,-1 2 0 0,1 4-400 0,0 2-176 0,-1 2 128 0,0 1-128 16,-1 2 128-16,1 4-128 0,-1 0 128 0,2-1-10032 31,1 1-2000-31</inkml:trace>
  <inkml:trace contextRef="#ctx0" brushRef="#br0" timeOffset="75359.9396">-3559 6737 7359 0,'0'0'656'0,"0"0"-528"0,-3-12-128 0,3 12 0 15,0 0 3312-15,0 0 624 0,0 0 128 0,0 0 32 0,0 0-1936 0,0 0-384 31,0 0-80-31,0 0-16 0,0 0-656 0,12 13-128 0,0 1-16 0,2 3-16 16,-1 2-96-16,3 2-32 0,-1 0 0 0,4 1 0 0,4 1-272 0,-1 1-48 16,-1 2-16-16,1-4 0 0,-1 1-224 0,0-1-48 15,-4 1-128-15,-1-3 192 0,-4-1-192 0,-2-3 128 16,-1-2-128-16,-4-2 0 0,-5-12 0 0,0 0 0 0,0 0 0 0,0 0 0 31,0 0 128-31,0 0-128 0,-12-9 0 0,0-5 144 16,-2-3-144-16,-3-5 0 0,-6-3 0 0,1-1 128 15,1-1-128-15,0-2 0 0,1-3 0 0,1 0 0 16,0-3 0-16,1 1 0 0,1-3-160 0,5 5 160 0,2 6-272 0,5 3 32 0,1 6 16 0,4 1 0 16,4 3 80-16,-4 13 16 0,10-11 0 15,2 6 0-15,2 2 128 0,3 4-208 0,0 5 80 0,6 0 128 32,3 1 0-32,3 2 0 0,4 1 0 0,1 2 0 0,1 2 0 0,1 0 0 15,0 2 0-15,-3 1 0 0,0 0 0 0,-2 0 0 0,-2 1 0 16,-1-1 0-16,-2 2 0 0,0 0 128 15,0 0-128-15,-4 2 128 0,-3-2-128 0,-3 0 0 16,-3-2 144-16,-2 2-144 0,-3 2 0 0,-3 1 0 0,-1-1 0 0,-4-2 0 0,-2-2 0 0,0-2 0 31,-3-1 0-31,-2-3 0 0,-1-3 0 0,-3-1 128 16,-1-5-128-16,0 0 0 0,0-1 0 0,0-2 144 0,0-3-144 0,0-1 0 16,0-4 128-16,0 1-128 0,1-4 0 0,4-2 0 15,1-2 0-15,0-1 0 0,1-2-176 0,2-2 176 16,3-1-192-16,2-1 64 0,-1 3 128 0,4-4-208 15,2-1 208-15,2 3 0 0,1 0-160 0,6 3 160 16,1 3 0-16,2-1 0 0,2 1 0 0,3 4 0 0,2 4 0 16,3 1 0-16,4-2 0 0,2 4 0 0,-1 0 0 0,4 3 240 15,5 2-48-15,0 3 0 0,-1 1 256 0,-1 3 32 16,1 3 16-16,-4 0 0 0,-6 4-208 0,-2 0-32 16,-4 2-16-16,-2 3 0 0,-5 3-240 0,0 0 0 15,-2-1 0-15,0 2 0 0,-1-1 0 0,-1 2 0 16,-1 2 0-16,-2 0 0 0,-1 2-176 0,1-4-128 15,0-4-16-15,0 3-16 16,-2-6-2992-16,0-1-576 16</inkml:trace>
  <inkml:trace contextRef="#ctx0" brushRef="#br0" timeOffset="75751.7221">-1861 6904 10127 0,'0'0'896'0,"-3"-12"-704"0,-1-2-192 0,3 2 0 0,-1 0 3408 0,2 12 656 31,0-14 128-31,0 0 32 0,-2 4-3008 0,2 10-576 16,-7-10-128-16,-1 3-32 0,-3 0 208 0,-1 3 32 16,-2 3 16-16,-1 1 0 0,-2 1-272 0,1 5-48 0,1 2-16 0,-1 1 0 15,2 3-400-15,0 2 0 0,-1 0 0 0,3 3 0 0,3 2 0 16,1 0 0 0,1 0 0-16,0 2 0 0,2-1 0 0,3 1 0 0,2 0 0 0,5-1 0 0,0-1 0 0,4-1 0 15,1-5 0-15,4 3 0 16,0-4 0-16,3-2 0 0,2-3 0 0,4 0 0 15,1-3 144-15,5-4-144 0,0-2 160 0,1-3-160 16,1 0 176-16,-2-6-176 0,-1-4 192 0,-1-3-192 0,1-2 128 0,-4-1-128 16,-5 0 0-16,0 2 0 0,0 2 944 0,-3 2 80 15,-6-1 0-15,-1 0 16 16,-2 4-1648 0,-1 4-336-16,-6 8-64 0,0 0-16 0,0 0 1024 0,0 0 192 0,0 0 32 0,0 0 16 0,0 0 0 0,0 0 0 15,0 0 0-15,0 0 0 0,0 0-240 0,0 0 0 16,0 0 0-16,14 14 0 0,0-1 0 0,2-2 0 0,1-3 0 0,2 1 0 31,3 1-192-31,4-3 0 0,0-2 16 0,3-1 0 16,2-6-2624-16,2-1-528 15</inkml:trace>
  <inkml:trace contextRef="#ctx0" brushRef="#br0" timeOffset="76109.4736">-1324 6925 20559 0,'0'0'896'0,"7"-11"208"0,-2 1-880 0,-5 10-224 0,11-10 0 0,1 3 0 16,0 2 1664-16,2 1 304 0,1 2 48 0,4 4 16 0,2 2-560 0,-1 1-128 15,3 3 0-15,1 3-16 0,2 1-544 0,5 2-96 16,0 1-32-16,0 6 0 15,-2 3-400-15,1 0-96 0,-3 0-16 0,-1 1 0 32,-1-1-864-32,-1 0-176 0,0-3-48 0</inkml:trace>
  <inkml:trace contextRef="#ctx0" brushRef="#br0" timeOffset="75935.9665">-875 6752 15663 0,'-16'-5'688'0,"6"3"144"0,-4 1-656 0,2 2-176 0,0 3 0 0,0 1 0 15,0 2 3008-15,0 1 576 16,0 3 128-16,0 1 0 0,-2 2-2336 0,-2 1-480 16,-1 1-80-16,3 1-32 0,0 0-96 0,2 4-32 0,-2 1 0 0,1 4 0 15,1 7-400-15,1 0-64 0,1-2-32 0,0 2 0 16,-1-6-160-16,-1 1-256 16,0-7 64-16,0-1 16 15,0-2-2928-15,1-3-592 0,-9-1-112 0,1-4-7552 0</inkml:trace>
  <inkml:trace contextRef="#ctx0" brushRef="#br0" timeOffset="81396.5044">-411 6840 5519 0,'0'0'496'0,"0"0"-496"0,0 0 0 0,0 0 0 15,0 0 2176-15,0 0 320 0,0 0 80 0,0 0 16 16,0 0-816-16,0 0-176 0,0 0-16 0,0 0-16 0,0 0-608 0,0 0-112 16,0 0-16-16,0 0-16 0,0 0-416 0,0 0-80 15,0 0 0-15,0 0-16 0,14-3 128 0,-14 3 16 16,14-4 16-16,0 3 0 0,-14 1-80 0,19-4 0 15,0 1-16-15,-2 1 0 0,-2 0-128 0,3 1-32 16,-1-5 0-16,0 3 0 0,0-1-208 0,1 3 176 0,1-3-176 16,1 1 160-16,1-1-160 0,3 1 192 0,0-2-192 15,2 1 192-15,0 3 112 0,0-1 16 0,-2 0 16 16,0 0 0-16,1-1-176 0,-3-1-32 0,-1 1-128 0,-2 0 192 16,-2-1-192-16,-3 1 0 15,-14 3 128-15,0 0-128 0,0 0 0 0,0 0 0 16,0 0 128-16,0 0-128 0,0 0 0 0,0 0 0 0,0 0 0 0,0 0 0 15,0 0 128-15,-12 7-128 0,1-4 0 0,11-3 144 16,-14 3-144-16,4 1 128 0,10-4-128 0,-10 5 128 0,10-5-128 0,0 0 0 0,0 0 0 0,0 0 0 16,0 0 0-16,-7 12 0 0,7-12 0 0,0 0 0 15,0 0 0-15,0 16 0 0,0-16 0 0,5 15 0 32,-5-15 0-32,5 16 0 0,-1-2 0 0,-4-14 0 15,0 0 0-15,0 15 0 0,-4-1 0 0,1 0 0 16,-2 0 0-16,-1-1 0 0,-2 1 0 0,-1 0 0 15,-3 2 128-15,0 1-128 0,0-3 0 0,2-2 128 16,-1 0 768-16,3 0 128 0,-3 2 48 0,4-1 0 0,-1 0-752 0,-1 0-128 16,2-1-48-16,0 0 0 15,0-1-816-15,2-1-160 0,0 2-48 0,0 2 0 16,0 0 880-16,1 0 0 0,1-2 0 0,-1 0 0 0,4-12 128 16,-5 15-128-16,0 1 128 0,0-2-128 0,0 0 0 0,-1-1 0 15,-1-1 0-15,1-1 0 0,6-11 0 0,-9 14 0 16,0-2 0-16,1-2 0 0,8-10 0 0,-12 9 128 0,0-1-128 0,12-8 0 15,-11 7 0-15,11-7 0 0,-12 9 0 0,12-9 0 0,-10 7 0 16,10-7 128-16,0 0-128 0,0 0 0 0,0 0 0 0,0 0 0 16,-11 1 0-16,11-1 0 0,0 0 128 0,0 0-128 15,0 0 0-15,0 0 128 16,0 0 0-16,11-5 0 16,1-5 0-16,2 3 0 0,-1 0 144 0,3 0 32 0,-1-1 0 0,3-1 0 15,2 0-144-15,3 2-32 0,1 1 0 0,0 0 0 0,2 1 192 0,0 0 16 16,2 2 16-16,-1 1 0 0,1 0 48 0,-1 0 16 15,-1 1 0 1,2 1 0-16,0 0-224 0,-4 1-64 0,-4 3 0 0,-1-1 0 16,-1 2-128-16,-3-1 0 0,-1 1 0 0,-14-5 0 31,14 4-1536-31,-14-4-320 0,0 0-80 0</inkml:trace>
  <inkml:trace contextRef="#ctx0" brushRef="#br0" timeOffset="79504.2837">-363 6807 4607 0,'0'0'400'0,"0"0"-400"0,0 0 0 0,0 0 0 15,0 0 1680-15,0 0 256 16,0 0 48-16,0 0 16 0,0 0-656 0,0 0-128 0,0 0-16 0,0 0-16 16,0 0 96-16,0 0 32 0,0 0 0 0,13 6 0 15,-13-6-464-15,17 0-80 0,0-2-32 0,0 0 0 0,-1-1 304 0,-1-1 64 16,3 1 16-16,-1 1 0 0,0-1-224 0,2 1-32 0,0 2-16 0,5 3 0 31,2 1-464-31,4 3-80 0,1 3-32 0,1 2 0 16,3 2-848-16,-1 0-192 0</inkml:trace>
  <inkml:trace contextRef="#ctx0" brushRef="#br0" timeOffset="81795.613">-307 7254 11103 0,'0'0'496'0,"14"0"96"0,-14 0-464 0,20-3-128 0,4-4 0 0,2 0 0 16,2 0 480-16,5 0 80 0,3-1 16 0,5 3 0 0,2-1-576 0</inkml:trace>
  <inkml:trace contextRef="#ctx0" brushRef="#br0" timeOffset="82564.7684">1898 6978 6447 0,'0'0'272'0,"0"0"80"0,0 0-352 0,0 0 0 0,0 0 0 0,0 0 0 16,0 0 4240-16,0 0 784 16,0 0 160-16,0 0 16 0,0 0-2832 0,6-10-576 0,2 1-128 0,3 1 0 15,1-3-560-15,5 1-96 0,2 1-32 0,5 1 0 0,4 1-624 16,3 0-128-16,2 2-32 0,-1 0 0 0,3 3-192 0,-2 2 0 16,-4 0 0-16,-3 3 0 15,-4 4-2400 1,-3 0-416-16,-3 0-96 0</inkml:trace>
  <inkml:trace contextRef="#ctx0" brushRef="#br0" timeOffset="82738.4448">1916 7270 11967 0,'0'0'1072'0,"0"0"-864"0,0 0-208 0,0 0 0 0,0 0 1872 0,0 0 336 15,0 0 64-15,17-10 16 0,0-2-928 0,2-1-176 0,4 1-32 0,4 0-16 16,3 0-48-16,4 2-16 0,1 1 0 0,6 4 0 15,4-2-736-15,2 2-144 0,1 2-16 0,2-1-12848 16</inkml:trace>
  <inkml:trace contextRef="#ctx0" brushRef="#br0" timeOffset="85548.235">3455 6852 3679 0,'0'0'320'0,"0"0"-320"0,0 0 0 0,0 0 0 15,0 0 3328-15,0 0 608 0,0 0 112 0,0 0 32 16,0 0-1584-16,0 0-320 0,-8 9-64 0,8-9-16 0,0 0-672 0,0 0-128 15,0 0-16-15,0 0-16 0,0 0-240 0,0 0-64 16,0 0 0-16,13 9 0 0,3-4-304 0,3-2-64 31,2-3-16-31,5 0 0 0,1-2-320 0,4 1-80 16,4-3-16-16,4 1 0 0,5-1-160 0,-1 3 0 16,-2 1 0-16,1 0-10864 15,-3-2-2128-15</inkml:trace>
  <inkml:trace contextRef="#ctx0" brushRef="#br0" timeOffset="86005.6794">4329 6649 911 0,'0'0'0'0,"0"0"0"0,0 0 0 0,0 0 0 0,15-4 3648 0,-1 2 656 16,0 1 128-16,1 1 32 0,-1 0-3104 0,2 1-608 0,1 3-128 0,0-1-32 15,-1 1 400-15,-1-1 80 16,-1 1 16-16,0-1 0 0,0 2-160 0,-2 2-32 15,-12-7 0-15,15 11 0 0,-3 1-416 0,-3 0-96 0,-2 0 0 0,-2 2-16 16,-3-1-368-16,-2 3 128 0,-2 0-128 0,-1 1 0 16,-4 0 176-16,0 0-48 0,-2 2 0 0,1 0 0 15,-3 0 208-15,1 0 48 0,-1 0 0 0,-1 2 0 16,0 0-80-16,2 1-16 0,0-1 0 0,-1 0 0 16,3-2 800-16,1 0 144 0,3-6 48 0,1 1 0 31,1-2-1648-31,2-12-320 0,4 9-64 0,-4-9-16 0,0 0 768 0,15 5 0 0,1 0 240 0,6-5-64 15,7-2 16-15,4-1 0 0,2-4 0 0,3-5 0 16,3-4-192-16,2-1 0 0,0-2 0 0,2 0 128 31,4 0-1920-31,-1 0-384 0,-1 0-64 0,-3-1-32 0</inkml:trace>
  <inkml:trace contextRef="#ctx0" brushRef="#br0" timeOffset="86405.6652">4910 6840 3679 0,'0'0'160'0,"0"0"32"0,2-12-192 0,-2 12 0 16,7-12 0-16,2 3 0 0,1 3 4288 0,4 2 800 0,1 2 160 0,2 2 48 0,4 0-2992 0,2 4-608 15,1 1-112-15,2 0-32 0,0 2-384 0,3 2-80 16,4 3 0-16,-1 0-16 0,3 2-608 0,-2-1-112 16,-4 3-32-16,0 0 0 15,1 1-320-15,-1 2 0 0,-3 5-192 0,0-3 64 32,0-2-2560-32,-2-2-496 0</inkml:trace>
  <inkml:trace contextRef="#ctx0" brushRef="#br0" timeOffset="86205.7644">5590 6690 14735 0,'-15'-10'640'0,"15"10"160"0,-12 1-640 0,-2-1-160 0,2 0 0 0,12 0 0 16,-12 7 3632-16,1 2 688 0,1 0 144 0,-2-1 16 15,-2 3-3456-15,-1 1-688 0,-3 3-144 0,1-1-16 0,-4 2 160 0,1 1 48 16,-3 0 0-16,2 2 0 0,1 0-256 0,3 0-128 16,-2 0 128-16,1 3-128 0,1-1-128 0,0 0-112 0,-2-2-16 0,1 2 0 31,0-4-2944-31,0-3-608 0,-6 1-112 0,2-4-32 0</inkml:trace>
  <inkml:trace contextRef="#ctx0" brushRef="#br0" timeOffset="86759.5367">5861 7021 1839 0,'0'0'160'0,"-5"-8"-160"0,0-4 0 0,5 0 0 0,0 12 5104 0,7-12 976 16,1 5 208-16,5 0 48 0,2 2-5008 0,1-1-1008 15,1 3-192-15,0 0-128 0,-1-1 576 0,1 2 0 16,2-1 16-16,0 3 0 0,-4 2 112 0,3 1 0 15,-1 2 16-15,0 2 0 0,-1 2-432 0,-4 1-96 0,-4 0 0 0,-1 4-16 16,-3 2-176-16,-1-1 0 0,-1 3 144 0,-2-1-144 16,0-2 192-16,-2 1-48 0,-3-1 0 0,0 1 0 15,1 0 48-15,-1-4 16 16,-2 0 0-16,2 0 0 0,3 0-208 0,-1-2 144 16,3-10-144-16,-5 16 128 0,0-1-128 0,5-15 0 15,0 0 0-15,0 0 0 0,-2 16 0 0,2-16 0 0,9 10 0 0,1-1 0 16,4-2 0-16,1-4 128 0,2-3-128 15,4-2 128-15,2 1-128 0,4-3 128 0,6-4-128 0,5 2 128 16,5 3-128-16,4-2 0 0,1 0 0 0,2 1 0 31,-2 4-1712-31,4 0-208 0,0-5-64 0</inkml:trace>
  <inkml:trace contextRef="#ctx0" brushRef="#br0" timeOffset="88759.7243">6876 7073 3679 0,'0'0'320'0,"0"0"-320"0,0 0 0 0,7-12 0 16,3 4 4880-16,4-1 912 0,2 0 176 0,1 1 48 15,2-1-4352-15,2 0-880 0,3-1-160 0,3 0-48 16,3-1-224-16,3 3-48 0,-1 1-16 0,5 2 0 0,1-1-288 0,1 1 0 16,1-2 0-16,0 0-12624 15</inkml:trace>
  <inkml:trace contextRef="#ctx0" brushRef="#br0" timeOffset="89764.7924">8702 6678 19343 0,'0'0'1728'0,"0"0"-1392"0,0 0-336 0,0 0 0 15,17-2 1600-15,1 2 256 0,-1 2 64 0,0 1 0 16,-3 1-208-16,2-1-48 15,-3 3 0-15,1 0 0 0,0 1-544 0,0 4-112 16,0 3-32-16,3 1 0 0,0 4-656 0,6 2-128 16,1 1-16-16,2-1-16 15,-2-2-704-15,0 2-144 0,2-2-16 0,0-4-9632 0,3-1-1920 0</inkml:trace>
  <inkml:trace contextRef="#ctx0" brushRef="#br0" timeOffset="89566.5852">9161 6612 9215 0,'0'0'816'0,"0"0"-656"0,-14 0-160 0,2 6 0 16,2 0 3344-16,0 3 640 0,-2 0 128 0,1 1 32 16,-1 0-2528-16,-2 3-496 0,-1 2-96 0,-1 2-32 15,1 1-144-15,-3 2-16 0,-2 4-16 0,1 1 0 16,2 1-512-16,1-2-112 0,0 0 0 0,3-2-16 16,-1-1-176-16,2 0 0 0,3-2 0 0,-1 0 0 15,-2-4-384-15,0 1-128 0,0-8 0 0,-2-1-12864 0</inkml:trace>
  <inkml:trace contextRef="#ctx0" brushRef="#br0" timeOffset="90247.0521">9577 6811 13823 0,'0'0'1216'0,"5"-10"-960"0,1-1-256 0,0 3 0 0,3-1 1536 0,1 2 272 0,4 2 48 15,2 1 16 1,1 1-1184-16,0-1-240 0,-1-1-64 0,-1 0 0 15,1 2 192-15,-2-1 16 0,-2 3 16 0,2-1 0 0,1 2-16 0,-1 0 0 0,-14 0 0 0,14 2 0 32,-14-2-320-32,14 3-64 0,-14-3-16 0,0 0 0 0,0 0-192 0,0 0 0 0,0 0 128 0,0 0-128 15,0 0 192-15,-4 14-16 0,-3-4 0 0,-3-1 0 16,-2-1 192-16,0-1 32 0,0 0 16 0,0 0 0 16,-2-2-224-16,2-1-64 15,0-1 0-15,12-3 0 0,0 0-128 0,-11 7 0 16,11-7 0-16,0 0 0 0,-5 10 0 0,5-10 0 15,-2 14-160-15,2-14 160 0,9 11 0 0,0-1 0 0,-9-10 0 0,10 14 0 16,2 0 0-16,-2-2 0 16,-1-2 0-16,1 0 0 0,4-1 0 0,0 0 0 0,-2-1 0 0,2 3 0 15,0-4 0-15,1 1 240 0,1 1-32 0,-1-1 0 0,1 1 176 0,-2 0 48 16,-1 1 0-16,-2-1 0 16,-3 1-240-16,-1 0-64 0,-7-10 0 0,4 16 0 0,-4 1-128 15,-2-5 0-15,-3-3 0 0,-4-2 0 16,-5 1 0-16,-1-1 160 0,-4 0-160 0,0 2 160 15,-4 1-160-15,-1-1 128 0,-2-2-128 0,1 1 128 0,-3 1-128 0,-3 0 0 16,-5-1 0-16,-4-1-9648 16,-3-2-1952-16</inkml:trace>
  <inkml:trace contextRef="#ctx0" brushRef="#br0" timeOffset="89343.8238">7898 6694 20671 0,'0'0'912'0,"0"0"192"0,9-13-880 0,-1 1-224 0,-8 12 0 0,12-8 0 0,-1 1 704 0,-11 7 112 32,15-5 16-32,1 1 0 0,-3 1-128 0,5 1-32 0,1 0 0 0,3 4 0 15,4 1-416-15,2 1-64 0,1-2-32 0,4 3 0 16,1-3-160-16,3-1-176 0,-1-1 48 0,5 0-11600 15</inkml:trace>
  <inkml:trace contextRef="#ctx0" brushRef="#br0" timeOffset="89147.5637">7981 6713 13823 0,'-18'-11'608'0,"8"6"128"0,-2-2-592 0,0 4-144 16,12 3 0-16,0 0 0 0,0 0 2672 0,0 0 496 0,0 0 96 0,0 0 32 15,0 0-2416-15,0 0-496 0,0 0-80 0,0 0-32 16,0 0 224-16,0 0 32 0,14 5 16 0,1 0 0 16,3-2-64-16,1 3-16 0,3-1 0 0,2 0 0 0,2 0-144 15,2 0-16-15,-2 1-16 0,-2-1 0 16,-2 2 16-16,-1-1 0 0,-2 1 0 0,0 2 0 16,-4 0-96-16,-1-2-16 0,-3 5 0 0,-1-2 0 15,-2 2-48-15,-1 0-16 0,-1 2 0 0,-1 0 0 0,-2-2-128 0,1 2 0 16,-4-1 0-16,0 1 0 0,-4 0 0 0,1 0 0 15,-2 1 0-15,-1-1 0 0,-1 2 128 0,-1-2 0 16,-4 1 0-16,0-3 0 0,0-1-128 0,-2-1-176 16,2 2 48-16,-2-2 0 15,0-1-1632 1,0 1-320-16,1-3-64 0,-3-3-16 0</inkml:trace>
  <inkml:trace contextRef="#ctx0" brushRef="#br0" timeOffset="97418.4207">11205 7094 28447 0,'0'0'1264'0,"0"0"256"0,2-14-1216 0,-2 14-304 0,0 0 0 0,0 0 0 15,0 0 992-15,0 0 144 16,0 0 16-16,0 0 16 0,-6 23-848 0,-1-3-192 16,-1 1-128-16,-4 1 192 0,-2 3-192 0,-2-1 0 0,-1-4 0 0,2-1 0 0,-1-1-160 15,2-3-64 1,0-1-16-16,1-2 0 16,1-1-2448-16,12-11-512 0,0 0-80 0,-14 15-32 0</inkml:trace>
  <inkml:trace contextRef="#ctx0" brushRef="#br0" timeOffset="98413.9176">12088 6892 12895 0,'0'0'1152'0,"0"0"-928"0,0 0-224 0,0 0 0 31,-5-14 2480-31,4 2 448 0,4 2 80 0,6-1 32 15,3 1-1440-15,7 0-272 0,5-1-64 0,9 1-16 16,3 0-848-16,11 3-160 0,10-2-48 0,3 4 0 16,4 1 0-16,0 1-16 0,-4-2 0 0,4 1 0 15,1 1-176-15,3 3 0 0,1 3-160 0,-2 4-8608 16,-3 4-1712-16</inkml:trace>
  <inkml:trace contextRef="#ctx0" brushRef="#br0" timeOffset="98151.1017">12239 6530 16527 0,'0'0'720'0,"-9"-9"176"0,9 9-720 0,-7-9-176 0,0-1 0 0,0 1 0 16,7 9 1536-16,0 0 288 0,0 0 48 0,-5-10 16 15,5 10-576-15,0 0-112 0,0 0-32 0,0 0 0 16,7-10-384-16,-7 10-80 0,12-7 0 0,2 3-16 0,0 4-304 16,0 2-64-16,-1 1-16 0,5 1 0 15,2-1 80-15,1 1 32 0,-2 3 0 0,0 1 0 16,0 4 96-16,0 2 0 0,0 0 16 0,-2 0 0 15,-3 1-80-15,-2 1-32 0,-2-2 0 0,1 1 0 0,-3 1-112 0,-8-16-32 16,9 17 0-16,-4 0 0 0,-5-17-48 0,4 19-16 16,-4-19 0-16,0 19 0 15,-2 2-80-15,-1-2-128 0,-1-4 176 0,2 3-176 0,-3-1 128 0,2 0-128 16,-1 1 0-16,3-1 0 0,-1 0 0 0,2 0 0 0,0-17 0 0,3 19 0 16,1-1 0-16,-1-1 0 15,1-2 0-15,1 1 0 0,0-1 0 0,2-3 0 16,-7-12 0-16,10 13 0 0,-1-3 0 0,-9-10 0 15,12 10 0-15,0-3 0 0,-12-7 0 0,16 5 128 16,-1-1-128-16,1-1 0 0,-3 2 128 0,1-1-128 16,0 1 0-16,0-1 0 15,-14-4-976-15,17 1-256 0,-1-1-48 0,-3 0-16 0,-13 0-1456 0,16-1-272 0,-4-5-64 16</inkml:trace>
  <inkml:trace contextRef="#ctx0" brushRef="#br0" timeOffset="98872.8756">12938 7123 6447 0,'0'0'576'0,"0"0"-576"0,8-8 0 0,4-1 0 0,2-1 2896 0,5 4 480 16,4 3 80-16,2 3 32 0,3 0-2336 0,0 3-448 15,-4 1-112-15,2 1-16 0,1 2 528 0,-2 2 112 0,-5-1 0 0,1 3 16 16,-2-1-400-16,0 0-64 0,-4 2-32 0,1 1 0 31,-2-1-480-31,0 1-112 0,-1 1-16 0,3 0 0 16,0 0-1888-16,-1-4-384 0</inkml:trace>
  <inkml:trace contextRef="#ctx0" brushRef="#br0" timeOffset="98677.8956">13426 6908 19343 0,'0'0'1728'0,"0"0"-1392"0,0 0-336 0,0 0 0 15,0 0 2368-15,0 0 384 0,0 0 96 0,0 0 16 0,-12 8-2256 0,0 4-448 31,0 0-160-31,0 4 0 0,0-1 384 0,-2 6-48 16,0-2 0-16,0 2 0 0,-1 0 96 0,-1 3 16 0,2 0 0 0,-1 0 0 16,-1-3-320-16,1-2-128 0,1-2 128 0,0 0-128 0,2-3 0 0,0 0 0 0,-2-4 0 0,2 2 0 31,0-3 0-31,-2-2-224 0,0-2 32 0,2 0 0 16,2 2-2816-16,0-2-544 15</inkml:trace>
  <inkml:trace contextRef="#ctx0" brushRef="#br0" timeOffset="99268.4731">13216 5939 19343 0,'0'0'1728'0,"0"0"-1392"16,0 0-336-16,0 0 0 0,0 0 2240 0,-9 11 368 15,9-11 80-15,0 0 0 0,-4 15-1968 0,3 2-400 16,-1 2-64-16,2 2-32 0,0 2 32 0,3 4 0 0,1 6 0 0,3 1 0 16,1 1-256-16,1 5 0 15,3 3-144-15,0 3-13488 0</inkml:trace>
  <inkml:trace contextRef="#ctx0" brushRef="#br0" timeOffset="99674.7724">13954 6738 6447 0,'0'0'576'0,"0"0"-576"16,0 0 0-16,0 0 0 0,0 0 3392 0,9-10 560 15,-9 10 112-15,10-9 32 0,-1 1-1968 0,-9 8-384 0,14-9-80 0,-2 2 0 16,-2 0-1152-16,4 4-208 16,0-1-48-16,1 4-8448 15,3-3-1664-15</inkml:trace>
  <inkml:trace contextRef="#ctx0" brushRef="#br0" timeOffset="99955.6224">14013 7077 27007 0,'0'0'1200'0,"14"-11"240"0,0-1-1152 0,5 0-288 16,3 2 0-16,6-1 0 0,3-1 480 0,5 2 32 16,5-2 16-16,6 3 0 0,3 1-256 0,2 1-48 15,1 0-16-15,-1 0 0 16,-5 0-992-16,-2-2-208 0,-4 1-32 0,-8 4-16 0</inkml:trace>
  <inkml:trace contextRef="#ctx0" brushRef="#br0" timeOffset="100349.5234">15111 6773 6447 0,'0'0'272'0,"0"0"80"0,-2-12-352 0,2 12 0 0,3-11 0 0,6 3 0 16,5 1 5728-16,7 0 1072 0,4 0 224 0,5 0 32 15,-1 0-5072-15,2 2-1008 0,2 0-208 0,1 2-32 0,3-1-544 0,-1 1-192 0,-3 3 0 0,0-2 144 31,-1 2-1536-15,1-2-304-16,0 0-64 0,1 1-16 0</inkml:trace>
  <inkml:trace contextRef="#ctx0" brushRef="#br0" timeOffset="100836.6206">16148 6255 14735 0,'0'0'1312'0,"5"-12"-1056"0,2-2-256 0,5 2 0 15,2 4 2976-15,5 1 544 0,5 1 96 0,2 3 32 31,3 0-2672-31,4-1-528 0,2 2-96 0,1 2-32 16,0 0 112-16,0 2 16 0,-1 0 0 0,1 0 0 0,0 1 384 0,-1 2 96 16,-4 2 16-16,-3 0 0 0,-6 0-144 0,-3 2-32 15,-5-1 0-15,-4 3 0 16,-10-11-320-16,4 18-80 0,-6 0-16 0,-3 1 0 16,-4 1-128-16,-5 3-32 0,-3 1 0 0,-4-3 0 15,-3-1-192-15,2-2 0 0,1-1 128 0,2 2-128 0,2 0 0 0,1 2 0 0,2-1 0 0,2-1 0 16,2-1 0-16,1-1 0 15,1 0 0-15,1 0 0 0,0 2 0 0,3-3 0 16,4-16 0-16,-1 17 0 0,-1-1 0 0,2-16 0 16,3 17-128-16,-3-17 128 0,0 0 0 0,9 17 0 15,-9-17 0-15,14 14 0 0,0-4 0 0,3-3 0 16,2-2 0-16,7-1 0 0,7-4 0 0,3 3 0 0,4-1 0 0,3 2 0 16,0-3 128-16,0 4-128 15,0 1 0-15,-3-3 144 0,-6-3-144 0,1 4 0 0,-2 1 0 0,-4-2 0 31,-3 1-2736-31,-4-3-416 0,-3 1-96 0,-5-2-10736 0</inkml:trace>
  <inkml:trace contextRef="#ctx0" brushRef="#br0" timeOffset="101065.4404">16307 6585 30687 0,'0'0'1360'0,"10"-9"288"0,6 4-1328 0,4 0-320 0,6-2 0 0,7 0 0 15,5 2 448-15,3 1 32 0,4 3 0 0,2-1 0 16,-2 4-128-16,0 1-32 0,-2 1 0 0,-2 1 0 16,-3 2-320-16,-3-2 0 0,-6-2 0 0,-3 2 0 31,-4 1-2160-31,-1 2-496 0</inkml:trace>
  <inkml:trace contextRef="#ctx0" brushRef="#br0" timeOffset="101514.2169">17296 6787 14735 0,'-5'-16'1312'0,"5"16"-1056"0,-9-12-256 0,4 3 0 0,5 9 3408 0,0 0 624 15,0 0 128-15,0 0 32 0,0 0-2336 0,0 0-448 0,0 0-112 16,0 0-16-1,15 7-448-15,4 0-80 0,4 2-32 0,4 1 0 0,3 4-80 0,2 3 0 0,5 2-16 0,1 2 0 16,3 0-480-16,0 1-144 16,-1 1 0-16,0 3 0 15,0 3-432-15,1 4-192 0,0-2-32 0</inkml:trace>
  <inkml:trace contextRef="#ctx0" brushRef="#br0" timeOffset="101332.2641">17632 6733 18255 0,'0'0'800'0,"0"0"176"0,14-3-784 0,-14 3-192 0,14-4 0 0,-14 4 0 16,0 0 2288-16,0 0 400 16,0 0 96-16,0 0 16 0,3 18-1248 0,-4-3-240 15,-5 1-48-15,-4 1-16 0,-4 4-480 0,-5-1-112 0,-3 1-16 0,-4 0 0 16,-2-2-224-16,2 0-48 0,2-2-16 0,0 2 0 16,0 0-208-16,2-2-144 0,-3 0 192 0,3-1-192 15,3 1 0-15,2-5 0 0,3-1-160 0,0-3 160 31,0-2-3008-31,4-1-496 0</inkml:trace>
  <inkml:trace contextRef="#ctx0" brushRef="#br0" timeOffset="106819.0734">-5896 8371 20671 0,'0'0'912'0,"0"0"192"0,0 0-880 0,0 0-224 15,7-14 0-15,2 2 0 0,-1 4 928 0,3-1 144 0,1-1 16 0,3-1 16 16,2 1-336-16,2 1-64 0,0 1 0 0,2-1-16 15,2 0-400-15,1 3-80 16,2-3-16-16,0 4 0 0,-1-2-192 0,0 2 128 16,-5-1-128-16,-1 1 0 0,-1 2 0 0,-1-1 0 15,-2-1 0-15,-3 0 0 0,-12 5 0 0,0 0 0 0,9-9 0 0,-9 9 0 16,0 0 0-16,3-12 0 0,-6 2 0 0,-2 1-160 16,-2 1-16-16,-2 1 0 0,-1-2 0 0,-2 2 0 15,-2 0-80-15,0 4 0 0,0-1-16 0,-1-1 0 16,-1-2 272-16,1 2 0 0,-2 3-128 0,-1 2 128 0,1 2 0 0,0 2 176 15,0-1-32-15,-1 2 0 0,3 2 224 0,-1 2 32 16,-1-2 16-16,1 1 0 16,1 3-32-16,1 4 0 0,0 2 0 0,2 2 0 0,0 2-16 0,5 3-16 15,2-1 0-15,2 3 0 16,-1 0 48-16,4 1 16 0,4 3 0 0,2-1 0 0,3-2-64 16,5-2-16-16,5-6 0 0,3-2 0 0,1-2-144 0,3-3-48 15,1-3 0-15,4 1 0 0,4-1 16 0,-1 0 0 0,1-6 0 0,3 1 0 47,7-1-528-47,-6-1-96 0,-4 0-32 0,-2-6 0 0,0-3-608 0,-4-5-128 0,-3-2-32 16,-4 0 0-16,-3-1 96 0,-2-2 16 0,-4-6 0 0,-3 4 0 0,-3 2 752 0,0 1 144 0,-4 4 48 0,-3 12 0 15,0 0 896-15,0 0 176 16,0 0 32-16,0 0 16 0,0 0 32 0,0 0 0 0,0 0 0 0,-10 9 0 16,10-9-480-16,-5 19-80 0,1 2-32 0,2-1 0 0,4 1-112 0,2-4-32 31,-3-1 0-31,5-1 0 0,-1 1-80 0,0-2-128 0,-5-14 176 0,9 12-176 15,-9-12 160-15,0 0-160 0,10 10 128 0,-10-10-128 16,0 0 144-16,0 0-144 0,0 0 160 0,0 0-160 0,0 0 176 0,0 0-176 31,0 0 192-31,7-12-192 0,-5 0 144 0,-1-2-144 0,1-1 0 16,-2-1 144-16,-3 1-144 0,-1-4 0 0,4-4 0 0,0-1 128 16,0 0-128-16,0 0 0 0,-2-2 0 0,2 0 128 15,2-2-128-15,0 4 0 0,0 0 0 0,-1 0 0 0,-1 1 0 0,4 6 0 16,-1 2 0-16,2 6 0 0,-5 9 0 0,0 0 0 15,0 0 0-15,14 0 0 16,-14 0-128-16,14 7 128 0,-14-7 0 0,14 12 0 16,-4 4 128-16,-1-1 112 0,-2-1 16 0,-7-14 0 15,5 19 0-15,-2-2 16 0,-3-1 0 0,-5 1 0 0,-4 2-128 0,-1 2-16 16,-4-1-128-16,-1 4 192 0,-2 4-192 0,-1 0 144 16,-1-2-144-16,2 1 128 15,0-4-384-15,1-4-96 0,1-2-16 0,3-5-15184 0</inkml:trace>
  <inkml:trace contextRef="#ctx0" brushRef="#br0" timeOffset="106982.6878">-4924 8502 28559 0,'5'-22'1264'0,"2"8"272"0,1-1-1232 0,6-1-304 0,5 0 0 0,5 3 0 0,2 1 896 0,0-2 112 31,-3 2 16-31,-3 1 16 0,-2 3-688 0,-5-1-144 0,-13 9-16 0,14-5-16 15,0 3-176-15,-14 2 0 0,16 0 0 0,-16 0-9808 32,15-2-1888-32</inkml:trace>
  <inkml:trace contextRef="#ctx0" brushRef="#br0" timeOffset="107370.2531">-4475 8097 19343 0,'0'0'1728'0,"0"0"-1392"0,13-4-336 0,-1-3 0 0,0-5 1760 0,4 4 288 15,0 1 48-15,-1 5 16 0,1 2-992 0,-3 2-192 0,-13-2-32 16,18 1-16-16,-3 1 32 0,1 2 16 0,-1 1 0 0,-1 2 0 16,-14-7-256-16,14 8-48 0,-4 1-16 0,-10-9 0 31,0 0-288-31,7 19-48 0,-3 0-16 0,-6-2 0 0,2-17 0 0,-7 19-16 15,0-2 0-15,0 1 0 0,-1-1-48 16,-1 0 0-16,0 1 0 0,-3-1 0 0,0-2-192 0,4 3 176 16,1 1-176-16,0 0 160 0,-2 0-160 0,0 1 0 15,1-1 144-15,1 0-144 0,0 0 0 0,4-2 0 16,-1-1 0-16,1-4 128 0,-3 0-128 0,6-12 0 0,0 0 0 0,0 0 0 16,7 12 0-16,4-5 0 0,1-3 0 0,3-4 128 15,4 0-128-15,5-4 0 0,4 1 0 0,3-2 0 16,4-4 0-16,6 0 144 0,7 2-144 0,2-1 0 15,1-1-224 1,-1-3-160-16,-4-4-16 0,-3-1-16 0,-6-4-2400 0,-3-1-464 16,-3 0-112-16</inkml:trace>
  <inkml:trace contextRef="#ctx0" brushRef="#br0" timeOffset="107555.7103">-3599 8019 29999 0,'0'0'1328'0,"0"0"272"0,11-12-1280 0,1 5-320 0,2 4 0 0,1 1 0 15,-1 2 1280-15,0 0 176 0,-14 0 32 0,15 2 16 16,-15-2-928-16,14 7-192 0,-14-7-48 0,10 10 0 0,-10-10-336 0,9 17 128 16,-4-1-128-16,-3 4-10832 15,-6 6-2224-15</inkml:trace>
  <inkml:trace contextRef="#ctx0" brushRef="#br0" timeOffset="107705.8683">-3505 8639 13823 0,'0'0'608'0,"3"-14"128"0,-1-3-592 0,3 1-144 16,2 2 0-16,3 0 0 0,2-1 4800 0,2 6 912 15,2 2 192-15,-3 4 48 0,-13 3-4608 0,16 5-928 16,-6 4-176-16,-10-9-16096 0</inkml:trace>
  <inkml:trace contextRef="#ctx0" brushRef="#br0" timeOffset="105643.1873">-7140 8016 911 0,'0'0'0'0,"-14"1"0"0,0-2 0 0,0 1 0 16,0 1 0-16,1 1 0 0,-1-2 4160 0,2 4 736 0,-2-3 160 0,0 3 16 15,0-1-3776-15,0 1-752 0,1-1-160 0,-1 2-16 16,0 2-32-16,0 0 0 0,-1 2 0 0,-1-2 0 16,2-1-64-16,2 1-16 15,4 4 0-15,-1 1 0 0,-1 0-256 0,3 3 0 16,0 4 128-16,3 2-128 0,1 2 0 0,5-3 0 15,1 1 0-15,4 1 0 0,2 1 128 0,3 3-128 16,3 0 0-16,3-2 0 0,-1-3 160 0,4 1-160 0,4 0 128 0,3-1-128 16,3-7 208-16,4 0-32 0,1-2-16 0,2 2 0 15,3-6-160-15,2 3 160 0,2 1-160 0,0-4 160 16,-2 1-160-16,-6-2 128 0,-6-4-128 0,-4 2 128 16,-3 1 96-16,-8 1 16 0,-16-7 0 0,0 0 0 0,0 0 144 0,-12 13 48 15,-11-2 0-15,-9-1 0 16,-13-1 176-16,-5 1 32 0,-7 2 16 0,-5 2 0 15,-6 0-384-15,-1 1-80 0,0 1 0 0,-7-2-16 16,-8-4 0-16,-3-1 0 0,1-2 0 0,7 1 0 16,4 1 0-16,10-1 0 0,6-2 0 0,9-1 0 15,10-4-1536-15,9-2-304 16</inkml:trace>
  <inkml:trace contextRef="#ctx0" brushRef="#br0" timeOffset="105917.6526">-6790 7979 27407 0,'0'0'1216'0,"0"0"256"0,0 0-1184 0,0 0-288 15,0 0 0-15,0 0 0 0,14 4 1024 0,3 4 160 16,0 3 32-16,1 1 0 0,-1 3-144 0,0 4-32 15,2 6 0-15,4-3 0 0,-1-6-400 0,0 1-96 16,1 2-16-16,1 0 0 0,2 3-528 0,-2 2 0 0,-3 1 0 0,-2 2 0 16,0 1 128-16,0-1-128 15,-2 3 0-15,0 4 0 0,1 2 192 0,-3-1-32 0,-1-2 0 0,0-2 0 16,-2 0-1696-16,-4-3-320 0,-1-4-80 0,-3-5-13040 16</inkml:trace>
  <inkml:trace contextRef="#ctx0" brushRef="#br0" timeOffset="106084.5064">-6536 8299 27583 0,'-2'-18'1216'0,"2"18"256"0,5-10-1168 0,6 0-304 0,4-2 0 0,4 0 0 16,5 1 592-16,2 3 64 0,3 1 16 0,1 3 0 15,1 2-464-15,3 4-80 0,3 2-128 0,1-1 176 16,1 1-960-16,1-1-192 0,-4 2-48 0,2-1-11440 0</inkml:trace>
  <inkml:trace contextRef="#ctx0" brushRef="#br0" timeOffset="116955.3811">-1286 8145 7359 0,'-22'9'656'0,"-6"-4"-528"16,-5-2-128-16,-1 4 0 0,-1 2 2144 0,1 1 400 0,1 4 80 0,2 2 0 15,5-1-832-15,0 2-192 0,2 1-16 0,3 1-16 16,0 1-432-16,4 3-96 0,2 1-16 0,3 5 0 16,5 2-416-16,1 0-96 15,1-3 0-15,4-2-16 0,1 0-256 0,5-4-48 16,2-1-16-16,1-4 0 0,4 0-176 0,2-4 0 0,3-5 144 0,2-1-144 16,0-2 0-16,4-1 128 0,1-1-128 0,2-3 0 15,0-2 0-15,0-1 144 16,0 0-144-16,1-3 0 0,-1 3 128 0,0-4-128 0,0 0 0 0,-2-2 0 15,-3-1 0-15,-1-2 0 0,-1-4 0 0,-1 3 0 0,-3-5 0 0,-1-1-176 16,-4-5 0-16,-1 2 0 16,-4-1 16-16,0 3 0 0,1-3 0 0,-3 3 0 0,-3 4 160 0,2 4 0 15,1 2 0-15,-3 10 0 16,0 0 0-16,0 0 0 0,0 0 0 0,0 0-128 16,0 0 128-16,0 0-160 0,0 0 160 0,14 8-160 15,-2 3 160-15,2 2 0 0,0 3 0 0,1-1 0 16,1 1 128-16,1-1 48 0,2 3 16 0,0-1 0 0,0-1-64 0,0 1 0 15,-2-5 0-15,-1-2 0 16,-1 1-128-16,1-3 0 0,-2-3 0 0,-2 2 0 16,-12-7 0-16,12 9 0 0,-12-9 0 0,0 0 0 0,0 0 0 0,0 0 128 15,0 0-128-15,0 0 0 0,0 0 128 0,0 0-128 0,0 0 0 16,0 0 128-16,0 0-128 0,0 0 0 0,0 0 144 0,0 0-144 16,-7-9 0-16,-2 1 128 0,9 8-128 0,-8-12 0 15,1-2 0-15,7 14 0 0,-7-12 0 0,3-2 0 16,1-2 0-1,3 1 0-15,2-1 0 0,3 2 0 0,2 2 0 0,3-1 0 16,6 0 0-16,3 1 0 0,3-1 0 0,4 2 128 0,5 4-128 0,4 0 0 16,1 4 464-16,2 3 32 15,1 2 0-15,3 1 0 0,-1 4 16 0,1 2 0 16,-3 1 0-16,-1 4 0 0,-1 3-368 0,-3 0-144 16,-1 2 128-16,-4-1-128 0,-5-5 0 0,-3 3 0 15,-2-4 0-15,-3-2 0 16,-6 1-880-16,0-3-256 0,1 3-48 0,-11-11-7968 0,12 7-1600 0</inkml:trace>
  <inkml:trace contextRef="#ctx0" brushRef="#br0" timeOffset="118066.2198">-204 8352 10127 0,'0'0'896'0,"0"0"-704"0,0 0-192 0,0 0 0 15,0 14 2816-15,0-14 512 0,7 14 128 0,2 0 0 0,-1 1-2448 0,3-1-496 16,-1-2-112-16,4 2-16 15,0 0 352-15,0-2 64 0,1-2 16 0,2 2 0 16,1-3-320-16,-1 1-64 0,0 0-16 0,0-1 0 16,1-4-288-16,-1 0-128 0,0 1 0 0,0-3 128 0,1-3-128 0,-1 0 0 15,-2 2 144-15,3-4-144 0,-1-3 128 0,0 0-128 16,1-4 128-16,0-1-128 0,3-2 0 0,-4-2 0 16,-3-3 0-16,-2 1-128 0,-1-1 128 0,-3-4 0 15,1-5-144-15,-4 4 144 0,-1 3 0 0,-3 3 0 16,-2 1 0-16,-1 3 0 0,-2 1 0 0,4 11 0 15,-3-12 0-15,3 12 0 0,0 0 0 0,0 0 0 16,0 0 0-16,0 0 0 0,0 0 0 0,0 0-144 16,0 0 144-16,10 16 0 0,2-2-128 0,4-2 128 15,1 0 0-15,4 0 0 0,3 0 0 0,0-2 0 0,2-1 0 0,2-1 0 16,-1-1 0-16,3-3 0 16,-1-4 0-16,0-2 0 0,2 0 0 0,1 2 0 15,-3 0 0-15,-2-1 0 0,-1-1 0 0,-1 0 0 0,-5-1 0 0,-1-2 0 16,-3-2 0-16,-2-2 128 0,-6-1-128 0,-1-2 0 15,0 0 0-15,-4-1 0 16,-1-2 128-16,-2 3-128 0,-2-2 0 0,1 0 0 0,-3 0 0 0,-1 1 0 16,-2-3 0-16,-1 1 0 0,-3 1 0 15,-1 3 0-15,0 1 0 0,-2 3 0 16,0 4 0-16,-1-1 0 0,-2 2 0 0,-1 2 0 0,1 0 0 0,2 4 0 16,-1-1 0-16,1 3 0 0,1 0 0 0,2 5 0 15,3 1 0-15,2 2 0 0,2 1 0 0,1 1 0 16,3-1 0-16,2 1 128 0,5-1-128 0,1 1 192 15,3 1 0-15,4-1-16 0,1-1 0 0,3 3 0 16,0 0-176-16,3-2 128 0,0 0-128 0,3-3 128 0,0 1-128 0,-3-2 0 16,-2-5 0-16,0 2 128 0,2-4-128 0,-1-2 0 15,1-1 0-15,-2-2 128 16,-2 0-128-16,1-3-144 0,-3-2 144 0,1-1-208 0,-1-1-48 0,1 1-16 16,-4-8 0-16,2 2 0 0,-1 1 80 15,1 1 0-15,-2 0 16 0,0 3 0 0,-12 7 176 0,16-6 0 16,-16 6 0-16,15-3-128 0,-15 3 320 0,0 0 80 15,14-2 16-15,-14 2 0 16,0 0 240-16,0 0 48 0,0 0 16 0,14 4 0 0,-14-4-32 0,0 0-16 0,10 12 0 0,1 2 0 16,-3-1-352-16,-1 0-64 0,-7-13 0 0,7 10-128 15,-7-10 128-15,0 0-128 16,0 0 0-16,0 0 0 0,0 0 0 0,14-4 0 16,-14 4 0-16,14-8 0 0,-4-3 0 0,1 1-304 15,-5-4 64-15,1 0 16 16,-1-1-272-16,-1-1-48 0,0 1-16 0,2 1 0 0,-2 0 208 0,2 2 32 0,0 0 16 0,0 2 0 15,0-1 304-15,-7 11-128 0,8-6 128 0,-8 6 0 16,12-4 0-16,-12 4 0 0,14-2 0 0,-14 2 0 16,14 6 384-16,-14-6-32 0,15 8 0 0,-1 1 0 15,0-1 48-15,0 3 16 16,0-3 0-16,1 1 0 0,1 0-224 0,1 1-64 0,0 0 0 0,2 1 0 16,-2-3-128-16,2 1 0 0,0-2 144 0,2 0-144 15,0 0 0-15,1-4 0 0,-1-1 0 0,-2 0 0 16,-2-1 0-16,-1-1 0 0,-2-1 0 0,-14 1 0 15,13-7 0-15,-2 0 0 0,-4-4 0 0,-7 11-192 16,1-17 192-16,-1 2 0 0,-3-1 0 0,0 1 0 16,-3-1 0-16,1-1 0 0,-3-4 0 0,-3-1 0 0,-1-1-160 0,-3-3 160 0,-4-1-192 0,1-1 192 15,3 0-176-15,-1 3 176 0,1-1-160 0,1 0 160 32,0 2-176-32,2 1 176 0,2-3-192 0,3 4 192 0,-2 3-128 15,4 3 128-15,5 16 0 0,0 0 0 0,-4-13 0 0,4 13 144 16,0 0 16-16,0 0 0 0,0 0 112 0,0 0 32 15,0 0 0-15,18 19 0 0,-1 5 176 0,4 3 32 16,1-1 16-16,4 2 0 0,2-2 48 0,-1 1 16 16,-3 3 0-16,4 1 0 0,1 0-192 0,1 2-32 15,-1-1-16-15,-1-2 0 0,-2-1-352 0,-1 0 144 16,0-1-144-16,-3 0 0 0,-1-3 0 0,-1 1 0 16,1 2 0-16,0-6 0 15,0-4-640-15,-4-3-176 0,-3-1-32 0,-2-4-10112 0,-5 1-2032 16</inkml:trace>
  <inkml:trace contextRef="#ctx0" brushRef="#br0" timeOffset="118237.5536">1798 8238 17855 0,'0'0'784'0,"0"0"176"0,-5-12-768 0,3 2-192 0,2 10 0 0,6-12 0 0,2 1 1792 0,4 3 336 31,2-1 64-31,3 2 16 0,2-1-944 0,4-1-192 0,1 2-48 0,2 4 0 15,3 3-656-15,6 0-144 0,3 0-32 0,3 0 0 16,1 1-1696-16,1 3-352 16</inkml:trace>
  <inkml:trace contextRef="#ctx0" brushRef="#br0" timeOffset="116355.0493">-1999 8033 11103 0,'0'0'496'0,"0"0"96"0,0 0-464 0,0 0-128 15,0 0 0-15,0 0 0 0,0 0 784 0,0 0 144 16,0 0 32-16,0 0 0 0,5-10-208 0,-5 10-48 16,0 0 0-16,0 0 0 0,0 0-128 0,0 0-48 0,0 0 0 0,0 0 0 15,0 0-256-15,0 0-48 0,0 0-16 0,0 0 0 0,0 0-208 0,-6-7 0 16,6 7 0-16,-14-6-160 0,0 1 160 0,0 5 0 15,-1 4 128-15,-1 1-128 0,-3 2 128 0,0 3-128 16,-3 0 160-16,-1 3-160 16,-1-1 528-16,-2 5 16 0,0 7 0 0,0 5 0 15,-1 4 32-15,1 3 16 0,0 2 0 0,0 4 0 16,2 3-192-16,1 1-32 0,5 3-16 0,5-8 0 0,7-5 32 16,6-6 16-16,5-4 0 0,3-6 0 0,4-1-80 0,7-5-32 31,4-5 0-31,8-4 0 0,7-7-160 0,8-3-128 0,11 0 144 0,9 0-144 0,8-1 0 0,7-2-160 0,4-4 0 0,-4-4-8096 15,-5-6-1600-15</inkml:trace>
  <inkml:trace contextRef="#ctx0" brushRef="#br0" timeOffset="119437.7739">3692 8223 10127 0,'-9'-9'896'0,"-3"0"-704"16,-2-1-192-16,0 1 0 0,-1 3 2608 0,-1 0 480 16,-1 3 112-16,0 1 0 0,0-1-2080 0,-2 1-416 0,0 2-96 0,-2 3-16 15,-2 3-160-15,3 1-48 0,1 1 0 0,0 4 0 16,-2 4-64-16,2-1 0 16,2 1-16-16,3-1 0 0,0 3 32 0,4-1 16 15,1 0 0-15,4 2 0 0,2 0-64 0,-1 0-16 16,2-2 0-16,2 2 0 0,4-3-144 0,-1-4-128 15,-3-12 192-15,5 12-192 0,2 0 144 0,-7-12-144 16,0 0 0-16,14 5 144 0,-14-5-144 0,16-1 0 16,-4-6 0-16,0-2 128 0,0-1-128 0,0-2 160 15,0-2-160-15,0 0 160 0,-1 2-160 0,-1 0-224 0,0-2 48 16,-1 2 16-16,0 2 32 0,-1 3 0 0,-8 7 0 0,11-7 0 16,-11 7 128-16,13-5-160 0,-13 5 160 0,16-4-160 0,-2 1 160 0,-1 3 0 15,1 1 0-15,2 5 0 0,-2 1 0 0,3-1 0 16,2 0 0-16,0-1 0 0,0 2 128 0,2 1 16 15,3 1 0-15,3 0 0 16,3-2-16-16,-3-2 0 0,-1 0 0 0,0-2 0 16,-3-3-128-16,-1-1 128 0,-1-5-128 0,-4 1 128 0,-2-3-128 0,1-4 128 15,-2-1-128-15,-4 0 128 0,-3-1-128 0,-2-2 128 0,0 1-128 0,-1-2 128 16,-4-6-128-16,0-1 0 16,-2-2 0-16,-1 0 0 0,-1-3 0 0,-3 1 0 15,-5 2 0-15,2 0 0 16,-2 0-320-16,0 2-80 15,0-2-32-15,-2 1 0 0,0 0 80 0,0 3 16 0,-1-2 0 0,3 5 0 0,1 5 336 16,1 2 0-16,-2 3 0 0,12 9 0 0,-12-1-176 0,0 6 48 0,0 2 0 0,1 3 0 16,3 2 128-16,2 4 0 0,1 1 0 0,5 2 0 15,4 0 192-15,3 0 80 0,3 2 16 0,4-2 0 16,3-4 96-16,2 4 32 16,2 0 0-16,3 0 0 0,2 2-80 0,3-1-16 15,2-1 0-15,0 2 0 0,-1-2-112 0,-1-2-16 16,-1 1-16-16,3-1 0 0,1-3-176 0,-1-2 0 15,-3-4 0-15,0-1 128 0,-2-1 736 0,-1-3 144 0,0-3 16 0,-3-2 16 32,-3-1-1744-32,-3-1-336 0,-3-4-80 0,-2-1-16 0,-4-1 640 0,-4-4 128 0,-3-3 32 0,-2-2 0 15,-3-2 336-15,-2-1-144 0,-3-1 144 0,-2 1 0 16,0-3 0-16,-2 3 0 0,-2-2 0 0,1 0 0 16,-1-4 0-16,1 2 0 0,-2-1 0 0,1-1 0 0,2 2 0 0,2 2 0 15,0-2 0-15,2 2 0 0,1 0 0 0,2 3 0 16,2 4 0-16,2 6 0 0,3 11-128 0,0 0 128 15,0 0 0-15,0 0 0 0,0 0 0 0,8 19 224 0,3 2-16 0,1 3 0 32,1 2 1072-32,5 2 224 0,2-1 32 0,5 4 16 15,0 2-1552-15,3-2-384 0,3-1-32 16,4-3-16-16,4 1 656 0,1-1 128 0,1-2 32 0,1 2 0 0,-1 1-192 0,2 1-48 16,2 1 0-16,-2 1 0 15,-1-2-1136 1,1-3-224-16,0-5-64 0</inkml:trace>
  <inkml:trace contextRef="#ctx0" brushRef="#br0" timeOffset="121441.1532">7996 8097 6447 0,'0'0'576'0,"0"0"-576"0,4-12 0 0,-4 12 0 16,-9-14 3264-16,-3 5 560 15,-4 2 96-15,-3 2 32 0,-5 2-2800 0,-2 1-544 0,-1 0-112 16,-1 4-32-16,-1-2-240 0,1 2-48 16,2-1-16-16,2 3 0 0,3 1 160 0,4 0 48 0,3-5 0 0,14 0 0 0,-10 7-208 0,10-7-32 15,0 0-128-15,0 0 192 0,0 0-192 0,16 14 0 0,1-4 0 0,4 2 0 32,4-1 0-32,5 3 0 0,1-1 0 0,2 5 0 15,1 2 128-15,1 4-128 0,-3 2 0 0,3 2 0 16,3 0 272-16,-4 1-32 0,-4 2-16 0,-4 0 0 0,-2 0 608 0,-3 2 112 0,-4-4 16 0,-2 1 16 31,-3-3-400-31,-1-1-96 0,-1 0-16 0,-3-5 0 0,-3-4-336 0,1-1-128 0,2-3 0 0,-7-13 144 16,0 0-144-16,0 0-256 0,8 11 64 0,-8-11 16 31,12 5-2144-31,-12-5-432 0</inkml:trace>
  <inkml:trace contextRef="#ctx0" brushRef="#br0" timeOffset="121798.0431">8252 8098 9215 0,'0'0'816'0,"0"0"-656"0,0 0-160 0,0 0 0 0,0 0 2432 0,10-6 448 0,-10 6 80 0,16-6 32 16,-1 6-1920-16,-1 0-384 0,0 0-80 0,0 4-16 0,1 1 112 0,1 4 32 16,-3-1 0-16,3 6 0 0,1 2-288 0,2-1-64 15,0-3-16-15,0 2 0 0,0 2-192 0,0-1-48 16,0 1 0-16,-2-3 0 0,-1-2-128 0,-1-1 192 15,-2-1-192-15,-1-1 192 0,-12-8-192 0,0 0 0 16,10 7 0-16,-10-7 0 0,0 0 0 0,0 0 128 31,0 0-128-31,0 0 128 0,0 0-128 0,0 0 0 0,2-15 0 0,-2-1 0 16,-2 2-384-16,0 1 0 0,-1-3 0 0,-1 2 0 16,1 2 64-16,-1 0 16 0,-1-3 0 0,2 1 0 15,-1 2 304-15,1 1 0 0,3 11-128 0,0 0 128 0,0-12 400 0,0 12 144 16,0 0 32-16,0 0 0 15,14-8 288-15,1 4 64 0,3 2 16 0,2 2 0 16,1-1-304-16,5 4-48 0,3 2-16 0,4 4 0 16,1 0-192-16,3 3-64 0,-3 0 0 0,1 2 0 0,-1-1-320 0,-1 1 0 15,-4 0 0-15,-4 0 0 0,-5 0-128 0,-1-2-112 0,-1 0-16 0,-3-4 0 32,-1-1-2768-32,0-1-560 15</inkml:trace>
  <inkml:trace contextRef="#ctx0" brushRef="#br0" timeOffset="122578.7385">9463 8136 11967 0,'0'0'528'0,"-1"-12"112"0,-3 0-512 0,4 12-128 0,-5-10 0 0,5 10 0 16,-9-9 3200-16,9 9 624 15,-8-7 112-15,8 7 32 0,-14-3-2800 0,0 1-544 16,0 2-112-16,0 0-32 0,-1 2-304 0,1 1-176 15,-1 3 192-15,1 0-192 0,0 1 176 0,0 2-176 16,0 0 160-16,2 1-160 0,2 2 128 0,1-2-128 16,9-10 0-16,-8 9 0 0,-1 1 0 0,9-10 0 0,0 0 0 0,-2 14 0 0,2-14 0 0,0 14 0 15,0-14 0-15,0 0 0 16,0 0-448-16,12 10-64 0,0-3-32 0,-12-7 0 31,16 4-32-31,-2-4-16 0,0-2 0 0,-14 2 0 0,15-2 320 0,-1 1 64 0,-14 1 16 0,14-4 0 16,-14 4 192-16,0 0 0 0,0 0 0 0,12-3 0 0,-12 3 464 0,0 0-16 0,0 0 0 15,0 0 0 1,14-4-64-16,-14 4-32 0,13 0 0 0,-13 0 0 16,14 4-352-16,0-1 128 0,2 1-128 0,1 1 0 0,2-2 0 0,2 2 0 0,-1 1 0 0,4-3 0 15,1 0 0-15,-1 1 0 0,2-1-176 0,-2-1 176 32,-3 0-544-32,-1-4-16 15,-2-1 0-15,-1-1 0 0,-2-1-240 0,-3 0-48 16,-12 5-16-16,7-12 0 0,-2 0 192 0,-1 0 32 15,-2-4 16-15,-2 0 0 0,-2 1 448 0,-3-1 176 0,-2-1-128 0,-2 2 128 0,-1-3 0 0,-2 1 0 16,0-2 0-16,-2 0 0 0,-3-2 0 0,-1 1-160 16,3-1 160-16,-1-1 0 0,1-1 0 0,-1-3 0 15,1-5 0-15,1 2 0 0,0-2 0 0,4 3 0 0,3 4 0 0,2 7 0 0,-1 6 176 16,6 11 144 0,0 0 16-16,0 0 16 0,-12 0 112 0,12 0 32 15,-3 12 0-15,5 6 0 0,3 2-224 0,3 8-32 16,3-2-16-16,3 2 0 0,-1-3 304 0,5 0 64 0,1-3 16 0,1 2 0 15,3 0-16-15,1-1 0 16,0-4 0-16,0 0 0 0,-3 0-128 0,0 1-16 0,-1-2-16 0,-1 2 0 0,0 1-176 0,0-4-48 16,-1-5 0-16,-1 2 0 15,-2 0-208-15,3-4 144 0,-3-1-144 0,1-2 128 16,-2-2-128-16,-14-5 0 0,15 4 0 0,-1-4 0 16,-14 0 0-16,15-4 0 0,-2-3 0 0,-1 0 0 0,-2-1 0 0,2 1 0 15,-2 0 0-15,3-3-176 0,-1-4 176 0,-2-2 0 0,0 4-144 0,-1 0 144 16,0 2 0-16,-1 1 0 15,-8 9-144-15,11-10 144 0,-3 1 0 0,-8 9 0 16,9-9 0-16,-9 9 0 0,0 0 192 0,14-3 0 0,-14 3 0 16,15-2 0-1,1 4 128-15,-1-2 32 0,-1-2 0 0,2 6 0 16,-1 3 16-16,1 0 0 0,-1-1 0 0,1 1 0 0,-1 4-192 0,1 1-48 0,-2 0 0 0,-1 0 0 16,-2-2-128-16,-1 1 0 0,0 1-192 0,-10-12 192 31,0 0-2096-31,0 0-288 0,7 10-64 0</inkml:trace>
  <inkml:trace contextRef="#ctx0" brushRef="#br0" timeOffset="122730.9296">10055 7884 21183 0,'-3'-15'1888'0,"3"15"-1504"0,-2-10-384 0,2 10 0 16,0 0 1120-16,16-6 160 0,-1 3 16 0,1 1 16 31,-1 0-2912-31,1 2-592 0,5 0-112 0,-2-3-32 0</inkml:trace>
  <inkml:trace contextRef="#ctx0" brushRef="#br0" timeOffset="120406.5041">5658 7988 19519 0,'0'0'864'0,"-11"-5"176"0,3-2-832 0,8 7-208 16,0 0 0-16,0 0 0 0,0 0 400 0,0 0 48 15,0 0 0-15,15-4 0 0,4 4-448 0,4 4 128 0,2-2-128 0,5 3-6224 32,1 2-1312-32</inkml:trace>
  <inkml:trace contextRef="#ctx0" brushRef="#br0" timeOffset="120240.4774">5728 8380 2751 0,'0'0'256'0,"0"0"-256"0,0 0 0 0,-12-2 0 16,2-1 3136-16,10 3 576 15,-9-7 112-15,9 7 16 0,-7-7-1440 0,7 7-288 16,0 0-64-16,-3-9-16 0,3 9-656 0,0 0-128 16,2-12-32-16,-2 12 0 0,5-10-384 0,-5 10-96 15,10-7-16-15,-10 7 0 0,14-7-400 0,-2 2-96 0,-2 0-16 0,1 1 0 0,-11 4-208 0,14-5 144 16,-4-4-144-16,-10 9 128 15,10-7-128-15,-10 7 0 0,9-10 0 0,-2 0 0 0,0-1 0 0,-7 11 128 16,3-13-128-16,-3 0 0 16,0 1 0-16,-2 2 0 0,1-2-192 0,1 12 192 0,-4-10-160 0,1 1 160 15,-4-1 0-15,2 3-144 16,5 7 144-16,0 0 0 0,0 0 0 0,0 0 0 0,0 0 0 16,0 0 0-16,0 0 0 0,0 0 0 15,0 0 0-15,14 7 0 0,3-2 160 0,4 2-160 16,3 1 288-16,5 4-32 0,4 0-16 0,1 2 0 15,1 0-240-15,1 0 0 0,0-2 128 0,-1 0-128 16,-6 0-736-16,-3-3-192 16,-2-2-32-16,0 0-12640 0</inkml:trace>
  <inkml:trace contextRef="#ctx0" brushRef="#br0" timeOffset="121151.5301">6438 8150 21183 0,'0'0'1888'0,"0"0"-1504"0,0 0-384 0,0 0 0 16,0 0 880-16,0 0 96 0,0 0 32 0,0 0 0 0,7 17-624 0,-2-3-128 16,-5-14-32-16,3 14 0 0,-3-14 160 0,4 17 16 0,-4-1 16 0,1-2 0 15,-1-14-144-15,0 15-16 0,0-1-16 0,0-14 0 31,0 0-240-31,-1 14 128 0,1-14-128 0,0 0 0 0,0 0 128 16,0 0-128-16,-9 8 0 0,9-8 0 0,0 0 176 0,-12 4-176 16,12-4 192-16,-14-5-192 0,2-2 176 0,2-2-176 0,1-1 160 0,2 0-160 15,0-3 128-15,0 1-128 0,2-1 0 0,2-1 144 16,1 0-144-16,2-2 0 0,0 3 0 0,4-1 128 16,1 0-128-16,2 2 0 0,1 3 0 0,4 2 0 15,2 4-192-15,3-1 48 0,2 1 0 0,6 1 0 16,2 2 144-16,2 2-160 0,1 0 160 0,3 3-160 15,1 0 160-15,1 4 0 16,-4-1 0-16,0 3-128 0,0 1 128 0,-2 0 0 0,-3 0 0 16,-2 2 0-16,0 0 0 0,-3-1 0 0,-2 3 0 0,0-2 0 15,-2 1-704-15,-1-4-128 0,-2-3 0 16,-2 1-16-16,0-1-768 0,-2-1-160 0,-10-7-16 0,14 7-16 16,-14-7 112-16,0 0 32 0,14 4 0 15,-14-4 0-15,0 0 560 0,14-4 112 0,-14 4 32 0,0 0 0 0,0 0 768 16,12-8 192-1,-12 8 0-15,0 0 0 0,10-11 720 0,-10 11 192 0,9-10 48 0,-9 10 0 0,10-9 384 16,-10 9 96-16,12-10 16 0,0 1 0 0,-1 2-512 0,1 2-112 16,0 0 0-16,2 0-16 15,-1 1-480-15,1 1-80 0,2-2-32 0,-1 1 0 16,-1 1-96-16,0-1-128 0,1 1 176 0,-1 0-176 0,0-3 144 16,0 1-144-16,0 0 0 0,-1 0 144 15,-1 0-144-15,-12 5 0 0,14-7 0 0,-3 0 128 16,-1 0-128-16,-10 7 0 0,9-9 0 0,-9 9 0 0,0 0 0 0,1-12 0 15,-1 0 0-15,0 12 128 0,-7-8-128 0,1-1 0 16,-1 0 0-16,-2 2 0 0,-3 2 0 0,0 0-144 16,2-2 144-16,-1 4-208 15,1-1 208-15,-2 1 0 0,-2-1 0 0,2 1-144 0,-2 1 144 0,2 2 192 16,0 2-32-16,0 0-16 0,1 3 160 0,1 2 16 16,-2 0 16-16,2-1 0 0,-1 1 80 0,3 4 16 0,-1 3 0 0,0 1 0 15,1 1-112-15,1-1 0 0,0-1-16 0,3 1 0 16,4 1-176-16,4-2-128 0,3 0 192 0,3-2-192 15,6 0 208-15,3-2-64 16,5-3-16-16,5-2 0 0,4 0-128 0,7 1 128 0,5-6-128 0,5 0 128 31,0-4-480-31,0 1-96 0,-4-2-32 0,1-4 0 0,0-3-2224 0,-3-2-448 0,0-2-96 16</inkml:trace>
  <inkml:trace contextRef="#ctx0" brushRef="#br0" timeOffset="122957.4561">10366 7888 15663 0,'0'0'1392'0,"0"0"-1120"0,0 0-272 0,16 12 0 15,-1 0 1664-15,2 0 288 0,1-2 48 0,-1-1 16 0,-2-2-464 0,3 0-80 16,-1 3-32-16,0 2 0 16,-1-3-192-16,3 5-32 0,-2 0-16 0,0 5 0 0,0 0-752 15,-1 1-160-15,-2 4-32 0,-2-3 0 16,-3-2-1344-16,-3 0-288 16,0 2-48-16</inkml:trace>
  <inkml:trace contextRef="#ctx0" brushRef="#br0" timeOffset="123102.3779">10601 8029 14735 0,'0'-17'640'0,"0"17"160"0,5-12-640 0,4 0-160 16,3 2 0-16,0 6 0 0,3 2 3648 0,2 2 688 15,2 2 144-15,0 0 16 0,-1 1-3632 0,-1 1-736 16,-1 1-128-16,4 4 0 15,-3-1-1408-15,-3 1-256 0,-3 0-32 0,-11-9-10288 0</inkml:trace>
  <inkml:trace contextRef="#ctx0" brushRef="#br0" timeOffset="123395.6436">10922 8197 15663 0,'0'0'1392'15,"0"0"-1120"-15,0 0-272 0,0 0 0 16,0 0 2368-16,0 0 432 0,12 0 80 0,-12 0 0 0,12-2-1920 0,-12 2-384 31,0 0-64-31,12-2-32 0,-12 2-224 0,16-3-32 0,-1-1-16 16,-1 1 0-16,0 0-208 0,-4-1 0 0,0-3 0 0,2 2 0 31,4-2-464-31,-2 0-144 0,0 0-32 0,-1 0 0 0,1 1 0 0,-2-3 0 0,-3 0 0 16,0 2 0-16,-9 7 496 0,10-8 144 0,0-1 0 0,2 2 0 0,-12 7 448 0,11-8 208 15,-11 8 48-15,12-9 0 0,-2 2 208 0,1 2 48 16,-11 5 16-16,13-5 0 15,-1-4-272-15,-1 4-64 0,-1 0-16 0,-10 5 0 16,16 0-240-16,-3 3-32 0,1 1-16 0,2 1 0 16,-1 2-336-16,-1 0 144 0,-2 1-144 0,0-1 0 0,-12-7-128 0,12 10-144 0,-12-10-32 0,11 11-9440 31,-11-11-1904-31</inkml:trace>
  <inkml:trace contextRef="#ctx0" brushRef="#br0" timeOffset="123544.4092">11213 7857 6447 0,'0'0'576'0,"0"0"-576"15,6-14 0-15,-6 14 0 0,0 0 2832 0,13-2 464 0,1 2 96 0,0 4 0 16,0-1-2992-16,1 6-592 16,1 1-128-16,1 2-32 0</inkml:trace>
  <inkml:trace contextRef="#ctx0" brushRef="#br0" timeOffset="124040.5652">11633 8093 21183 0,'0'0'1888'15,"0"0"-1504"-15,0 0-384 0,0 0 0 16,14-12 1744-16,-1 4 288 0,1 2 48 0,0-1 16 16,0 1-1248-16,-2 0-240 0,-12 6-48 0,16-5-16 0,-3-2-384 0,3 2-160 15,1 3 128-15,0-1-128 0,-1 0 128 0,-1-1-128 0,-1 1 128 0,2-1-128 16,-1 2 0-16,-1 1 0 15,-14 1 0-15,14-4 0 0,-14 4 0 0,0 0 0 0,0 0 0 0,0 0 0 16,0 0-144-16,0 0 144 0,0 0 0 0,0 0 0 16,0 0 0-16,0 0 0 15,-10-10 0-15,-3 5 0 0,0 3 0 0,-3 0-128 16,-3 4 128-16,2 1 0 0,0-1 0 0,-1 2-128 0,1-1 128 0,0 2 0 16,0-1 0-16,1 1 0 15,2 0 0-15,14-5 0 0,-12 9 0 0,12-9 0 16,0 0 0-16,0 0 0 0,0 0-128 0,2 15 128 0,-2-15 0 0,10 16 0 0,4-4 0 0,2-2 0 31,1-1 0-31,2-2 0 0,2 0 0 0,1-4 0 16,2 1 0-16,-1-1 0 0,-3-1-128 0,-1-1 128 0,-3-2 0 0,1-1 0 0,-1 0-352 0,1-1 32 31,-2-1 16-31,1 3 0 0,-2 1-64 0,0-4-16 0,-2-1 0 0,-2-2 0 16,-10 7 192-16,10-10 48 0,-1 1 0 0,-9 9 0 0,7-15 144 0,-2 2 0 15,-5 13 0-15,4-12-128 16,-4 12 128-16,3-13 224 0,-3 13-48 0,0 0-16 15,7-12 528-15,-7 12 96 0,10-13 32 0,2 5 0 0,0 1-128 0,2 2-32 16,2 1 0-16,1 6 0 0,0 3-64 0,2 4-16 0,-2-1 0 16,1 3 0-16,-1-3-240 15,-1 6-48-15,-3 3-16 0,1 4 0 0,-3 2-272 0,-6 3 0 0,-5 1-176 0,-5 1-15824 16</inkml:trace>
  <inkml:trace contextRef="#ctx0" brushRef="#br0" timeOffset="125237.2029">13321 8043 19343 0,'0'0'848'0,"0"0"192"0,0 0-832 0,0 0-208 0,12-7 0 0,2 0 0 15,1 1 1456-15,1 0 240 0,1 1 48 0,2 0 16 16,3 2-1104-16,3-1-208 0,1 2-64 0,1 1 0 0,2-1-256 0,4 2-128 16,2 2 0-16,-1 1 128 15,-1 1-128-15,2 1 0 0,1-2 0 0,-2-1 0 0,-1-2-304 16,-5 2 16-16,-4 1 0 0,-2-1 0 15,-3 0-208-15,-3-1-32 0,-16-1-16 0,15 0 0 0,-15 0 352 0,0 0 64 0,0 0 128 0,0 0-208 16,0 0 208-16,0 0 0 0,0 0 0 0,0 0 0 16,0 0 160-16,0 0 80 0,0 0 16 0,0 0 0 15,0 0-48-15,0 0 0 0,0 0 0 0,0 0 0 0,-8 9 112 0,8-9 32 16,0 0 0-16,0 0 0 0,-9 8-128 0,9-8-32 31,0 0 0-31,0 0 0 0,0 0 160 0,0 0 32 16,0 0 0-16,-2 18 0 0,2-18-64 0,2 17 0 15,-2-17 0-15,0 0 0 0,14 16-48 0,-2-3-16 16,-2-1 0-16,4-1 0 0,0-6-16 0,0 2-16 16,0-2 0-16,1-1 0 0,-1-3-64 0,0 1-16 0,0 0 0 0,-1-2 0 0,1-2-144 0,0-1 160 31,-2-4-160-31,2 3 160 0,0 2-160 0,0-1 0 0,-4-7 144 0,0 3-144 16,-10 7 0-16,14-9 0 0,-5-3 0 0,-2 2 128 15,-7 10-128-15,5-14 0 0,-2 2 128 0,-3 12-128 0,-1-12 0 0,1 12 128 31,-11-9-128-31,-3 2 0 0,-5 2 0 0,-5 5 0 0,-3 3 0 0,-8 3 0 32,-6 0-1232-32,-9 1-176 0,-13 2-16 0</inkml:trace>
  <inkml:trace contextRef="#ctx0" brushRef="#br0" timeOffset="124750.1671">13333 7812 21183 0,'0'0'944'0,"0"0"192"0,0 0-912 0,10 14-224 16,1 3 0-16,1 0 0 0,2-1 1552 0,-2 1 272 0,0-1 48 15,0 3 16-15,2 0-592 0,-1 0-112 0,3-2-32 0,-1 2 0 16,1-4-352-16,1 6-80 0,0-2-16 0,1 3 0 15,-1 1-432-15,2-2-80 0,0-1-32 0,2-1 0 16,-2-5-160-16,0 3-176 0,-2 1 48 0,-3-5-10240 31,-4-2-2048-31</inkml:trace>
  <inkml:trace contextRef="#ctx0" brushRef="#br0" timeOffset="127081.897">15325 8409 24415 0,'0'0'1088'0,"-11"-3"208"0,11 3-1040 0,-12-4-256 16,2 1 0-16,10 3 0 0,0 0 1376 0,0 0 224 15,0 0 32-15,0 0 16 0,0 0-240 0,8-5-64 0,-8 5 0 0,21 0 0 16,3 0-656-16,4 3-144 0,3 0-32 0,4 3 0 16,3-1-224-16,5 5-48 0,3 4-16 0,4 2 0 15,2 3-224-15,0 5 0 16,0 5 0-16,-4 0-11168 15,-1 1-2272-15</inkml:trace>
  <inkml:trace contextRef="#ctx0" brushRef="#br0" timeOffset="126456.4344">15670 7753 22911 0,'0'0'1024'0,"0"0"192"0,-7-7-960 15,7 7-256-15,0 0 0 0,-7-8 0 0,7 8 1584 0,-5-9 272 16,1 0 48-16,4 9 16 0,-1-10-256 0,1 10-32 0,0 0-16 0,0 0 0 0,0 0-704 0,0 0-144 16,0 0-16-16,-9 14-16 15,-3 1-512-15,3 4-96 16,1 0-128-16,-3 2 176 0,-1 0-176 0,0-2 0 16,2-2 0-16,-2 0 0 0,0 1 0 0,1-3 0 0,3-1 0 0,1 0 0 15,0 1 0-15,2-1 0 0,5-14 0 0,0 0 0 0,-4 14 0 0,4-14 0 31,0 15 0-31,0-15-176 0,7 16 176 0,-7-16 0 0,9 17 0 0,1-3 0 16,-10-14 0-16,17 12 0 0,-1 0 0 0,3 0 0 0,2-3 0 0,1 3 0 16,2 0 0-16,0 0 0 15,1-1-288-15,0-1-32 0,0 2 0 0,-1-2-10864 16,-4 1-2176-16</inkml:trace>
  <inkml:trace contextRef="#ctx0" brushRef="#br0" timeOffset="130009.7959">17895 8059 14735 0,'0'0'1312'0,"-14"-4"-1056"0,0 1-256 0,-2-2 0 0,1-2 2896 0,-1 2 528 16,-1-1 96-16,0 5 32 0,0 1-2000 0,1 3-400 15,1 4-64-15,-1-2-32 0,-1 2-400 0,1 0-80 16,2 0 0-16,4 0-16 0,10-7-160 0,-9 12-16 0,4 2-16 0,5-14 0 16,0 0-240-16,5 17-128 15,2-1 160-15,4-3-160 0,-1-2 0 0,4-3 128 0,1-3-128 0,3 1 0 16,-1-3 0-16,2-1 0 0,0 0-192 0,0-2 192 16,2 0-320-16,1 0 64 0,0 1 0 0,1-1 0 15,-4-1-96-15,0-3-16 0,-2-3 0 0,-3 0 0 16,-5-1-64-16,-1-1-16 15,1-1 0-15,-2-1 0 0,-4-1 128 0,-3 12 0 16,0-12 16-16,0 12 0 0,0-12 304 0,0 12-160 16,-5-9 160-16,5 9-128 0,0 0 128 0,0 0 0 0,0 0 128 0,0 0-128 15,0 0 160-15,0 0-32 16,10 19-128-16,4 0 192 0,3 0-192 0,2 4 0 0,2-1 0 0,2 4 0 16,2 0 0-16,1 0 0 0,0 0 0 0,0-2 0 15,0-5 128-15,0 0-128 0,-2 0 0 0,-2-7 0 16,-1-5 144-16,-4-2-144 0,-1-1 128 0,-16-4-128 15,14-4 144-15,-14 4-144 0,8-12 160 0,-1-3-160 0,-3-3 208 0,-6-1-48 0,-1 2-16 0,-3-5 0 32,0-6-144-32,-3 0 0 0,0 2 144 0,-1 1-144 0,-2-3 0 0,1 6 144 15,3 4-144-15,1 3 0 16,0-1 320-16,4 2-64 0,1 2 0 0,2 12 0 16,0 0 128-16,7-10 32 0,3 3 0 0,4 4 0 0,1 1-160 0,4 4-48 15,6 1 0-15,2 2 0 0,4 2-48 0,4 2-16 16,-1-1 0-16,3 4 0 15,1 4-144-15,0 1 0 0,-1 2 144 0,1-1-144 0,-1-5 0 16,-3 1 0-16,-4 3 0 0,-3 1 0 16,1 1-432-16,-2-2-144 0,-4-3-48 0,-3 1 0 0,-2-3-2400 0,-3-1-496 15</inkml:trace>
  <inkml:trace contextRef="#ctx0" brushRef="#br0" timeOffset="130396.4604">18984 8205 17279 0,'0'0'768'0,"0"0"144"0,0-15-720 15,3 3-192-15,1 1 0 0,-4 11 0 0,5-12 2112 0,2 4 400 16,-7 8 80-16,0 0 16 0,13-4-928 0,1 3-176 16,2 4-32-16,1 1-16 0,2 1-432 0,0 2-64 15,2-1-32-15,-2 1 0 0,0-1-448 0,0 2-96 16,-2 3 0-16,2-1-16 0,-2 0-368 0,-1 1 144 16,-6-1-144-16,-1 0 0 0,-9-10 0 0,0 0 0 15,0 0 0-15,0 0 0 0,0 0 0 0,0 0 0 0,0 0-160 0,0 0 160 16,0 0-336-16,0 0 48 0,0 0 16 0,-12 0 0 15,12 0-48-15,-12-5-16 0,12 5 0 0,-9-10 0 16,2-2 96-16,7 12 32 0,-3-12 0 0,3 12 0 16,1-11 208-16,-1 11 0 0,0 0 0 0,0 0-144 0,0 0 144 0,14-7 0 15,-14 7 0-15,16-5-128 0,-1 0 128 0,-1 5 0 16,0 2 0-16,1 1 0 16,3 1 0-16,-1 1 0 0,0 2 0 0,2 1 128 0,4-1-128 0,2 2 0 15,3 0-128-15,1-1 128 16,-1 1 0-16,0-2 0 0,-2-2 0 0,-1-2 128 0,-2 1-128 0,-2-4 0 15,-1 0 0-15,-1-2-128 0,-3 0 128 0,-2 1 128 16,-14 1-128-16,0 0 176 0,0 0 304 0,0 0 64 16,0 0 16-16,0 0 0 0,0 0-240 0,0 0-64 0,0 0 0 0,0 0 0 31,0 0-1696-31,0 0-352 0</inkml:trace>
  <inkml:trace contextRef="#ctx0" brushRef="#br0" timeOffset="129471.7053">16887 7826 27583 0,'0'0'1216'0,"-11"-4"256"0,11 4-1168 0,0 0-304 0,-10-7 0 0,10 7 0 15,0 0 624-15,0 0 64 0,0 0 16 0,3 21 0 16,4 0 128-16,2 1 48 0,3 2 0 0,4 2 0 16,1 0-112-16,2 4-32 0,3-1 0 0,4 5 0 0,5 3-320 0,2 2-64 0,0 6-16 0,1 5 0 15,3 9-208-15,0 5-128 16,1 3 160-16,0-1-160 0,-1-4 128 0,-6-5-128 16,-4-7 0-16,-1-5 144 0,-2-6-144 0,-3-1 0 0,-4-3 0 0,1-6 0 0,-3-5 0 0,1 1 0 15,-2-1 0-15,-1-4 0 16,1-1 0-16,-2-6 0 15,0-5 128-15,-12-8-128 0,18 5 0 0,-3-5 0 0,1-5 144 0,-3-3-144 16,1-5 160-16,0 1-32 0,0-1-128 0,-2-3 192 16,-5-5-192-16,1 1 0 0,-1-1 0 0,-1-2 0 15,-3 1 0-15,-3 1-240 16,0-1 48-16,-2 1 16 0,-3 0-176 0,-2 1-32 16,-5-1-16-16,-2 0 0 0,-1 1 80 0,-2 1 0 0,-4-2 16 0,-3 4 0 0,-4 1 144 0,0 2 32 31,-3-3 0-31,-1-2 0 0,-5-2 128 0,-2 2 0 0,-6 0-144 0,2 0 144 15,1-1 0-15,1 1 0 0,-1 3 0 0,1 1 0 16,1 1 0-16,2 3 0 0,4 3 0 0,1 1 0 0,4-3 0 16,3 3 0-16,2 0 0 0,5 2 0 15,5-1 0-15,5 1 0 0,9 5 0 0,0 0 0 16,4-8 128-16,6-1-128 16,7 2 0-16,6 0 128 0,4 0-128 0,9 0 0 15,6 0 0-15,10 1-176 0,6 0-32 0,10 3-16 0,6 1 0 0,0 0 0 31,-1-1-544-31,-8-2-128 0,-8-2 0 0,-3-2-16 0,-3-1-2576 0,-2 1-512 0</inkml:trace>
  <inkml:trace contextRef="#ctx0" brushRef="#br0" timeOffset="133725.2853">-3792 9426 12895 0,'-9'-5'1152'0,"1"-2"-928"16,8 7-224-16,-9-11 0 0,2 3 3072 0,0-3 560 0,2-1 112 0,5 12 32 16,0 0-2224-16,0 0-432 0,-2-10-96 0,2 10 0 0,0 0-192 0,0 0-48 31,0 0 0-31,14 3 0 0,2 4-336 0,1 0-80 0,4 2-16 0,1 1 0 16,2 2-96-16,4 4-32 0,5 3 0 0,3-2 0 15,2 4-224-15,5 3 128 0,0 2-128 0,6 0 0 16,1 1 0-16,0 4 0 0,-2 0 0 0,-3 2 0 15,-2 0-1664-15,-3 0-384 0,-6-2-80 0,-3-5-11344 16</inkml:trace>
  <inkml:trace contextRef="#ctx0" brushRef="#br0" timeOffset="133509.9297">-3350 9319 20383 0,'0'0'896'0,"0"-12"192"0,0 1-864 0,0 11-224 0,0-10 0 0,0 10 0 15,-2-14 1536-15,2 5 272 16,0 9 48-16,0 0 16 0,0 0-528 0,-10 2-96 16,-2 5-32-16,-2 5 0 0,-3 5-640 0,-1 1-128 0,-1 2-16 0,0 3-16 15,2-2 0-15,0 1 0 16,-2 0 0-16,3-1 0 0,3 0-224 0,-1-2-32 15,2 2-16-15,1-1 0 0,3-1-144 0,1 0 0 16,0-3 0-16,2-2 128 0,-1 3-128 0,3 0-256 16,-2-1 64-16,5-16 16 15,-4 15-2960-15,4-15-608 0</inkml:trace>
  <inkml:trace contextRef="#ctx0" brushRef="#br0" timeOffset="133937.5833">-2858 9586 27695 0,'0'0'1216'0,"0"0"272"0,-9-3-1184 0,9 3-304 16,0 0 0-16,0 0 0 0,0 0 640 0,0 0 80 16,0 0 16-16,5 19 0 0,2-2 32 0,2 0 0 15,-2 1 0-15,3-1 0 0,2 0-368 0,2 0-64 16,-2 2-16-16,2 0 0 0,0 0-192 0,3 4-128 0,0-3 128 0,2 5-128 31,2 2-1312-31,0-4-336 0,-1-4-64 0,1-7-16 0</inkml:trace>
  <inkml:trace contextRef="#ctx0" brushRef="#br0" timeOffset="134146.2327">-2404 9591 8287 0,'0'0'368'0,"-4"-12"80"0,1-1-448 0,-1-1 0 0,3 0 0 0,4 5 0 16,-3 9 4672-16,10-10 832 0,4-2 192 0,3 1 16 15,1 1-3952-15,2 0-800 0,5 1-144 0,0 1-48 16,5-1-384-16,3 2-96 0,1 0-16 0,4 0 0 16,4 0-272-16,-1 4 160 0,-3 1-160 0,2 2 128 15,-1 0-128-15,-2 4 0 0,-5 1 0 0,-4 0-9808 16,-7 0-1840-16</inkml:trace>
  <inkml:trace contextRef="#ctx0" brushRef="#br0" timeOffset="134394.488">-2303 9324 17503 0,'0'0'768'0,"-5"-10"176"0,2-1-752 0,3 11-192 15,0 0 0-15,0 0 0 0,0 0 2976 0,15 0 560 0,1 4 112 0,-16-4 32 16,17 8-2160-16,0 6-432 15,-1 2-96-15,3-3-16 0,0-2-224 0,2 3-48 16,-1 1-16-16,5 1 0 0,-3-3-400 0,2 5-80 16,-3-1-16-16,1 2 0 0,2 0-192 0,1 0-128 0,-1 2 128 0,0 1-11136 15,-2-1-2096-15</inkml:trace>
  <inkml:trace contextRef="#ctx0" brushRef="#br0" timeOffset="134813.015">-1424 9355 21183 0,'2'-22'944'0,"1"11"192"0,2 3-912 0,4 1-224 16,3 0 0-16,4 5 0 0,3 4 2080 0,3 1 368 0,2 2 80 0,4-1 16 15,1 1-1424-15,2 4-288 16,-1 3-48-16,-1-2-16 0,0 0-512 0,2 2-96 0,0 2-32 0,-1 0 0 16,-3 2-128-16,-1-1-176 0,-3-3 48 0,-4 2-14672 15</inkml:trace>
  <inkml:trace contextRef="#ctx0" brushRef="#br0" timeOffset="134632.8954">-956 9205 28559 0,'-5'-30'2544'0,"3"17"-2032"0,-2 4-512 0,4 9 0 16,0 0 880-16,0 0 80 0,0 0 0 0,2 16 16 0,-2 3-800 0,-3 1-176 31,-3 3 0-31,-2 1 0 0,-4 2 0 0,-4 0 0 15,-1-4 0-15,0 2 0 0,-1-1 0 0,3-4 0 16,1 0 0-16,2-4 0 0,-2 2 0 0,4-1 0 16,0-2 0-16,-3 0 0 15,-2-1-1344-15,-1 1-368 0,1-3-80 0</inkml:trace>
  <inkml:trace contextRef="#ctx0" brushRef="#br0" timeOffset="135145.533">-613 9476 6447 0,'0'0'576'0,"0"0"-576"0,4-14 0 0,1 2 0 15,-5 12 5200-15,8-9 944 0,3 1 176 0,3 1 32 16,1 2-4144-16,2 1-832 0,1 2-160 0,1 2-48 0,-2 0-640 0,0 2-128 0,0 2-16 0,1-1-16 0,-1 0-368 15,2 1 0 1,0 1 0-16,0 0 128 0,0 0-128 0,-2 2 0 16,-1-1 0-16,-16-6 0 0,14 12 0 0,-4 0 128 0,-10-12-128 0,7 15 128 0,-7-15 64 0,0 16 32 31,-4-1 0-31,-1-1 0 0,-3-4 0 0,-3 1 0 16,-3-1 0-16,-3 2 0 0,2 2-224 0,1 2 128 15,0-3-128-15,2-1 0 0,0-1 160 0,3-1-160 16,9-10 160-16,0 0-160 0,-3 14 0 0,3-14 0 0,0 0 0 0,0 0 0 0,10 10 0 0,4-3 0 31,3-3 0-31,6-4 0 0,2-2 0 0,5-1 0 0,-1-3 0 0,2 1 0 16,2 0-144-16,2-2-80 0,1 0-16 0,2 0 0 15,1-1-1936-15,3-1-384 16,1 0-64-16,0-1-32 0</inkml:trace>
  <inkml:trace contextRef="#ctx0" brushRef="#br0" timeOffset="136439.7184">658 9132 7359 0,'0'0'320'0,"0"0"80"0,0 0-400 0,0 0 0 15,0 0 0-15,0 0 0 0,0 0 3776 0,0 0 656 16,0 0 144-16,0 0 32 0,0 0-3312 0,12-5-656 15,1 2-128-15,3 3-16 0,1 1-80 0,2 5-16 16,2-1 0-16,0 3 0 0,1 3-16 0,2 3-16 0,-1-1 0 0,1 1 0 16,0 0-64-16,0 0-16 15,-1-2 0-15,-3 0 0 0,-1-2 96 0,-1 2 0 0,-1-1 16 0,-2-1 0 16,1-1-48-16,-1-1-16 16,1-1 0-16,-1 0 0 0,-1-2-80 0,0 1-32 0,-14-6 0 0,16 6 0 0,-16-6-80 0,15 6-16 0,-15-6 0 0,0 0 0 31,14 6-128-31,-14-6 160 0,0 0-160 0,0 0 160 15,0 0-160-15,0 0 0 0,-5 14 0 0,-4-3 0 16,-6-1 192-16,-3 0-64 0,-4 1 0 0,-1-3 0 16,1 3-128-16,-2 1 0 0,-4 0 144 0,1 2-144 15,-4 1 0-15,1 2 128 0,3-1-128 0,1 1 0 16,2 2 0-16,3 0 0 0,2 0 0 0,3 2 0 16,4 3 0-16,5 0-128 0,2 0 0 0,5 1 0 15,5 0-1792 1,6 0-368-16,3-3-64 0</inkml:trace>
  <inkml:trace contextRef="#ctx0" brushRef="#br0" timeOffset="136656.8284">1546 9597 29087 0,'0'0'1280'0,"-12"-6"272"0,-2 1-1232 0,2 4-320 16,0 1 0-16,0 3 0 0,0-1 400 0,-2 3 32 15,-3 3 0-15,-4 5 0 0,-3 2-432 0,-2 2 0 16,-1 1 0-16,-1 1 0 0,0 0 0 0,3 1 0 0,-1 1 0 0,3 0 0 16,4-2 0-16,0 1 0 15,0 1 0-15,5 3 0 0,8 0-256 0,0-3-16 16,1-5-16-16,2-2-12992 0</inkml:trace>
  <inkml:trace contextRef="#ctx0" brushRef="#br0" timeOffset="137096.055">1873 9036 21599 0,'0'0'960'0,"0"0"192"0,0 0-928 0,0 0-224 0,10-9 0 0,-10 9 0 16,12-5 640-16,-12 5 96 0,14-2 16 0,-14 2 0 0,15 5 144 0,-1 2 48 0,-2 2 0 0,0 1 0 15,-1-1 16-15,-1 5 0 0,-1 1 0 0,-2 2 0 0,-1 2-272 0,0 0-48 16,-5 2-16-16,-1 0 0 0,-1-6-224 0,-1 1-32 31,-2-2-16-31,-1-1 0 0,0 1-32 0,0 0-16 0,0 0 0 0,-2 0 0 16,-3 1-112-16,1-1-32 15,0 0 0-15,1-2 0 0,-3-2-160 0,3 2 160 16,-1 0-160-16,0 1 160 0,1-1-160 0,-1 1 0 0,0-2 0 0,3 1 128 0,6-12-128 0,-11 14 0 31,3-1 0-31,8-13 0 0,-4 16 0 0,4-16 0 0,0 0 0 0,0 0 0 16,0 0 0-16,16 12 0 0,-1-5 0 0,4-7 0 16,4-2 128-16,3-1-128 0,1-2 0 0,8-2 128 15,3 0-128-15,3-4 0 0,0-1 144 0,6 2-144 16,3 0 0-16,2 3 0 15,1 2 0-15,1 1 128 16,-1 2-1824-16,-4 1-352 0</inkml:trace>
  <inkml:trace contextRef="#ctx0" brushRef="#br0" timeOffset="139076.9409">3899 9445 5519 0,'0'0'496'0,"0"0"-496"0,0 0 0 0,19-4 0 15,2-1 3968-15,1-2 688 16,0-3 144-16,3-1 16 0,2 1-3456 0,3 0-688 0,1-1-144 0,3 1-16 0,4-2 64 0,2 3 0 16,-1 2 16-16,-1 6 0 0,0 2-384 0,-1 5-80 15,-3 0 0-15,-1 0-8144 16,-2-1-1632-16</inkml:trace>
  <inkml:trace contextRef="#ctx0" brushRef="#br0" timeOffset="139270.5595">4125 9505 13823 0,'-12'5'1216'0,"0"-1"-960"15,0-1-256-15,12-3 0 0,-11 7 1536 0,11-7 256 16,0 0 48-16,0 0 16 0,0 0-848 0,0 0-176 15,0 0-16-15,0 0-16 0,18-2 0 0,2 1 0 16,6-3 0-16,7-1 0 0,5-4-288 0,7-1-64 0,5-2-16 0,9 3 0 16,8 2-240-16,0 2-64 15,2-2 0-15,-5 0 0 0,-5 1-320 0,-6 0-80 0,-4-2-16 16</inkml:trace>
  <inkml:trace contextRef="#ctx0" brushRef="#br0" timeOffset="139599.5829">4441 8972 22463 0,'0'0'992'0,"0"0"208"0,0 0-960 0,10-9-240 0,-1 2 0 0,5 4 0 15,1 1 960-15,4 4 128 0,0 1 48 0,4 4 0 16,-1 2-320-16,6-1-64 0,3 4-16 0,1 4 0 16,0 1 48-16,2 6 16 0,2 1 0 0,-1 4 0 15,-1 4-208-15,1-1-32 0,-1 0-16 0,1 2 0 0,-2 0-192 0,-2 0-32 16,-4-2-16-16,-1-4 0 0,-2-1 0 0,-5-1 0 16,-1-3 0-16,-5 0 0 0,-4 1-176 0,-4-2-128 15,-5-4 192-15,-5 2-192 0,-5-2 128 0,-6 4-128 16,-6 1 0-16,-4 2 0 0,-7 4 0 0,-3 1-352 15,-4 1 48-15,0 2-10384 16,1 5-2096-16</inkml:trace>
  <inkml:trace contextRef="#ctx0" brushRef="#br0" timeOffset="142786.0104">9403 9360 4607 0,'0'0'192'0,"0"0"64"0,0 0-256 0,0 0 0 0,-10-7 0 0,10 7 0 15,0 0 3936-15,-7-10 736 16,1-2 160-16,5 0 32 0,2 3-2432 0,3 0-464 15,-4 9-112-15,7-6 0 0,1-1-544 0,6 1-96 0,2 0-32 0,8-1 0 16,5 3-672-16,4 1-144 0,0-1-32 0,1 3 0 0,3-1-208 0,-1 0-128 16,-2-3 160-16,1 1-160 15,-1 3 128-15,1 1-128 16,-4 3 0-16,0 4 0 16,2 3-1968-16,-2 1-480 0</inkml:trace>
  <inkml:trace contextRef="#ctx0" brushRef="#br0" timeOffset="143268.5054">10166 9179 9215 0,'-9'-24'400'0,"4"8"96"0,-4-1-496 0,4 0 0 0,0 3 0 0,2 4 0 16,1 1 5056-16,2 9 896 0,0 0 192 0,0 0 48 15,0 0-3792-15,0 0-752 0,17 9-160 0,2 1-16 0,2 2-672 0,6 5-128 16,6 6-32-16,3 3 0 0,2-1-144 0,4 1-48 15,3-2 0-15,3-1 0 0,0-4-288 0,2 2-160 32,0-1 160-32,1-1-160 15,0-1-784-15,-1 2-256 0,-1 4-48 0,-1-3-10384 16,2-4-2080-16</inkml:trace>
  <inkml:trace contextRef="#ctx0" brushRef="#br0" timeOffset="143078.9724">10687 9105 24879 0,'-3'-26'1088'0,"1"12"256"0,0 2-1088 0,0 2-256 0,2 10 0 0,0 0 0 16,0 0 2480-16,0 0 432 0,0 0 96 0,0 0 0 0,0 0-2128 0,0 17-432 15,-5 0-96-15,-2 6-16 0,0 2 96 0,-3 1 16 16,-4 0 0-16,0 0 0 0,-1-2-224 0,1 0-32 0,0 1-16 0,-1-1 0 16,-1-2-176-16,2-1 0 0,1-2 0 0,2-4 0 31,1-1-336-31,1 0-160 0,2 0-16 0,2 0-16 0,5-14-2496 16,-5 12-496-16</inkml:trace>
  <inkml:trace contextRef="#ctx0" brushRef="#br0" timeOffset="143595.4514">11226 9446 16575 0,'0'0'736'0,"0"0"160"0,0 0-720 0,8-10-176 15,1-2 0-15,1 3 0 0,2 1 2304 0,4 1 416 0,1 2 96 0,2 1 0 16,0 1-2016-16,0 3-416 0,0-2-64 0,-2 4-32 16,-1-1 176-16,-1 3 48 15,-1 1 0-15,0 0 0 0,-14-5 128 0,14 9 16 16,-14-9 16-16,8 12 0 0,-8-12-208 0,0 0-32 15,6 17-16-15,-6-1 0 0,0-16 64 0,-6 15 16 16,-1-1 0-16,1-2 0 0,-3-1-96 0,9-11-16 16,-12 10 0-16,1-1 0 0,1-1-128 0,10-8-48 15,-12 12 0-15,3-1 0 0,9-11-80 0,0 0 0 16,0 0-128-16,0 0 192 0,0 0-192 0,0 0 0 0,0 0 0 0,11 15 0 0,-11-15 128 0,15 9-128 16,3-2 0-16,2-2 144 15,4-2-144-15,4-3 0 0,3 0 144 0,5 2-144 31,6 1-256-31,3 1-128 0,1-2-32 0,-1-1 0 16,0-2-2528-16,0-5-496 0</inkml:trace>
  <inkml:trace contextRef="#ctx0" brushRef="#br0" timeOffset="141162.6839">6745 9493 22511 0,'0'0'992'0,"0"0"224"0,0 0-976 0,0 0-240 0,0 0 0 0,0 0 0 16,0 0 1200-16,10-7 192 15,1-2 32-15,4 3 16 0,4 0-96 0,2 1 0 16,1-2-16-16,4 0 0 16,2 1-784-16,3-3-160 0,2-1-16 0,5 1-16 0,5 0-352 0,2 2 144 15,1 0-144-15,1 2 0 0,-2 4 0 0,0 4 0 0,0 2 0 0,-4 0-10096 16,-5-3-1888-16</inkml:trace>
  <inkml:trace contextRef="#ctx0" brushRef="#br0" timeOffset="141649.9659">7592 9274 17503 0,'0'0'1552'0,"4"-16"-1232"0,-1-1-320 0,2 0 0 16,2 0 2560-16,4 4 448 15,4 1 80-15,4 2 32 0,4 5-1520 0,3 0-288 16,1-1-64-16,3 6-16 0,-1 6-144 0,4-1-16 0,1 5-16 0,2 4 0 0,2 2-576 0,4 1-112 15,3 0-32-15,0 0 0 16,-2 1-208-16,-2-3-128 0,-3 1 128 0,-2-1-128 16,1-1 0-16,-3 0 144 0,-3-4-144 0,0 2 0 31,0 2-640-31,2-2-256 0,2 4-32 0,-3-3-15280 0</inkml:trace>
  <inkml:trace contextRef="#ctx0" brushRef="#br0" timeOffset="141423.0869">8324 9132 30111 0,'-7'-24'1344'0,"6"10"256"0,-1 1-1280 0,0 4-320 0,0 2 0 0,2 7 0 16,0 0 688-16,0 0 64 0,0 0 16 0,0 0 0 15,-13 5-240-15,-1 6-32 0,-2 2-16 0,1 5 0 16,-4 2-224-16,0-1-64 0,0 2 0 0,0-2 0 16,0-2-16-16,0 1-16 0,2-1 0 0,-1 0 0 0,1-1-160 15,0-1 0-15,-1-1 0 0,3 0 0 0,1 1 0 0,0-1 0 16,2 0 0-16,0 0 0 31,0-1-2432-31,0-2-432 0</inkml:trace>
  <inkml:trace contextRef="#ctx0" brushRef="#br0" timeOffset="141856.5809">8901 9424 26783 0,'0'0'1184'0,"0"0"240"0,-6-9-1136 0,6 9-288 0,0 0 0 0,0 0 0 0,0 0 1248 0,0 0 192 16,0 0 32-16,0 0 16 15,0 0-320-15,0 0-64 0,0 0-16 0,0 0 0 0,16 9-832 16,-2 1-256-16,-14-10 128 0,15 16-128 15,-3-2 0-15,-1 3 0 0,-3 2 0 0,1 2 0 16,0 5-2496-16,1-2-560 16</inkml:trace>
  <inkml:trace contextRef="#ctx0" brushRef="#br0" timeOffset="144227.7672">12358 9648 6447 0,'0'0'272'0,"3"-12"80"0,2 0-352 0,6 2 0 16,4 1 0-16,6 2 0 0,7 0 6544 0,6 4 1248 0,6 0 240 0,1-1 48 16,2 1-5888-16,2-3-1168 15,0 1-256-15,2 2-32 0,1 1-336 0,2 2-64 0,0 0-16 0,2 2 0 16,3 1-320-16,-3-3 144 0,-5 2-144 0,-4 0 0 15,-5-2-592-15,-2 3-240 0,-2 4-32 0,-6-2-10320 16,-6-1-2064-16</inkml:trace>
  <inkml:trace contextRef="#ctx0" brushRef="#br0" timeOffset="144095.964">12717 8794 27983 0,'0'0'1232'0,"0"0"272"0,0 0-1200 16,0 0-304-16,0 0 0 0,0 0 0 0,0 0 560 0,0 0 48 16,0 0 16-16,-9 9 0 0,-3-1-368 0,0 6-80 0,0 2-16 0,-2-1 0 15,-3-3 480-15,0 2 112 16,-1 3 16-16,1 4 0 0,-4 0-336 0,4-2-64 16,0-2-16-16,3 0 0 0,0 0-32 0,4 1-16 0,1-1 0 0,4-1 0 15,2-3-48-15,3-1 0 0,0-12 0 0,8 16 0 16,3-2-64-16,2-2 0 0,3-2-16 0,5-1 0 15,1-1 0-15,4-1 0 0,0-1 0 0,3-1 0 16,2 0-176-16,2 4 128 0,-2-4-128 0,4 2 128 0,-1 0-128 0,1-1 0 31,-1 5 0-31,-1-3 0 0,0 3-144 0,-4 1-112 0,-5 3-32 0,-3 1 0 32,-2 3-1952-32,-7 0-400 0,-3-4-80 0,-6-1-11168 0</inkml:trace>
  <inkml:trace contextRef="#ctx0" brushRef="#br0" timeOffset="144664.7467">13585 9308 24303 0,'0'0'1072'0,"0"0"224"0,9-13-1040 0,1 0-256 15,0 5 0-15,4 1 0 0,3-3 1792 0,4 3 288 0,1 1 64 16,6 0 16-16,5 0-896 0,0 1-176 0,1 0-48 0,1 2 0 16,-1-3-592-16,1 1-128 0,-1-2-32 0,1 2 0 15,-2 0-288-15,-4 3 0 0,0 4-128 0,-1-2-10752 16,-4-3-2160-16</inkml:trace>
  <inkml:trace contextRef="#ctx0" brushRef="#br0" timeOffset="145594.6844">14325 8867 13823 0,'0'0'608'0,"0"0"128"0,0 0-592 0,7-13-144 15,0 1 0-15,-7 12 0 16,10-8 3840-16,-10 8 720 0,13-5 160 0,-13 5 16 0,13-4-3488 0,1 2-704 16,-14 2-144-16,16 0-16 15,-1 2-16-15,1 2 0 0,-1-1 0 0,3 0 0 16,-1 3-16-16,0-1 0 0,0 2 0 0,-1 0 0 0,-2-4 64 0,-2 4 16 16,-12-7 0-16,10 14 0 0,-1 0 48 0,-1 1 16 15,-1 2 0-15,-2 1 0 0,-1-3-144 0,-2 2-32 16,-1 2 0-16,-1 2 0 0,2 0-144 0,-4 1-48 15,1 1 0-15,-1 1 0 0,-2 0-128 0,1 0 0 0,0-3 0 0,1-2 128 16,-2-2-128-16,1-3 0 16,0-2 0-16,-1-3 128 0,4-9-128 0,-5 8 0 15,5-8 0-15,-9 7 0 0,9-7 160 0,-12 5-160 0,12-5 192 16,-12 2-192-16,12-2 304 0,-12 0-48 16,12 0-16-16,-12 4 0 0,12-4-240 0,-12 3 176 0,12-3-176 0,-11 3 160 15,11-3-160-15,0 0 0 16,-10 7 0-16,10-7 0 0,-7 9 0 0,7-9 0 15,-5 12 0-15,5-12 0 0,-3 12 0 0,3-12 0 16,-4 14 0-16,4-14 0 0,0 0 0 0,0 0 0 0,0 0 0 0,-3 10 0 16,3-10 0-16,0 0 0 0,0 0 0 0,0 0 0 0,0 0 0 0,0 0 0 15,0 0 0-15,-11 7 0 16,11-7 0-16,0 0 0 0,-12 5 0 0,12-5 0 16,0 0 0-16,0 0 0 0,0 0 0 0,-7 9 0 15,7-9 0-15,0 0 0 0,0 0 0 0,0 0 0 16,0 0 0-16,-5 10 0 0,5-10 0 0,0 0 0 15,0 0 0-15,0 0 0 0,0 0 0 0,0 0 0 16,0 0 0-16,0 0 0 0,-3 14 0 0,3-14 0 0,0 0 0 0,0 0 0 16,0 0 0-16,0 0 0 0,0 0 0 15,0 0 0-15,0 0 0 0,0 0 0 0,0 0 0 0,0 0 0 16,0 0 0-16,0 0 0 0,0 0 0 0,0 0 0 16,0 0 0-16,0 0 0 0,0 0 0 0,0 0 0 15,0 0 0-15,10 9 0 0,-10-9 0 0,0 0 0 16,14 5 0-16,-14-5 0 0,0 0 0 0,14 0 0 15,-14 0 0-15,0 0 0 0,0 0 128 0,0 0-128 16,0 0 128-16,0 0-128 0,13-3 0 0,-13 3 0 0,0 0 0 16,0 0 0-16,14-4 0 0,-14 4 0 15,0 0 0-15,14-2 0 0,-14 2 0 0,0 0 0 16,14-3 0-16,-14 3 0 0,0 0 0 0,14-2 0 16,-14 2 0-16,0 0 0 0,0 0 0 0,0 0 0 15,0 0 0-15,0 0 0 0,0 0 0 0,0 0 0 16,0 0 0-16,0 0 0 0,0 0 0 0,0 0 0 15,0 0 0-15,0 0 0 0,0 0 0 0,14-2 0 16,-14 2 0-16,0 0 0 0,13-1 0 0,-13 1 0 0,18-2 0 0,-3 2 0 16,-1-2 0-16,-14 2 0 15,15 0 0-15,1 2 0 0,-2-2 0 0,0-2 0 0,-14 2 0 0,15-1 0 16,1-3 0-16,-1 2 0 0,-15 2 0 0,19-3 0 0,-2-1 0 16,2 1 0-16,0 0 0 0,4-1 0 0,3 1 0 0,0-1 0 15,1-1 0-15,3-2 0 16,-1 0-192-16,2 2-128 0,2 2-32 0,0 4 0 15,-2 6-2320-15,-2-3-464 0</inkml:trace>
  <inkml:trace contextRef="#ctx0" brushRef="#br0" timeOffset="156905.9467">-6693 10363 27647 0,'-7'-14'2448'0,"3"0"-1952"0,3 4-496 0,4 1 0 16,4 1 1280-16,3-1 144 16,6 2 48-16,3 2 0 0,2 0-1136 0,3 3-208 0,0 0-128 15,3 1 128-15,5 1-128 0,2 0 0 16,4 0 0-16,5 1 128 15,4 3-1680-15,3 1-336 0,0 2-64 0</inkml:trace>
  <inkml:trace contextRef="#ctx0" brushRef="#br0" timeOffset="157626.3321">-5951 10406 21183 0,'0'0'1888'0,"0"0"-1504"0,0 0-384 16,0 0 0-16,0 0 480 0,0 0 32 0,-2-10 0 0,2 10 0 0,0 0-80 0,5-12-16 15,-5 12 0-15,7-9 0 16,-7 9-144-16,11-9-16 0,-3 2-16 0,4 2 0 16,2 0-240-16,0 2 144 0,-14 3-144 0,17-4 128 15,2 1-128-15,-2-1 0 0,1 1 0 0,-3-1 0 16,-3-1 0-16,-12 5 0 0,16-7 0 0,-4 0 0 16,-2 0 0-16,-10 7 0 0,11-6 0 0,-11 6 0 0,8-11 0 0,-8 11 128 15,0 0-128-15,0 0 0 16,2-12 0-16,-2 12 128 0,0 0-128 0,-7-14 0 15,-2 2 0-15,1 4 0 0,-4-1 0 0,-2 2 0 16,-2 0 144-16,1 4-144 0,-2-1 160 0,1 1-160 16,2-1 0-16,-1 3 128 0,-1 1-128 0,1 1 0 0,-3 1 304 0,3 2 16 0,-1 1 0 0,1 2 0 15,-1 1 32-15,2 3 16 0,-1-1 0 0,1 4 0 16,2 0 144-16,3 5 48 16,4 5 0-16,2 0 0 0,3 0 32 0,5 2 16 0,5 0 0 0,4 0 0 15,2 1-144-15,3-1-16 16,3 0-16-16,4-2 0 0,2-5-240 0,1-3-32 15,4-4-16-15,-1-3 0 0,1-3-144 0,0 1 0 0,2 0 144 0,-1-3-144 32,2-1-288-32,1 2-128 0,-3 2-32 0,2-7 0 15,1-3-912-15,-6-1-192 0,-7-3-48 0,-3-5 0 16,-4-5 64-16,-5-2 16 0,-4-2 0 0,-2 4 0 16,-6 0 816-16,-2 1 176 0,-2-1 16 0,-1 3 16 0,-3 2 1072 0,-3 4 224 0,-2-1 32 15,0 2 16-15,1 2 432 0,-1 3 96 0,-1 2 16 0,3 4 0 16,11-4-352-16,0 0-64 0,0 0-16 0,-3 17 0 15,3 2-320-15,5 2-80 0,2 1-16 0,3 0 0 16,2 1-160-16,2-1-48 0,2-1 0 0,1 0 0 0,0-4-144 0,-1 0-48 16,-1-1 0-16,1-2 0 0,1-2 0 15,-3-2 0-15,-14-10 0 0,10 10 0 0,-10-10-144 0,0 0 0 16,0 0-160-16,0 0 160 16,0 0 0-16,0 0 0 0,0 0 0 0,0 0 0 15,0 0 176-15,0 0-32 0,-10 0 0 0,0-3 0 16,-2-1-144-16,1-4 0 0,1-6 0 0,1 0-176 0,-1 0 176 0,1-1 0 15,1-4 0-15,-1-4 0 0,0-2 0 0,1-3 0 16,-1-1 0-16,2-1 0 0,0 3 0 0,4-3 0 16,-1 3-160-16,1-1 160 0,1 0-176 0,0 4 176 0,2 0-160 15,2 7 160-15,3 3 0 16,1 2-144-16,-1-2 144 0,-5 14 0 0,8-7 0 0,-8 7-160 16,14-1 160-16,-14 1 0 0,14 1-192 0,-14-1 64 15,14 5 128-15,-14-5-208 0,15 9 208 0,-15-9 0 0,12 10 0 0,-12-10 0 16,11 18 0-16,-3-3 0 0,-8-15 0 0,6 19 0 15,-3-2 0-15,-1-1 0 0,-2 0 0 0,3-3 0 32,1 5-656-32,-3-1-48 0,-1 4 0 0,2-1-9296 0,0-1-1872 0</inkml:trace>
  <inkml:trace contextRef="#ctx0" brushRef="#br0" timeOffset="157788.7876">-5219 10624 7359 0,'0'0'320'0,"13"-14"80"0,-2 0-400 0,1-2 0 0,-2-1 0 0,1 2 0 0,-1-1 3472 16,0 4 624-16,4 2 112 0,-2 3 16 15,-12 7-2736-15,17-4-544 0,-1 3-112 0,-2 2-32 16,-14-1-640-16,15 4-160 0,-1-3 0 0,0 3-7536 16,0-2-1536-16</inkml:trace>
  <inkml:trace contextRef="#ctx0" brushRef="#br0" timeOffset="158310.8617">-4700 10273 19631 0,'0'0'864'0,"0"0"192"0,-5-8-848 0,5 8-208 16,-2-11 0-16,2 11 0 0,0 0 1440 0,4-8 240 15,-4 8 48-15,5-9 16 0,-5 9-480 0,7-7-112 16,-7 7 0-16,10-5-16 0,0 0-416 0,3-1-80 0,0 5 0 0,3 1-16 0,-2-2-432 16,1 0-64-16,-1 1-128 0,-14 1 176 15,17-2-176-15,-3 0 0 0,-14 2 0 0,0 0 0 0,0 0 0 0,0 0 0 32,0 0 0-32,0 0 0 0,0 0 0 0,0 0 0 0,0 0 0 0,0 0 0 15,0 0 0-15,0 0 128 0,-2 16-128 0,2-16 0 0,-7 13 160 0,-1 0-160 0,-2-5 192 0,-3-1-192 31,1-5 0-31,12-2 0 0,-10 7 0 0,10-7-192 16,0 0 192-16,0 0 0 0,-7 8 0 0,7-8 0 0,0 0 0 0,0 0 0 0,0 0 0 0,5 16-144 31,-5-16 144-31,12 15 0 0,0-3 0 0,1 1 0 0,-1-3 0 0,-2 0-160 16,0-1 160-16,1 1 0 0,1 1 0 0,-2-1 0 0,0 0 0 0,1 1 0 16,-1-1-128-16,1 2 128 15,-5 0 0-15,1 2 0 0,-1 2 0 0,-1-3 0 0,-2 1 0 0,-1 0 0 16,-2 0 0-16,0-2 0 0,0-2 0 0,0-10 0 31,0 0 0-31,-5 14 0 0,-4-4 0 0,0-1 0 16,-1-2 0-16,-2-2 0 0,0 0 128 0,-2-1-128 15,0-1 0-15,-1 1 0 0,-1 1 0 0,1 0 0 0,-1-2 0 0,1 3 0 16,-3 1 0-16,1 1 0 0,0-1-192 0,3 0-128 16,-1-2-16-16,1-1-16 15,3-1-1872-15,11-3-368 0,0 0-80 0</inkml:trace>
  <inkml:trace contextRef="#ctx0" brushRef="#br0" timeOffset="156372.8215">-7285 10113 12895 0,'0'0'1152'0,"-4"-9"-928"0,4 9-224 15,-5-12 0-15,0 0 2112 0,5 12 368 0,-5-14 80 0,5 14 0 16,-7-10-1472-16,7 10-320 16,-11-9-48-16,3 4-16 0,8 5-288 0,-14-2-64 0,2 0-16 0,0 2 0 0,-2 4-208 0,0-1-128 15,0 3 160-15,2 0-160 0,2 1 0 0,0 2 128 32,-2-2-128-32,12-7 0 0,-13 10 0 0,13-10 176 0,-6 12-176 0,6-12 160 15,0 0-16-15,1 21 0 0,-1-21 0 0,9 22 0 16,1-8 0-16,4 0 0 0,0-4 0 0,3 1 0 15,0 1-144-15,2-2 0 0,2 1 0 0,3-3 0 0,4 4 0 0,1 0 0 16,2-1 0-16,0 1 128 0,-1 0-128 0,-1 2 0 16,-1 3 0-16,-2-2 128 0,-4 1-128 0,-3 1 0 15,-5 1 0-15,-4-1 0 0,-3 0 240 0,-4 0 16 16,-3-1 0-16,-3 1 0 16,-6 2 192-16,-4 0 32 0,-5-2 16 0,-6-1 0 15,-5-2-144-15,-6-1-32 0,-4 1 0 0,-3 0 0 0,-1 0-64 0,-4 1-32 0,-1-2 0 16,-4-3 0-1,-5-2-80-15,-3-1-16 0,1-1 0 0,4 0 0 0,5-2-128 0,5-1 0 16,4-1 0-16,6 2 0 16,4-4-2000-16,10-2-496 0</inkml:trace>
  <inkml:trace contextRef="#ctx0" brushRef="#br0" timeOffset="156660.9711">-6897 10044 23727 0,'2'-18'1040'0,"-2"18"240"0,0-15-1024 15,0 1-256-15,1 2 0 0,-1 12 0 0,6-9 1296 0,-6 9 224 0,0 0 32 0,0 0 16 0,17 11-832 0,-2 4-160 16,1 6-48-16,-2 3 0 15,-2 0 240-15,3 2 32 0,1-2 16 0,3 4 0 16,3-2-80-16,1 1-16 0,-4-1 0 0,3-2 0 16,1 1-288-16,-3-1-64 0,-1-2-16 0,0 4 0 15,-1 0-352-15,-1-2 128 0,-2-1-128 0,1 2 0 32,-1 5-1232-32,-1-1-320 0,-2-1-64 0</inkml:trace>
  <inkml:trace contextRef="#ctx0" brushRef="#br0" timeOffset="158591.1629">-3930 10368 6447 0,'0'0'272'0,"0"0"80"0,-2-12-352 0,2 12 0 0,-2-14 0 0,6 2 0 16,-1 2 5232-16,-3 10 976 0,0 0 192 0,0 0 32 15,12-5-4576-15,-12 5-896 0,0 0-192 0,16 3-48 16,-2 4-576-16,-2 2-144 0,-2 1 0 0,-1 4 0 31,-1 0-1056-31,-1 1-240 0,-1 2-48 0,-3 1-16 0</inkml:trace>
  <inkml:trace contextRef="#ctx0" brushRef="#br0" timeOffset="158742.7675">-3875 10763 24303 0,'0'0'1072'0,"0"0"224"0,0-15-1040 0,4 3-256 15,3 1 0-15,1 3 0 0,1-1 752 0,3 4 80 16,-12 5 32-16,17 0 0 0,-3 0-864 0,0 0-240 16,0-2-16-16</inkml:trace>
  <inkml:trace contextRef="#ctx0" brushRef="#br0" timeOffset="161792.1184">-896 10466 12895 0,'0'0'1152'0,"-7"-13"-928"0,-1 1-224 0,1 1 0 15,0 3 1568-15,-2-1 272 0,-1-1 48 0,-2-1 16 0,-2 4-1008 0,-2 2-208 16,-1 0-48-16,-4 2 0 0,-3-1-256 0,-2 2-48 15,-1 1-16-15,-3 1 0 0,3 0-96 0,-1 0-32 16,1 0 0-16,4 1 0 16,4-1-48-16,4 4-16 0,-1-1 0 0,4 2 0 0,12-5-128 0,0 0 0 15,-9 9 0-15,9-9 0 0,-3 14 0 0,3-14 0 16,5 15 0-16,4-1 0 0,-1 0 0 0,8 0 0 16,3 0 0-16,3-1 0 0,2 0 0 0,1 0 0 0,-1 1-192 0,2 2 192 31,1-1 0-31,-3 1 0 0,-1-2 0 0,-1-1 0 0,-1 1 0 0,-2 0 0 15,-2-2 0-15,1 2 0 0,-3 0 272 0,-1 1-16 16,0-3-16-16,-2 2 0 0,-2 0-48 0,1 0 0 16,-3 0 0-16,-1-1 0 0,-7-13-192 0,5 16 0 0,-1-1 128 0,-1-1-128 15,1 0 0-15,-4-14 0 16,0 0 0-16,3 16 0 16,-3-16-1472-16,0 0-400 0</inkml:trace>
  <inkml:trace contextRef="#ctx0" brushRef="#br0" timeOffset="162192.0605">-701 10363 2751 0,'0'0'256'0,"0"0"-256"0,0 0 0 0,0 0 0 0,0 0 3968 0,0 0 736 16,14 10 160-16,-2 2 16 0,0 2-3552 0,0 3-720 15,0 2-144-15,2 4-16 0,0 1 96 0,0 0 32 16,3 2 0-16,0-2 0 15,6-1-96-15,-1-3-16 0,1-1 0 0,-3-1 0 16,-1-3-48-16,0-1-16 0,-1-4 0 0,-1 2 0 16,-3-1-400-16,1-3 0 0,-1-1 0 0,-2-2 0 15,-12-5 144-15,0 0 0 0,16 2 0 0,-16-2 0 0,0 0-144 16,0 0 0-16,0 0 0 0,13-5 0 0,-13 5 0 0,12-7 0 0,-12 7 0 0,9-14 128 31,-9 14-128-31,9-15 0 0,-4-1 0 0,0 2 128 16,0-1-128-16,-1-2 0 0,-1-1 0 0,1 3 0 15,-1-1 0-15,0 2 0 0,1 2 0 0,-4 12 0 0,3-10 144 0,-3 10 0 16,7-10 0-16,-7 10 0 0,0 0 464 0,0 0 96 0,18 3 0 0,-1 4 16 16,-2 2-304-16,3 1-64 15,-1 0-16-15,0 1 0 0,-1-1-192 0,1 2-144 16,2 0 192-16,0 0-192 0,2 0 0 0,-1 2 0 0,1 0 0 0,0 2 0 31,-1-1-704-31,1 1-192 0,2-4-32 0,-3-2-8112 0,1-1-1632 0</inkml:trace>
  <inkml:trace contextRef="#ctx0" brushRef="#br0" timeOffset="162744.7221">475 10624 13823 0,'0'0'1216'0,"0"0"-960"0,-16-7-256 0,2 0 0 16,4-2 2176-16,-4 2 400 0,-3 2 80 0,0 2 16 15,-1 1-1712-15,1 0-320 0,-2-1-80 0,0-1-16 16,0 1-160-16,2 1-16 0,0 2-16 0,-1 2 0 0,1-1-176 0,3 3-48 15,2-1 0-15,12-3 0 0,-9 9-128 0,9-9 0 16,-8 9 0-16,8-9 128 16,-5 12-128-16,5-12 0 0,0 14 0 0,3-1 0 0,-3-13 0 0,7 18 0 15,2-5 0-15,1-2 0 16,2-4-160-16,2 0-64 0,0-1-16 0,0 0 0 16,-1-3-112-16,1-1-32 0,2 0 0 0,-1 1 0 0,2-1 144 0,-1-1 32 15,-2-2 0-15,-14 1 0 0,15 1 208 0,-1 1-144 0,-14-2 144 0,14 0-128 16,-14 0 128-16,14 0 0 15,-14 0 0-15,0 0 0 16,0 0 0-16,14 0 0 0,-14 0 0 0,13 2 0 0,-13-2 0 0,0 0 0 16,16 3 0-16,-16-3 0 0,0 0 0 0,15 4 0 0,-1-2 0 0,0-2 0 15,-14 0 0-15,17 0 0 0,-3 0 0 0,0-2 0 16,-2-3 0-16,0-1 0 0,-12 6 0 0,16-6 0 16,-3-3 0-16,0 0 0 0,-5 1 0 0,1-1 0 0,-4-1 0 0,0-2 128 15,-1 0-128-15,-3-1 0 0,-1 0 0 16,0-3 0-1,-3-3 0-15,-1-2 0 0,-2-1 0 0,-1-4 0 0,-4-2 0 0,1 3 0 16,0-1 0-16,-1-4 0 0,-1 1 0 0,2 0-192 0,-1 3 192 0,1 2-208 31,1-2 80-31,1 3 128 0,-3 6-144 0,3 3 144 0,1 2 0 0,2 5 0 16,5 7 0-16,0 0 0 0,0 0 0 0,0 0 0 16,0 0-160-16,0 0 160 15,0 0-128-15,0 0 128 0,-5 19 256 0,5 4 144 0,3-1 32 0,4 2 0 16,2 6 224-16,3 1 48 0,3 0 16 0,4 2 0 15,2 1-144-15,3 4-48 0,2 0 0 0,2-2 0 16,-1-1-272-16,4 1-64 0,4-2-16 0,3 1-8944 16,3-2-1792-16</inkml:trace>
  <inkml:trace contextRef="#ctx0" brushRef="#br0" timeOffset="161059.7743">-2237 10410 13823 0,'0'0'1216'0,"0"0"-960"0,0 0-256 0,0 0 0 16,14-4 1984-16,-14 4 336 0,17 0 80 0,-3 4 16 16,-14-4-1888-16,14 10-368 0,-4 0-160 0,-1 2 128 15,-2 2 192-15,0 2 16 0,-1-3 16 0,1 3 0 16,0 1 112-16,0 1 32 0,0-1 0 0,0-2 0 15,0-3-240-15,-2 0-64 0,-5-12 0 0,0 0 0 0,0 0-192 16,7 13 0-16,-7-13 0 0,0 0 0 0,0 0 0 0,0 0 128 16,0 0-128-16,0 0 0 15,0 0 192-15,0 0-64 0,0 0-128 0,0 0 192 0,0 0-192 0,0 0 128 16,-9-13-128-16,1 0 0 16,-1-3 176-16,0 1-176 0,1-6 192 0,-1 0-192 15,-1 0 0-15,-1 1 0 0,-1 1 0 0,2-2 0 0,0 2 0 16,-2-2 0-16,0 1 0 0,-1 1 0 0,1 0 0 0,2 3 0 0,3 2 0 0,2 2 0 15,0 0 0-15,1 2 0 0,4 10 0 0,0-14 0 16,2 2 0-16,3 2 0 0,2 1 0 0,3 0 0 0,3 2 0 0,2 0 0 16,1 2 0-16,3 0 0 0,1-2 0 0,4 4-144 31,2 1 144-31,4 2 0 0,-1 0 0 0,4 4-160 0,0-1 160 0,1 0 0 31,1 1-1936-31,-4-1-288 0,5 2-48 0,-7 2-16 16</inkml:trace>
  <inkml:trace contextRef="#ctx0" brushRef="#br0" timeOffset="161240.7309">-2202 10430 13823 0,'0'0'608'0,"0"0"128"0,0 0-592 0,0 0-144 0,0-10 0 0,0 10 0 16,15-10 1856-16,4 1 320 0,2 2 80 0,3 0 16 0,2 2-1792 0,1 1-352 15,3 1-128-15,1 1 0 16,2 1 0-16,-1 1 0 0,1 1 0 0,-2 3-9792 16</inkml:trace>
  <inkml:trace contextRef="#ctx0" brushRef="#br0" timeOffset="161423.6608">-2154 10787 21023 0,'0'0'928'0,"0"0"192"0,0 0-896 0,0 0-224 16,0 0 0-16,0 0 0 0,0 0 736 0,15-10 96 15,1-2 32-15,5 0 0 0,1 3-480 0,6 2-80 0,5 2-32 0,6 0 0 16,6 3-272-16,2-1 0 0,-1-4 128 0,1 2-7552 31,-4-2-1536-31</inkml:trace>
  <inkml:trace contextRef="#ctx0" brushRef="#br0" timeOffset="164591.855">2774 10451 18591 0,'-11'-16'832'0,"4"8"160"0,-1-4-800 16,-3 0-192-16,-1 1 0 0,0 3 0 0,-2-1 1424 0,1 0 240 0,-1 4 64 0,0 0 0 15,-2 0-880-15,1 3-160 0,1 0-48 0,0 6 0 16,0 1-288-16,2 2-64 16,0 0-16-16,2 0 0 0,0 0-272 0,10-7 128 15,-7 13-128-15,1 1 0 0,6-14 128 0,-3 16-128 16,1-1 0-16,2 1 0 0,4-2 0 0,1-1 0 0,-5-13 0 0,9 16 0 15,-1-2 0-15,1-2 0 16,-9-12 128-16,14 10-128 0,-1-1 0 0,1-4 0 0,-14-5 128 0,17 3-128 16,-1 1 0-16,0-4 0 0,-3-4 0 0,3 1 0 15,-2-2 128-15,1 0-128 0,-1 0 0 0,2-2 0 16,-1-2 128-16,1 2-128 0,-3 0 0 0,3 2 0 16,-2 0 0-16,0 0 0 15,-1-1 0-15,1 3 0 0,0 3 0 0,0 0 0 0,0 0 0 0,-1 2 0 16,1-1 0-16,-14-1 0 0,16 6 0 0,-2 1 0 15,-14-7 0-15,13 8 0 0,-2 1 0 0,-1 1 0 16,-3 2 0-16,0 0 0 0,-7-12-128 0,5 16 128 16,-3-4 0-16,-2-12 0 0,0 0 0 0,0 12 0 15,0-12 0-15,0 0 0 0,0 0 0 0,0 0 0 16,0 0 0-16,0 0 0 0,0 0 128 0,0 0-128 16,0 0 128-16,0 0-128 0,2-16 144 0,1 1-144 15,2 1 128-15,2 0-128 0,2-3 0 0,3 0 0 0,2 0 0 0,1 1 0 16,2 0 0-16,2 1 0 0,-1-1 0 0,-1 4 0 15,0 4 0-15,0-1 0 16,-1 4 0-16,-1 3 0 0,1 2 0 0,0 4 0 16,-3 1 0-16,-13-5-192 0,14 10 192 0,-2 2-160 0,-1-3 160 0,-1 3 0 15,0 2 0-15,1 0-128 0,-3-1 128 0,3 1 0 16,1 0 0-16,2-4 0 0,1-1 0 0,1 0 0 16,-1-1 0-16,2 1 0 0,1-4 0 0,1 0 0 15,0 0 0-15,0-1 0 0,0-4 0 0,-2 2 0 16,0-4 0-16,-1 0 0 0,-3 0 0 0,1-1 0 0,-3-4 0 0,-11 7 128 15,12-10-128-15,-2 1 0 16,-10 9 0-16,9-12 0 0,-2-2 0 0,-1 2 128 16,0 0-128-16,-3 0 128 0,1 0-128 0,-1 1 0 0,-1-1 0 0,-1-1 0 15,-1 1 0-15,2-1 0 0,0 3 0 0,0-2 0 16,-2 0 0-16,1 2 128 0,1-1-128 0,2 3 0 16,-4 8 0-16,5-11 0 0,-5 11 0 0,0 0 0 15,0 0 0-15,14 0-160 16,-14 0 160-16,17 7-160 0,0 2 160 0,0 1 0 0,1 0-144 15,-1 1 144-15,0 1 0 0,0 2 128 0,1 0 0 0,1 1 0 16,1 1 48-16,3-1 0 0,-1-1 0 0,2-2 0 0,2-2-176 0,-3 1 0 16,-1-3 144-16,-1 3-144 15,0-4 128-15,-2-2-128 0,0 0 128 0,-2-2-128 0,-3-3 0 16,-1 0 0-16,1-1 0 0,0-4 128 16,-4-4-128-16,-1 0 0 0,-9 9 0 0,7-15 128 15,-4-3-128-15,-1 3 0 0,-4 1 0 0,-1 0 0 16,-6-3 0-16,1-2 0 0,-4-2 0 0,-1-1 0 0,0-2 0 0,-3-2 0 15,1 3 0-15,-3 1 0 16,1-2-144-16,-2 1 144 0,0 3-160 0,2-1 160 16,0 2-352-16,-1 0 32 0,1-2 0 0,2 2 0 0,2 4 192 15,3-1 128-15,1 4-160 0,9 12 160 0,-6-14 0 0,6 14-144 16,0 0 144-16,0 0 0 16,0 0 0-16,0 0 0 0,0 0 192 0,17 14-64 0,2 2 64 15,2-1 0-15,-1 1 16 0,3 1 0 0,-1 2 256 0,4 0 48 16,2 0 16-16,-1 3 0 0,1-1 16 0,-1 0 0 0,1 1 0 0,1 1 0 15,1-1-112-15,-1 1-32 16,2 2 0-16,0 0 0 0,0-1-240 0,0 0-160 16,0 2 192-16,-1 0-192 0,-4 0 160 0,-2 0-160 0,-3-4 128 0,-2-1-128 31,-4-2-400-31,-3 1-176 0,-2-2-16 0,-3-1-16 0,-1-5-2144 0,-3-2-448 0,-3-10-64 16,0 0-32-16</inkml:trace>
  <inkml:trace contextRef="#ctx0" brushRef="#br0" timeOffset="164974.1412">4204 10315 12895 0,'0'0'1152'0,"0"0"-928"0,7-11-224 0,2 3 0 0,1-3 2320 0,2 6 432 16,4 3 64-16,1 1 32 16,2-3-1728-16,4 2-352 0,1 1-64 0,3 1 0 15,3 1-240-15,2 1-32 0,6-2-16 0,0 2 0 0,-1 1-416 0,-3 3 0 16,1 0 0-16,-3 1 0 0,0 0 0 0,-5 0 0 15,-3 0 0-15,-5 2 0 0,-3-1 0 0,-2 3 0 0,-1-1 0 16,-2 2 0-16,-3 0 0 0,-1 2 0 16,0 0 0-16,-2 1 0 0,1-1 400 0,-3 2 0 15,-3 1 0-15,0 0 0 0,0-1 160 0,0 1 16 0,0-3 16 0,0 0 0 16,0-1-368-16,0-13-80 16,0 0-16-16,0 0 0 0,0 0-128 0,0 0 160 0,0 0-160 0,0 0 160 15,0 0-32-15,0 0 0 16,-5-12 0-16,0-1 0 0,1 0-128 0,3-2 192 15,-1-2-192-15,2-1 192 0,0 1-192 0,2 2 0 0,1-3 0 0,2 1 0 16,2 0 0-16,2 1 0 0,-1 1 0 0,3 1 0 0,2 0 0 0,5 2 0 16,1 5-160-16,0 2 160 0,-2 3-160 0,2 2 160 15,0 0-160-15,3 4 160 16,1-1-128-16,1 4 128 0,2 2 0 0,1 1-144 16,3 2 144-16,3 2 224 0,1 0-48 0,-1 0-16 15,-4-1-160-15,1 1 0 0,-3-2 144 0,3 2-144 16,-1 2 0-16,0-1 0 0,-1 1 0 0,-2-1 128 31,0 1-832-31,0-6-144 0,1-3-48 0,1 0-8128 0,-1-4-1648 0</inkml:trace>
  <inkml:trace contextRef="#ctx0" brushRef="#br0" timeOffset="165501.6716">5920 10439 5519 0,'0'0'496'0,"-7"-12"-496"0,-2 0 0 0,1 0 0 15,-3 0 3920-15,-1-1 688 0,-3-2 144 0,-1 3 32 16,-1 1-2800-16,-2 3-576 0,-3 1-96 0,-1 2-32 0,-1 0-608 0,2 3-128 0,-3 2-32 15,1 2 0 1,-3 1-192-16,2 0-64 0,6 3 0 0,2 2 0 16,0 1-128-16,3 1-128 0,2 1 192 0,3-1-192 0,9-10 0 0,-5 14 0 15,2 0 0-15,3-14 0 0,5 15 0 0,2 1 0 16,2-3 0-16,3 1 0 0,1-3 0 0,5-1 0 16,-1 0 0-16,4-1 0 0,-1 0 0 0,3-1 0 15,1-3 0-15,0 1-144 0,-1 1 0 0,-1-2 0 0,-1-4 0 0,-1 1 0 16,-1 0 144-16,0 0-160 0,-1-6 160 0,-1 1-160 15,-3-1 160-15,0-1 0 0,-1-2-144 0,1 0 144 16,-2-1 0-16,-3-1 0 16,-9 9 0-16,8-10 0 0,-8 10 0 0,9-9 0 0,-9 9 0 0,0 0 0 15,5-10 128-15,-5 10-128 16,0 0 0-16,0 0 128 0,0 0 32 0,0 0 0 0,14 0 0 0,-14 0 0 16,14 1-160-16,0 3 0 0,-1-1 0 0,3 2 0 15,-2 1 0-15,1-1 0 0,3 0 0 0,-1-2 0 16,-2-1 0-16,1 0 0 0,-1-2 0 0,-1 2 0 15,0-4 0-15,-14 2-176 0,16-5 48 0,-4 0 0 16,-2-2-208-16,-1-2-48 0,-1-3 0 0,-1 2 0 0,-2-1 208 0,1 1 48 16,-3-2 0-16,0 0 0 0,-3 0 128 0,0-2 0 15,0 2 0-15,2 0 0 0,-2 1 0 0,0 1 192 16,0-2-32-16,0 12-16 0,2-9 496 0,-2 9 80 16,0 0 32-16,0 0 0 15,0 0 80-15,0 0 0 0,0 0 16 0,14-2 0 0,-14 2-544 0,19 4-112 0,0-1-32 16,0 6 0-1,-2 1-160-15,0 1 0 0,2-1 0 0,2 4 0 0,-2 0 0 16,0 0 0-16,-2-2 0 0,-1 3 0 16,-1 2-1648-16,-1-1-352 15,2-2-80-15,-4-4-11232 0</inkml:trace>
  <inkml:trace contextRef="#ctx0" brushRef="#br0" timeOffset="166145.4039">6336 10187 6447 0,'0'0'576'0,"-9"-7"-576"0,9 7 0 0,0 0 0 16,0 0 3568-16,0 0 592 16,0 0 128-16,0 0 32 0,0-12-2912 0,0 12-592 15,11-7-112-15,2 4-32 0,5 1-288 0,1 4-48 0,1-1-16 0,5 8 0 16,-1 3 96-16,2 2 16 16,1 0 0-16,3 1 0 0,1 2-224 0,0 2-32 0,-2 0-16 15,-1 2 0-15,-4 3-160 0,-2 0 160 0,-3-1-160 0,-3-2 160 0,-2-1-160 0,-4 3 0 16,0-3 0-16,-1-1 0 15,-4-5 0-15,-1 0 0 0,-3-4 144 0,-1-10-144 16,0 0 128-16,0 0-128 0,0 0 160 0,0 0-160 16,0 0 256-16,0 0-32 0,0 0-16 0,-7-10 0 0,0-2 48 0,4 0 0 0,1-4 0 15,1 1 0-15,-1-1-256 0,0 1 144 16,2-3-144-16,0 3 128 0,0-4-128 0,4 3 0 16,-1 1 0-16,2 1 0 15,0 0 0-15,4 4 0 0,0 1 0 0,3 4 0 0,2 3 0 0,1 1 0 16,1-1 0-16,1 4-176 0,0-1 176 0,0 3-128 15,1 1 128-15,1 2-128 0,-2 1 128 0,2 3 0 16,2-1 0-16,-1 2 0 0,1 0 0 0,0 0 0 16,-2-1 0-16,0-1 0 15,0 1 0-15,-2-1 0 0,0-1 128 0,0-3-128 16,-1 0 0-16,-2-3 0 0,-14-3 0 0,15 0 128 0,-15 0-128 0,16-3 192 16,-16 3-64-16,12-9 0 0,-3-1-128 0,-4-1 128 15,-2-1-128-15,-1-2 128 0,-4-3 0 0,0 0 0 16,-1-2 0-16,-2 2 0 0,-2-1-128 0,0 1 0 15,0-2 0-15,2 0 0 0,-2-3 768 0,0 1 128 16,-1 2 16-16,1 3 16 16,0-3-1728-16,0 2-352 0,0 0-64 0,2 0 0 15,0-1 832-15,-1 3 192 0,3 1 16 0,-1 0 16 0,1 0 160 0,3 14-128 0,-3-17 128 16,1 5-128-16,2 12 128 0,0 0 0 0,0 0 0 0,0 0 0 16,0 0 0-16,0 0 192 0,0 0-32 0,14 17-16 15,-1 4 304-15,5 3 48 0,1 0 16 0,3 2 0 16,2-2 400-16,4 2 96 0,5 2 16 0,1-2 0 15,1-2-464-15,1 0-96 0,0-3-16 0,0 3 0 16,-1 0-224-16,-2 2-48 0,-2-2-16 0,-4 0 0 16,-1-1-160-16,-3-1 0 0,-3 1 0 0,-2-1 0 31,-3 1-1280-31,-1-3-352 0,-4 1-64 0,-3-5-8432 0,-1-6-1696 0</inkml:trace>
  <inkml:trace contextRef="#ctx0" brushRef="#br0" timeOffset="166318.941">7304 10202 21183 0,'-3'-17'1888'0,"4"5"-1504"16,3-2-384-16,6 0 0 0,6-1 1920 0,4 5 304 0,6-1 64 15,2 4 16-15,-2 0-1344 0,3 2-256 0,4 3-48 0,0 2-16 16,0 0-464-16,-1 4-176 16,-2 1 0-16,-1 4 144 0,-1 3-400 0,-2 2-64 0,-2 1-32 0,-4-1-8912 15,-1 0-1776 1</inkml:trace>
  <inkml:trace contextRef="#ctx0" brushRef="#br0" timeOffset="166588.9184">7710 10561 9215 0,'0'0'816'0,"0"0"-656"0,0 0-160 16,0 0 0-16,0 0 3584 0,0 0 704 0,0 0 128 0,3-8 16 16,2-3-2512-16,2 3-496 0,2-3-96 0,5 3-32 15,1-1-496-15,3-1-96 16,-3 3-32-16,2 0 0 0,2 0-416 0,0-2-96 0,0 4-16 0,0 0 0 15,-1-2-144-15,-3 0 0 0,-3-1 0 0,0-4 128 16,-1 1-128-16,-3 1 0 0,-1-2 0 0,-2 0 0 16,-3-4 0-16,-2 1 0 0,-2-1 0 0,1 2 0 15,-3 0 0-15,-1 4 0 0,-2 2 0 0,2-1 0 0,0-1 0 0,-2-1 0 16,0 4 144-16,7 7-144 0,0 0 384 0,0 0 0 16,0 0 0-16,0 0 0 0,0 0 0 0,0 0 0 0,0 0 0 15,15 11 0 1,3 1-384-16,2 2 0 0,5 1 0 0,2 4-128 15,4 5 128-15,0 2-160 0,-1 2 160 0,-1 1-15856 0</inkml:trace>
  <inkml:trace contextRef="#ctx0" brushRef="#br0" timeOffset="163598.7333">1788 10508 21423 0,'0'0'944'0,"7"-10"208"0,2-1-928 0,4 3-224 0,5 1 0 0,1-2 0 15,0 0 288-15,1-3 16 0,-1 0 0 0,2-2 0 16,1 4-304-16,-1 1 160 15,-4 1-160-15,1 1 128 0,1-2 192 0,0 2 16 16,-4 0 16-16,1 2 0 0,-1-2-192 0,-3 2-32 0,-1 2-128 0,-11 3 192 16,10-4-192-16,-10 4 144 0,0 0-144 0,0 0 128 15,0 0-128-15,0 0 0 16,0 0 144-16,0 0-144 0,-5-8 256 0,5 8-32 16,-14-4 0-16,-1 2 0 0,-8 2-80 0,2 2-16 0,1 2 0 0,-3-1 0 15,1 4 64-15,-2 2 16 0,-2-1 0 16,2 4 0-16,-1 0 192 0,1 2 48 0,-2 0 0 0,4 2 0 15,5 1 0-15,3 0 16 0,2 0 0 0,5 4 0 16,3 5-144-16,6-2-16 0,3 0-16 0,9-1 0 0,5-4-288 16,5-2 128-16,2-3-128 0,3 0 0 15,3-1 144-15,2-4-144 0,2-2 0 0,6 0 144 0,4-2-336 0,1 2-80 16,3 2-16-16,3-3 0 16,6 1-720-16,0-1-144 15,-2-3-16-15,-4-5-16 16,-1-3-2080-16,-7-4-400 0</inkml:trace>
  <inkml:trace contextRef="#ctx0" brushRef="#br0" timeOffset="167273.1215">9846 10195 7359 0,'0'0'320'0,"-10"-5"80"0,1-2-400 0,9 7 0 0,-10-6 0 0,10 6 0 16,0 0 3328-16,-12-7 592 0,12 7 112 0,-12-6 32 16,12 6-2912-16,-12-1-576 0,0-1-112 0,-2 0-16 15,-3-1 192-15,-1 3 64 0,1 0 0 0,0 3 0 16,0 1 128-16,3 1 16 0,0 0 16 0,2 4 0 0,2 1 80 16,1 0 16-1,9-10 0-15,-9 16 0 0,9-16-256 0,-3 15-64 16,3 1 0-16,0-16 0 0,9 17-320 0,3-1-80 0,3-4-16 0,6 0 0 15,5-3-224-15,3-1 144 0,2-1-144 0,5-2 128 16,6 0-128-16,4-1 0 16,5-1 0-16,5 3 0 15,7-1-1136-15,7-2-96 0,10-1-32 0,-3-2 0 0,-2 0-2368 0,-10-4-464 0,-8-2-112 0</inkml:trace>
  <inkml:trace contextRef="#ctx0" brushRef="#br0" timeOffset="167703.3659">10732 10254 6447 0,'0'0'576'0,"-9"-14"-576"0,-5 4 0 0,-3 1 0 0,-4-3 3248 0,-3 2 528 0,-3 3 128 0,-3 0 0 31,1 2-1888-31,-2 0-384 0,-2-2-80 0,-3 3-16 16,-4 3-704-16,1-1-128 0,1 0-48 0,0 1 0 0,0 1 112 0,3 3 0 16,4 0 16-16,5 4 0 0,5 2-224 0,6 0-48 0,3-1-16 15,12-8 0 1,0 0-288-16,0 17-48 0,3-1-16 0,8-2 0 0,2 0-144 16,8-4 0-16,5-1 0 0,2-1 0 0,1 3 0 0,2-3 0 15,2 1 0-15,1-1 0 16,3-1-640-16,-3-1-48 0,-1-3-16 0,-2 0 0 15,0-1-48-15,-2-2-16 0,-4 0 0 0,-1 0 0 0,0 0 448 0,-3 0 96 0,-1 0 16 0,-2 0 0 0,-5 0 208 0,-13 0 0 32,0 0 0-32,16 4 0 0,-16-4 208 0,0 0 96 15,0 0 16-15,0 0 0 0,14 5-16 0,-14-5 0 0,0 0 0 0,0 0 0 16,0 0-304-16,0 0 128 16,0 0-128-16,0 0 0 0,0 0 176 0,0 0-176 15,0 0 160-15,0 0-160 0,0 0 0 0,0 0 128 0,0 0-128 0,0 0 0 16,0 0 0-16,0 0 0 0,10-9 0 0,-1 1 0 15,-1 1-208-15,3-2-48 16,-1-1 0-16,2 1 0 0,0 0 96 0,4 3 16 0,-1-3 0 16,4 4 0-16,2 0 144 0,3-1-192 0,4 3 192 0,1 1-192 15,0 0 368-15,4 2 64 0,0 4 16 0,2-1 0 0,-1 3 544 16,1-3 112-16,-1 0 32 0,-1 3 0 0,-4 1-560 0,4 3-96 16,0-2-32-16,0 6 0 0,-4 2-256 0,-1 1 0 15,-3 0 0-15,0 1-9984 16,-5-3-1920-16</inkml:trace>
  <inkml:trace contextRef="#ctx0" brushRef="#br0" timeOffset="168682.9056">12549 10142 6447 0,'0'0'576'0,"-15"-5"-576"16,-1 0 0-16,1 1 0 0,-1 1 2512 0,1-1 400 15,-1 3 80-15,1-1 16 16,1 0-1104-16,2 0-224 0,12 2-32 0,0 0-16 0,0 0-192 0,0 0-32 0,0 0-16 0,0 0 0 16,8 26-560-16,4-7-96 15,4 0-32-15,3-2 0 0,5-1-48 0,2 1-16 16,0 1 0-16,1-5 0 0,1 1-192 16,1 0-64-16,1-4 0 0,-1 2 0 0,-1 0-192 0,-2-1-64 15,0-4 0-15,-1 1 0 0,3-1-128 0,-2-2 0 16,-5-1 144-16,1-6-144 0,-1 2 128 0,-2-2-128 0,-4-3 128 0,-1-2-128 15,-2 0 0-15,-1-1 0 16,-3-3 0-16,-1 1 0 0,-3-2 0 0,-4 12-208 16,0 0 16-16,-2-14 16 0,0 2-64 0,2 12-16 0,-3-14 0 0,1 4 0 15,2 10 256-15,-2-12-192 16,2 12 192-16,0-12-192 0,0 12 192 0,0 0 0 16,0 0 0-16,17-5 0 0,2 1-144 0,4 2 16 0,1 2 0 0,2 4 0 15,0-1 128-15,1 3-128 0,1-1 128 0,0-2-128 0,1 1 128 0,-1-1 0 16,-1 1 0-16,-1-1 0 0,-3 0 0 0,1 1 0 0,0-2 0 0,-3-1 0 15,-6-1 0-15,2 0 0 16,1 0 128-16,-1-1-128 0,0-1 0 0,-3 0 0 16,-14 2 0-1,0 0-128-15,12-7 768 0,-12 7 144 0,7-10 48 0,-7 10 0 16,0 0-832-16,-2-12-144 0,-3-2-48 0,-4 2 0 16,-3 0-832-16,-1 3-160 0,-1 1-32 15,0 2-16-15,0 0 928 0,0-1 304 0,0 0-160 0,2 0 160 0,2 2 0 0,10 5 0 16,-12-2 0-16,12 2 0 0,0 0 0 0,0 0 0 15,0 0 0-15,-9 10 0 0,9-10 0 0,-3 14 0 0,3 0 128 16,3 0-128-16,-3-14 224 0,12 17-32 0,2 0 0 0,3 0 0 16,2-1-192-16,4 0 144 0,1-4-144 0,2 1 128 15,2 1-128-15,4 2 0 0,3 1 0 0,5 0 128 16,1-1-128-16,7-1 0 0,6 1 0 0,3-4 128 31,1-2-2304-31,-4-5-448 0</inkml:trace>
  <inkml:trace contextRef="#ctx0" brushRef="#br0" timeOffset="170208.4171">16355 10116 5519 0,'-17'-7'496'0,"17"7"-496"0,-12-3 0 0,12 3 0 0,-11-7 4672 0,11 7 848 16,0 0 176-16,0 0 16 0,0 0-4368 0,0 0-864 15,0 0-176-15,0 0-48 0,0 0 384 0,12 21 64 0,2-1 0 0,0-2 16 16,0-6-144-16,1 1-16 0,3 1-16 0,1-3 0 16,1 1-352-16,1 0-192 0,0 0 192 0,1 0-192 15,1-2 160-15,-3-3-160 0,1 0 128 0,2-2-128 16,1-1 0-16,0-1 0 16,0-1 0-16,-2 0 0 0,-1-1 0 0,-2-1-256 0,-2-1 64 15,1-1 16-15,-3-2-112 0,-1-1-32 16,-14 5 0-16,10-5 0 0,-10 5 160 0,0 0 32 0,6-12 0 0,-6 0 0 0,-6 2 128 0,6 10 0 15,-8-9 128-15,-1 2-128 16,-3 0 176-16,12 7-48 0,-9-7 0 0,9 7 0 16,0 0 0-16,0 0 0 0,0 0 0 0,0 0 0 15,0 0-128-15,0 0 0 0,18 7 0 0,2 0 0 16,5 2 0-16,0-1 0 0,3 1 0 0,0-2 0 0,1-4 0 0,0 4 0 16,-3 0 0-16,2 0 0 0,-2-2 0 15,0-1 0-15,-1-1 0 0,0-1 128 0,-3-4-128 0,-3 0 0 16,-3 1 0-16,-1-3 0 15,-3-3 0-15,-12 7 0 0,0 0 144 0,9-12-144 16,-2-2 128-16,-6 1-128 0,-1 13 160 0,-5-19-160 0,-3 1 0 16,-1-1 0-16,-3 0 0 0,0 2 0 0,-2 0-160 0,2 0-128 15,0-2-32-15,3 3 0 16,1-1-512-16,1 1-128 0,7 16 0 16,0 0-16-16,-4-14 304 0,4 14 64 0,0 0 16 0,0 0 0 15,0 0-160-15,14-1-16 0,2 2-16 0,1 6 0 16,2 2 32-16,3 1 16 0,2 4 0 15,2 2-5344-15,2-3-1056 0</inkml:trace>
  <inkml:trace contextRef="#ctx0" brushRef="#br0" timeOffset="170691.298">17556 10223 12895 0,'0'0'576'0,"0"0"112"0,0 0-560 0,0 0-128 0,0 0 0 0,0 0 0 16,0 0 2320-16,0 0 432 16,0 0 96-16,0 0 16 0,0 0-1424 0,0 0-288 15,0 0-48-15,-8 14-16 0,8-14-432 0,0 0-80 16,0 0-32-16,0 0 0 0,0 0-336 0,0 0-64 0,0 0-16 0,0 0 0 0,0 0-128 0,0 0 0 15,0 0 144-15,0 0-144 0,0 0 160 0,0 0-32 0,0 0-128 16,0 0 192 0,0 0-192-16,0 0 144 0,-7-10-144 0,2 1 128 15,5 9-128-15,-6-12-176 0,3 0 48 0,0 0 0 16,1 1-80-16,2 11-16 0,-2-13 0 0,4 0 0 0,3 0 32 0,-5 13 16 16,10-11 0-16,1 3 0 0,-11 8-16 0,12-7-16 0,-2 2 0 0,2 3 0 15,-12 2 64-15,17 0 16 0,-1 3 0 0,0 2 0 16,-1 1 128-16,2 2 0 15,6 3 0-15,-1 1 0 16,1 0 240-16,1 0-32 0,0-2 0 0,2 2 0 0,1-3-80 0,1 1-128 16,-2 1 176-16,-2-1-176 15,-3-1 0-15,0-1 0 0,-1-1 0 0,-2-2 0 0,-5-1 144 0,-1-2-144 16,-12-2 0-16,14 0 144 0,-14 0-144 0,0 0 0 16,11-7 0-16,-11 7 0 15,5-14 0-15,-5 2-256 0,-4 0 64 0,1 0 16 0,3 12 48 16,-7-14 0-16,0 0 0 0,2 0 0 0,1 0 128 0,4 14 0 15,-1-15 160-15,1 3-160 0,0 12 496 0,0 0 0 16,7-12 0-16,3 5 0 0,5 3-32 0,4 4 0 0,2 2 0 16,5 3 0-16,-2 0-208 0,4 2-64 0,1 2 0 0,2 1 0 15,2-1 80-15,0 1 16 16,1 1 0-16,-1-1 0 0,-3-1-160 0,-3-1-128 0,-3-1 144 0,-3 2-144 16,-4 1 0-16,-3 0 0 0,-4 1-128 15,-10-11 128 1,0 0-2496-16,0 0-384 0</inkml:trace>
  <inkml:trace contextRef="#ctx0" brushRef="#br0" timeOffset="170973.8563">18167 9640 22111 0,'14'-16'1968'0,"-5"8"-1584"0,-1-1-384 0,6 4 0 0,3 3 2336 0,4 5 384 16,3-1 80-16,0 5 16 0,-3 0-1888 0,2 3-368 16,-1 4-80-16,1 2-16 0,-6-1-160 0,3 4-48 0,1 4 0 0,2 3 0 15,-1 3-80-15,2 5-32 0,-1 4 0 0,1-1 0 32,0-1-144-32,2 2 0 0,3-4 144 0,-1-3-144 15,-1-3 0-15,-1 0 128 0,-1-4-128 0,-1-3 0 0,0-4 0 0,-5 2 128 0,-5-2-128 16,-1-1 0-1,-2-4-384-15,-11-12-128 0,7 13-48 0,-7-13-9696 16,-2 14-1952-16</inkml:trace>
  <inkml:trace contextRef="#ctx0" brushRef="#br0" timeOffset="171135.5394">18424 10085 17503 0,'0'0'1552'0,"7"-12"-1232"16,4 0-320-16,3-2 0 0,3 0 1968 0,4 2 336 15,3 2 64-15,5-1 0 0,4 1-1040 0,1 1-224 0,1 8-32 0,3 2-16 16,5 3-464-16,0 3-80 0,-1 1-32 0,-3 3 0 0,-1-1-480 0,-2 4 0 16,-1 3 0-16,-6-1-9280 15,-5-2-1936-15</inkml:trace>
  <inkml:trace contextRef="#ctx0" brushRef="#br0" timeOffset="171496.8019">19092 10159 13823 0,'0'0'608'0,"0"0"128"0,12-7-592 0,2 2-144 0,0-2 0 0,3 0 0 15,2 2 2240-15,0 2 432 0,2-1 80 0,-4-1 0 0,-1 0-1744 0,1 1-368 16,-1 1-64-16,-1 1 0 16,-1 2-400-16,-2 0-176 0,-12 0 160 0,14-1-160 15,-14 1 128-15,0 0-128 0,0 0 0 0,10-6 144 0,-10 6-144 0,0 0 160 0,0 0-160 0,0-13 160 16,-3 0-160-16,-4 1 128 0,-3-1-128 0,-3 1 128 15,0 1-128-15,-3-1 0 16,1-2 0-16,-3 0 0 0,1 1 0 0,0 1 128 16,1 1 0-16,1 4 0 0,-1 2 400 0,2 3 80 15,14 2 16-15,-13 2 0 0,13-2-32 0,-11 11 0 0,11-11 0 0,-3 15 0 0,3 1-336 0,5-3-64 16,2 5 0-16,3-1-16 0,4 0-32 0,3 0 0 31,4-3 0-31,1 2 0 0,3-1-144 0,2 1 192 16,3-2-192-16,1 3 192 0,0-3-192 0,0 0 0 0,0-2 0 0,0-2 128 31,0-1-704-31,-2-1-160 0,-1 1-32 0,-2-4 0 16,-4-2-1536-16,-3-3-304 0,-2-1-64 0,-1-3-8128 0</inkml:trace>
  <inkml:trace contextRef="#ctx0" brushRef="#br0" timeOffset="169710.2954">14783 10180 13823 0,'0'0'1216'0,"0"0"-960"0,0 0-256 0,0 0 0 16,0 0 3136-16,0 0 576 16,0 0 112-16,0 0 16 0,0 0-2752 0,15 3-576 15,1 1-96-15,1-1-32 0,2 2 272 0,3 1 48 0,3 1 16 0,-1-1 0 0,0 1 48 0,2 0 16 16,0 2 0-16,0 1 0 0,0 1-416 0,-2-3-96 0,-5-1-16 0,0 0 0 31,0-2-256-31,-4-1 160 0,-15-4-160 0,14 1 128 16,-14-1-128-16,0 0 0 0,0 0 0 0,0 0 128 0,0 0-128 0,0 0 192 15,0 0-192-15,-16-8 192 16,-1-3-192-16,-2-1 0 0,-3 0 0 0,-2 0 128 0,-4 2-128 0,2-1 0 16,-2 1 0-16,3 0 128 0,-3 3-128 0,2-2 0 15,2-1 0-15,3 1 0 0,4-3 0 0,1 5 0 16,4-1 0-16,12 8 0 0,-12-9 0 0,12 9 0 15,0 0 0-15,0 0 0 16,0 0-448-16,0 0-32 0,16-12 0 0,1 3 0 16,-1 4-400-16,4 0-80 0,6 1 0 15,4 3-16-15,-1 1 400 0,5 0 64 0,3 1 32 0,-1 3 0 16,0 1 288-16,4 0 48 0,1 0 16 0,-1 1 0 0,-6 1 128 0,-1-1 0 0,-3 1-144 0,-1 2 144 16,0 0 256-16,-1-1 128 0,-4 3 32 0,0-1 0 15,-3-1 64-15,0-3 16 0,-2 1 0 0,1 0 0 16,-1-2-160-16,2 2-16 0,-2-1-16 0,2-1 0 15,-2 0-160-15,1 0-16 0,1 0-128 0,0 0 192 16,0-1-192-16,-2-2 128 0,0-1-128 0,-2-2 0 0,-3 1 192 0,-1 0-48 16,-13 0-16-16,16-4 0 0,-16 4-128 0,14-5 0 31,-14 5 0-31,10-7 0 0,-10 7 0 0,9-10 192 0,-9 10-32 0,7-11 0 16,-7 11-160-16,3-13 0 15,-3-1 0-15,0 14-176 0,-5-14 176 0,0 2 0 16,0 0 128-16,-2 1-128 0,7 11 0 0,-9-13-288 0,-1 2 48 0,1 4 16 15,9 7 224-15,-14-1-192 0,2-1 192 0,12 2-192 16,-12 2 192-16,12-2-144 0,-10 8 144 0,10-8-128 16,0 0 128-16,-4 16 0 0,4 1 0 0,5-1 0 15,4-3 0-15,5 1 0 0,0 2 0 0,3-1 0 16,4 1 0-16,3-2 176 0,3-2-48 0,6 2 0 0,3-1-128 0,2-1 0 16,2 0 0-16,2-1 0 15,1-1 0-15,0-1 208 0,0-4-48 0,0 0-16 31,-1 0-464-31,-3 1-112 0,-1-1-16 0,-3-5-14224 0</inkml:trace>
  <inkml:trace contextRef="#ctx0" brushRef="#br0" timeOffset="172112.2953">19652 10133 9215 0,'0'0'400'0,"0"0"96"0,0 0-496 0,0 0 0 0,-4-15 0 0,4 15 0 15,0-16 3776-15,0 16 672 0,4-12 128 0,-4 12 32 0,0 0-2928 0,12-7-576 16,-12 7-112-16,15-5-32 15,1 2-672-15,-1 3-144 0,1 0-16 0,-1 1-128 0,-3-1 0 0,2 2 0 16,-2 0 0-16,-12-2 0 0,14 3 128 0,0-1-128 16,-14-2 0-16,14 2 0 0,-14-2 0 0,0 0 0 15,14 0 128-15,-14 0-128 16,0 0 0-16,0 0 0 0,0 0 0 0,0 0 0 0,0 0 0 0,8-12 0 16,-8 12-176-16,4-14 176 0,-4 14-304 0,-2-16 48 15,2 16 16-15,-5-15 0 0,0-1 240 0,5 16-192 0,-9-12 192 0,2 0-192 16,-2 0 192-16,9 12 0 0,-6-10 0 0,6 10 0 15,-9-7 0-15,9 7 0 0,0 0 192 0,-12 3-192 16,12-3 256-16,-11 11-64 16,3-1-16-16,1 2 0 0,2 2 96 0,0 1 32 15,1 1 0-15,2-2 0 0,2-14-112 0,0 17 0 16,0-17-16-16,4 17 0 0,1-1-48 0,-5-16 0 0,14 12 0 0,1 0 0 16,1 0-128-16,1-3 128 15,0-2-128-15,2-1 128 0,2-2-128 0,0-1 160 16,0-1-160-16,1 0 160 0,-1 0-304 0,1-1-64 15,2-1-16-15,0-1 0 16,-1-3-160-16,-1 2-16 0,-1-1-16 0,0-1 0 0,-1 1 224 0,-2 1 64 0,-4 1 0 0,-1-3 0 16,1 1 128-16,-14 3 0 0,0 0 0 0,0 0-128 15,14 0 432-15,-14 0 80 0,0 0 32 0,10 10 0 16,-10-10 16-16,7 14 0 0,-7-14 0 0,0 0 0 0,4 15-32 0,-4-15 0 16,5 18 0-16,-5-18 0 0,3 17-208 0,-3-17-64 15,0 0 0-15,0 0 0 0,0 0 0 0,0 0 0 16,0 0 0-16,0 0 0 0,0 0 0 0,0 0 0 0,0 0 0 0,0 0 0 31,0 0-128-31,-5-11 0 0,2-1 0 0,1 0 0 0,-2-1 128 0,3 0-128 16,-1 0 128-16,4-3-128 0,1 2 0 0,4 0 128 15,2 2-128-15,1-1 0 0,0-1 0 0,3 2 0 0,-3 3 0 0,2 2 0 16,2 2 0-16,1 5 0 0,1 3 0 0,3 4 0 16,5 4 0-1,2 1 0-15,3 2-176 0,4 3 176 0,2 5 0 16,1 4 0-16,-2-2 0 0,3 2-128 15,-1 9-416-15,-3 4-80 0,-6 6-16 16</inkml:trace>
  <inkml:trace contextRef="#ctx0" brushRef="#br0" timeOffset="174222.9301">19736 10107 7359 0,'0'0'656'0,"0"0"-528"0,0 0-128 0,0 0 0 16,0 0 2096-16,0 0 384 0,0 0 80 0,0 0 0 15,0 0-960-15,0 0-192 0,0 0-32 0,0 0-16 16,0 0-272-16,0 0-48 0,0 0-16 0,0 0 0 16,0 0-384-16,0 0-96 0,0 0-16 0,16 13 0 15,-1-5-160-15,-1 4-48 0,0 0 0 0,-2-3 0 16,-12-9-64-16,15 12-32 0,1 0 0 0,-4-3 0 0,-12-9-224 0,14 14 176 15,-4-4-176-15,-10-10 160 16,11 12-160-16,-11-12 0 0,8 14 0 0,-8-14 128 0,0 0-128 16,9 15 0-16,-9-15 0 0,0 0 0 0,0 0 0 0,0 0 0 0,0 0 0 0,0 0 0 31,0 0 256-31,0 0-48 0,0 0 0 0,0 0 0 0,0 0 48 0,0 0 16 16,0 0 0-16,0 0 0 0,0 0-272 0,7-7 160 15,-2-3-160-15,2 1 128 0,-7 9-128 0,9-12 0 0,1 2 144 0,-2 0-144 16,-1-1 0-16,2 1 0 0,1-2 0 0,1 0 0 15,1-2 0-15,2 0 128 16,-2 2-128-16,2 0 0 0,1 0 0 0,2 2 0 0,-1 1 0 0,1 4 0 16,-1 1 0-16,3 3 0 0,1-1 0 15,3 4 0-15,-3 3 0 0,6 0-160 0,4 0 160 0,-3 2 0 16,-3 0 0-16,2 0 0 16,0 1 0-16,0 1 0 0,0-4 0 0,0 6 0 0,-2 2 0 0,0 0 0 15,-1-1 240-15,1 1-48 0,0-1-16 0,-3 4 0 16,-2 3-176-16,-2 2 192 0,0 3-192 0,-5 3 192 15,-3 6-192-15,-6 5 0 0,-4 7 0 0</inkml:trace>
  <inkml:trace contextRef="#ctx0" brushRef="#br0" timeOffset="173773.3739">19781 10088 4767 0,'0'0'208'0,"0"0"48"0,0 0-256 0,0 0 0 0,0 0 0 0,0 0 0 15,0 0 496-15,0 0 32 0</inkml:trace>
  <inkml:trace contextRef="#ctx0" brushRef="#br0" timeOffset="173714.6141">19797 10090 14223 0,'0'0'624'0,"0"0"144"0,0 0-624 0,0 0-144 0,0 0 0 0,0 0 0 16,0 0 640-16,8-8 112 0,-8 8 16 0,11-9 0 0,-11 9-576 0,10-7-192 0,-10 7 0 0,0 0 144 16,0 0-144-16,10-7 0 0,-10 7 0 0,0 0 128 15,0 0-128-15,0 0 0 16,0 0 0-16,0 0 0 0,0 0-224 0,0 0 80 16,0 0 16-16,0 0 0 0,0 0 128 0,-12-2-192 15,12 2 192-15,0 0-192 16,-12 2-272-16,12-2-64 0,0 0-16 0,0 0 0 15,-10 7-1040-15,10-7-208 0,0 0-32 0</inkml:trace>
  <inkml:trace contextRef="#ctx0" brushRef="#br0" timeOffset="175736.6354">-2353 11533 6447 0,'-6'-7'576'0,"-1"-5"-576"0,-2-2 0 0,2-1 0 15,0-1 4752-15,0 2 848 16,0 1 160-16,0-1 48 0,1 0-3584 0,-5 0-720 0,-1 2-144 0,-3 2-16 16,-3-1-688-16,-1 3-128 15,-1-3-16-15,-1 5-16 0,-1 0-272 0,-3 5-48 16,-4-1-16-16,0 5 0 0,-2 4-160 0,0 4 0 16,-2 1 0-16,2 5 0 0,0 2 0 0,1 5 0 0,-1 2 0 0,4 2 0 15,2-3 0-15,5 1 0 0,4-1 0 0,4-1 0 16,2 0 0-16,5 0 0 0,5-2 0 0,5-1 0 15,2-2 0-15,1 0 0 0,4-3 0 0,4-1 0 0,5-4 0 0,1-3 0 16,2-1 0-16,2-3 0 16,5-6 0-16,4 0 160 0,1-1-32 0,0-4-128 15,0-4 0-15,-1-1 0 0,-1 0 0 0,-11 0 0 0,1 0 0 0,0 2-192 16,0-1 16-16,-1-1 16 16,-2 0-144-16,-2 0-16 0,-4 2-16 0,-1-1 0 15,-4 1 96-15,-1 0 32 0,-1-1 0 0,-1 4 0 16,-7 7 208-16,0 0 0 0,0 0 0 0,0 0-144 0,0 0 144 0,0 0 0 15,0 0 0-15,0 0 0 16,0 0 0-16,0 0-160 0,0 0 160 0,0 0 0 16,0 0-128-16,0 0 128 0,0 0 0 0,0 0 0 0,6 11 0 0,0-1 0 15,3-1 0-15,0-2 0 0,-1 0 0 0,3-2 0 16,1 0 0-16,8 2 0 0,1-4 0 16,0 1 0-16,-4-3 0 0,0 1 0 0,2-2 0 0,0 0 144 15,2-2-144-15,0 1 128 0,0-3-128 0,-1 1 0 16,1-1 0-16,-2-1 0 0,0-2 0 0,-2 0 0 15,0-1 0-15,1-3 0 0,1-1 0 0,-4 0 0 16,-1 0 0-16,-4 0 0 0,1 0 0 0,-3-2 0 0,1 2 128 0,0-2-128 16,-2 1 0-16,-1-3 0 0,0-3 0 0,-1 5 0 0,-5 14 0 0,7-15 0 31,-2 1 0-31,-5 14 0 0,0 0 256 0,0 0 32 16,0 0 0-16,0 0 0 0,0 0 128 0,0 0 32 0,0 0 0 0,5 15 0 0,0 4-256 15,2 2-64-15,2-2 0 0,3 2 0 0,2-1 32 16,3 3 0-16,0 1 0 0,2 0 0 15,0 0-160-15,0 4 0 0,2 7 144 0,-2 1-16176 16</inkml:trace>
  <inkml:trace contextRef="#ctx0" brushRef="#br0" timeOffset="176600.9598">-299 11576 24239 0,'0'0'1072'0,"-10"-5"224"0,-2-7-1040 0,5 3-256 0,7 9 0 0,0 0 0 16,-2-12 1456-16,2 12 224 0,11-10 48 0,2 1 16 0,3 1-816 0,3 1-160 15,2 2-48-15,5-2 0 0,1-4-352 0,4 1-80 16,5 0-16-16,2 3 0 16,4 5-128-16,-1-1-16 0,2-3-128 0,2 6 192 15,0 4-192-15,-2 3-256 0,0 1 48 0,-5 1 16 31,-3 1-1984-31,-6-1-384 0,-3-2-64 0,-3 0-9744 0</inkml:trace>
  <inkml:trace contextRef="#ctx0" brushRef="#br0" timeOffset="177103.1853">316 11568 16175 0,'-19'-2'704'0,"7"4"176"0,-4-2-704 0,1 0-176 0,-1-2 0 0,2 2 0 16,2 0 1920-16,12 0 368 0,-12 3 64 0,12-3 16 0,0 0-1168 0,0 0-240 15,0 0-32-15,16 16-16 0,3-4-400 0,1-2-64 0,3-3-32 0,3 0 0 16,1-2-112-16,6-1-32 15,2-1 0-15,-1-1 0 0,1-4-144 0,-3 0-128 16,-2 1 192-16,-1-1-192 0,-1 0 0 0,-2 1 0 16,-2-1 0-16,-3-2 0 0,-4 1-176 0,-2-1-80 0,-1 1-32 0,-14 3 0 0,10-10 80 0,-10 10 16 31,6-12 0-31,-6 12 0 0,-2-14 192 0,-3 2-176 0,-4 1 176 0,-3 4-160 16,-4 2 160-16,-1 0-160 0,-5 0 160 0,1 3-160 15,2-1 160-15,0 3 0 0,0 1-144 0,4 3 144 0,-1-2 0 0,4 1 0 16,12-3 0-16,0 0 0 15,-9 9 0-15,9-9 160 0,0 0-32 0,6 12-128 16,-6-12 128-16,17 14-128 0,2-6 0 0,5-1 0 0,5-2 0 0,2 1 160 16,0-1-160-16,2-2 128 0,2-1-128 0,-1 1 0 0,1 1 144 15,-1-1-144 1,1 1 0-16,-2-1 144 0,-4 1-144 0,-1-1 0 0,-4-1 128 0,-5-2-128 16,-4-2 0-16,-15 2 0 15,16 0 0-15,-16 0 0 0,0 0 0 0,0 0 0 16,14-3 144-16,-14 3-144 0,8-9 0 0,-8 9 144 15,0 0-144-15,4-12 0 0,-1 0 0 0,-3 12 0 0,-2-12 0 0,2 12 128 16,-3-14-128-16,3 14 0 0,-4-16 0 0,4 16 0 16,-3-13 128-16,0-1-128 15,-3-2 0-15,6 16 0 0,-3-14 0 0,-2 1-176 0,-2 1 0 0,7 12 0 16,-9-13 0-16,9 13 0 16,-14-8-64-16,14 8-16 0,-13 0 0 0,-1 2 0 15,-2 3-512-15,2 2-128 0,1 1 0 0,1 3-10688 0</inkml:trace>
  <inkml:trace contextRef="#ctx0" brushRef="#br0" timeOffset="177411.8641">1477 11468 26831 0,'-3'-19'1184'0,"3"19"256"0,0-11-1152 0,0 11-288 0,0-10 0 0,0 10 0 0,0 0 944 0,0 0 128 31,0 0 16-31,0 0 16 0,-10 7-688 0,-1 3-144 16,1 2-16-16,1 0-16 0,1 2-240 0,1 2 0 16,1-1 0-16,3 1 0 0,3-16 0 0,-2 17 0 0,2 0 0 0,0-17 0 15,4 19 0-15,-4-19 0 0,8 17 0 0,1 1 0 16,-9-18 0-16,14 15 0 0,0-6 0 0,-14-9 144 16,17 7-144-16,0-4 0 0,-1-3 144 0,-1 0-144 0,2-5 144 0,1 2-144 15,-1-3 192-15,2-1-192 16,0-1 176-16,2-1-176 0,-1 1 160 0,1-1-160 0,-2 0 0 0,-2-1 128 15,-3-2-128-15,-2 2 0 0,-1 1 0 0,-11 9 0 16,6-12 0-16,-6 12 0 16,-5-14 0-16,-5 0 0 0,-6 2 128 0,-8 0-128 0,-10 0 0 0,-6 0 0 15,-5 0 0-15,-1 1 0 0,-3 5 0 0,1 2-240 16,0 6 48-16,4 0-14208 0</inkml:trace>
  <inkml:trace contextRef="#ctx0" brushRef="#br0" timeOffset="176376.1715">-299 11229 10127 0,'-12'-12'448'0,"12"12"96"0,-8-8-544 0,-1 1 0 0,0 2 0 0,9 5 0 15,0 0 3648-15,0 0 640 0,-8 15 112 0,4 4 16 16,4 4-2688-16,2 1-528 0,0 2-112 0,3 1-32 0,2 1 176 0,3-1 48 0,1-1 0 0,2-2 0 16,1-3-464-16,3-2-96 15,2 0-16-15,2-2 0 0,0-1-512 0,1-2-192 16,2-2 0-16,-1-2 144 0,-1 1-144 0,-1-1 0 15,-4-1 144-15,-1-1-144 0,1 1 128 0,-3 1-128 16,-14-10 160-16,12 17-160 16,-3-3-1680-16,-4 3-432 0,-4 1-96 0,-1-3-12320 0</inkml:trace>
  <inkml:trace contextRef="#ctx0" brushRef="#br0" timeOffset="178435.8924">2755 11645 17503 0,'0'0'1552'0,"0"0"-1232"0,12-7-320 0,-2 0 0 15,0 1 1168-15,4-1 176 0,0 1 48 0,1 1 0 16,1 0-528-16,0 0-96 0,-3 2-32 0,1-1 0 0,0 2 192 0,-14 2 32 15,16-1 16-15,-3-1 0 0,-13 2-208 0,18 0-32 16,-5-2-16-16,1 2 0 0,-14 0-208 0,14-2-64 0,0 1 0 16,-14 1 0-16,14 0-256 0,-1-2-64 0,0-1-128 0,-13 3 192 15,12-4-192-15,-12 4 0 0,15-7 128 0,-5 0-128 16,-10 7 0-16,0 0 128 0,11-10-128 0,-3 1 0 16,-8 9 192-16,0 0-48 15,7-12-16-15,-7 12 0 0,4-12-128 0,-4 12 0 0,0-15 0 16,-2 1 0-16,0-2-144 0,2 16 144 15,-3-14-192-15,3 14 192 0,0 0 0 0,0 0 176 0,0 0 0 0,0 0 0 16,0 0 384-16,0 0 80 16,0 0 0-16,15 0 16 0,3 2-272 0,1 2-48 0,1-1-16 0,6 4 0 15,4-2-144-15,-1 0-48 0,0 1 0 0,1-1 0 16,1-2-128-16,0 1 0 0,-2-1 0 0,0 2 0 31,3 0-1088-31,-3 4-256 0,0 0-64 0,-1-1-9056 0,-4-1-1824 0</inkml:trace>
  <inkml:trace contextRef="#ctx0" brushRef="#br0" timeOffset="178626.3272">3027 11267 11055 0,'-22'-20'976'0,"-4"-3"-784"0,0 1-192 0,4 4 0 15,3 3 1872-15,5 3 336 0,3 1 64 0,6 5 16 16,5 6-1392-16,0 0-256 0,9-9-64 0,6 6-16 15,6 3-384-15,7 1-176 0,5 1 160 0,8 1-160 16,7 3-928-16,4-1-288 0,26 0-48 0,-9-2-7056 0</inkml:trace>
  <inkml:trace contextRef="#ctx0" brushRef="#br0" timeOffset="178995.4671">3737 11433 21183 0,'0'0'1888'0,"-9"-5"-1504"15,9 5-384-15,-9-5 0 0,4-2 368 0,5 7 0 16,0 0 0-16,0 0 0 0,0 0 592 0,0 0 112 16,0 0 16-16,0 0 16 0,0 0-480 0,17 10-112 0,-1-1 0 0,1 3-16 15,0 0 48-15,1 0 16 16,-4-3 0-16,-1 1 0 0,3-1-304 0,-2-1-48 0,-14-8-16 0,14 9 0 16,-14-9-192-16,12 12 128 0,-12-12-128 0,0 0 0 15,0 0 128-15,0 0-128 0,0 0 0 0,0 0 0 16,0 0 128-16,0 0-128 0,0 0 0 0,0 0 144 15,-11 7-16-15,-1-4 0 0,0-4 0 0,2-1 0 0,-1-2-128 0,1 1 160 16,0-1-160-16,10 4 160 16,-7-6-160-16,7 6 128 0,-5-7-128 0,5 7 128 0,0 0-128 0,0 0 0 0,1-11 0 0,-1 11 0 15,11-10-192-15,1 3-64 0,-2 0 0 0,6 2-16 32,1 3 144-32,2 1 128 0,0-1-192 0,3 2 192 0,4-2 0 0,0 2-128 15,0 2 128-15,2 0 0 0,-1-2 0 0,1 3 0 16,-1 0 0-16,3 3 0 15,1-1 0-15,-2 2 0 0,-3 1 128 0,0 3-128 16,0-3-624-16,0 1-160 16,-2-2-48-16,0 0-7936 0,-2-2-1584 0</inkml:trace>
  <inkml:trace contextRef="#ctx0" brushRef="#br0" timeOffset="179583.3129">4501 11545 5519 0,'0'0'496'0,"0"0"-496"0,0 0 0 0,0 0 0 15,0 0 3440-15,0 0 592 16,0 0 112-16,7-8 16 0,2-1-2336 0,-9 9-480 15,15-5-80-15,3 1-32 0,2 1-592 0,4 1-112 16,1-1-16-16,0-1-16 0,3-1-256 0,0 2-48 0,-1-1-16 0,1 1 0 16,0-2-176-16,-4-1 0 0,-2 1 144 0,1 0-144 0,-1 0 0 0,-1 0 128 15,-4-1-128-15,-1 1 0 16,-3 0 0-16,-13 5 128 0,14-3-128 0,-14 3 0 0,0 0 0 0,0 0 0 16,9-11 0-16,-9 11 128 0,0 0-128 0,0 0 0 15,0-15 0-15,0 15 128 0,-7-16-128 0,0 2 0 0,-2 2 0 0,-3 4 128 31,-2-3-128-31,1 4 0 0,-1 1 0 0,0 0 0 16,-2 1 0-16,3 0 0 0,-1-2 0 0,0 4 0 16,-1 3 0-16,-1 0-128 0,-1 0 128 0,-1 3 0 15,-1 1 0-15,0 1 0 0,1 0 0 0,0 2 0 0,1 1 0 0,0 1 0 0,1 0 0 0,2 1 0 16,1 2 0-16,1 2 144 0,3-2-144 0,4 0 160 16,5-12-16-16,-2 17 0 15,4-1 0-15,5-4 0 16,5 2 96-16,7-2 16 0,5-2 0 0,5-1 0 0,4-4-32 15,3 0 0-15,2-3 0 0,5 0 0 0,0-2-80 0,6 1-16 16,3 1 0-16,3 0 0 0,2-4-128 0,1 4-192 0,3 1 32 0,-1-1 16 31,-1-4-496-15,-7 1-112-16,-9-3-16 0,-5 1 0 0,-5-3 304 0,-6 0 48 0,-6-3 16 0,-4 0 0 0,-3-1 400 0,-4 0 0 16,-4-2 0-16,-6 12 0 0,-4-14 0 0,-3 2 176 0,-1 0-16 0,-4-1 0 15,-2 5 224-15,-4-3 64 0,-1 3 0 0,-1 1 0 16,-3 0-144-16,1 2-32 0,-1 1 0 0,4 1 0 15,0 1-112-15,4 1-32 0,1-1 0 0,14 2 0 16,-10 0-128-16,10 0 0 0,0 0 0 0,-2 14 0 16,2-14 0-16,10 17 0 0,6-3-128 0,6 1 128 15,6 4 0-15,1 0 0 16,1-2 0-16,-1 2 0 0,2-1 0 0,4-1 0 0,-3 2 0 0,1 0 0 16,-3 0 0-16,-3 0 0 0,-1-2 0 0,-2 2 0 0,-3-2 0 0,-2 1-256 15,-4-3 48-15,-4 2 0 31,-3 1-1792-31,-2-5-368 0,-6-13-64 0,0 0-8048 0</inkml:trace>
  <inkml:trace contextRef="#ctx0" brushRef="#br0" timeOffset="180121.9912">5832 11354 10127 0,'0'0'896'0,"0"0"-704"0,2-11-192 0,-2 11 0 31,3-8 2944-31,-3 8 544 0,0 0 112 0,0 0 32 0,14 10-2672 0,-2 2-544 16,-2 0-96-16,4 2-32 15,2-2 512-15,1 2 96 0,2 0 32 0,0 1 0 0,2 1-224 0,-1-1-64 16,-1-4 0-16,2-1 0 0,1-1-304 0,1-3-64 16,-1 0-16-16,-1-3 0 0,-2 2-256 0,0-1 160 0,-2-4-160 0,-1 1 128 15,-2-1-128-15,-1 0 128 0,1-3-128 0,-14 3 128 16,14-7-128-16,-2 2 128 0,-12 5-128 0,14-5 128 15,-14 5-128-15,10-11 0 16,-1 3 144-16,0-1-144 0,-3-1 0 0,0-1 0 0,-6 11 0 0,7-13 0 16,-2-1 0-16,0 2 0 0,-5 12 0 0,5-14 0 15,-1 2 0-15,-4 12 0 16,1-14 0-16,-1 14 0 0,0 0 0 0,0 0 0 0,7-9 0 0,-7 9 0 16,0 0 0-16,0 0 0 0,17-1 0 15,1 1 0-15,-1 7 128 0,0-1 16 0,0 1 0 16,2 2 0-16,-1 0 208 0,1-1 32 0,0 3 16 0,0-3 0 15,0-1-112-15,0 2-32 0,-2-2 0 0,0 0 0 16,2-2-256-16,-2 0 0 0,-1-2 0 0,-16-3 0 0,14 4 0 16,-14-4 0-16,0 0 0 0,14 2 0 0,-14-2 0 0,0 0-144 15,13-4 16-15,-13 4 0 16,0 0 0-16,0 0 0 0,14-10 0 0,-14 10 0 16,0 0 128-16,0 0 0 0,9-11 0 0,-9 11 0 15,14-1-320-15,-2 1-48 0,0 0 0 0,3 5-9360 16,1 0-1856-16</inkml:trace>
  <inkml:trace contextRef="#ctx0" brushRef="#br0" timeOffset="181054.8742">7535 11478 8287 0,'0'0'736'0,"0"0"-592"0,0 0-144 0,2-12 0 16,-2 12 3040-16,-2-16 576 0,-1-3 112 0,-4 2 32 15,-3 5-1744-15,-2 2-352 0,-4-1-64 0,-1 3 0 16,-6-1-688-16,-4 0-128 0,-6 1-16 0,0 3-16 0,-1-1-480 16,-1 1-80-16,1 2-32 0,-1 1 0 15,1 2 800-15,-1 2 176 0,2 1 16 0,2 2 16 32,4 4-1648-32,4 0-336 0,4-1-64 0,2 3-16 0,3-1 768 0,4 0 128 0,10-10 0 0,-7 14 0 15,7-14 0-15,0 16 0 0,0-16 0 0,8 15 0 0,3-1 0 16,3-2 128-16,1-3-128 0,4-4 0 15,4 0 128-15,1-1-128 0,2-3 0 0,1 3 128 0,1-3-128 0,-2 1 0 16,0-2 144-16,0 0-144 0,-2 0 0 0,-2 0 0 0,-1-2 0 0,-2 2 0 31,-4-1 0-31,-1-1 0 0,-14 2 0 0,0 0 128 0,0 0-128 16,0 0 0-16,0 0 0 0,0 0 128 0,0 0-128 0,0 0 0 0,0 0 0 0,0 0 0 16,0 0 0-16,0 0 0 15,0 0 0-15,14 3 0 0,-14-3 0 0,19 4 0 0,-2-1 0 0,2 1 0 0,0-1 0 16,2 1 0-16,0-4 0 0,3 0 0 0,0 1 0 0,-2-1 0 31,1 0 0-31,-2-1 0 0,-2-1 0 0,-2 0-192 0,0-1 32 16,-3-1 0-1,-14 4-224-15,14-3-64 0,-14 3 0 0,13-9 0 0,-2-3 192 0,-11 12 16 0,5-14 16 0,-2-3 0 0,-3-2 96 0,-1 0 128 16,-3 0-208-16,-1-5 80 16,-4-5-160-16,-1-8-32 0,-2-4 0 0,0-2 0 31,0 0-384-31,-2 1-64 0,0 4-32 0,-1 4 0 0,-3 3 224 0,3 1 32 0,1 3 16 15,0 4 0-15,-1 4 528 0,1 5 0 0,2 2 0 0,3-1 0 16,1 1 304-16,1 3 64 0,7 9 16 0,0 0 0 16,0 0 192-16,0 0 64 0,0 0 0 0,0 0 0 15,0 0-416-15,0 0-80 0,8 24-16 0,6-2 0 0,3-1 256 0,6 5 64 0,-1 0 0 0,2 5 0 32,2 0-160-32,0 5-32 0,0 4 0 0,2 1 0 0,-1 3-256 15,1-3 160-15,1-3-160 0,1-3 128 0,1-3-128 0,-2-1 0 16,-1-3 144-16,-2-2-144 0,-1-5 128 0,1-2-128 0,-1-4 128 0,0-3-128 15,0-1 0-15,-3-3 0 0,-1-3 0 0,-2-1 128 16,-4-1-128-16,-1-3 0 0,-14 0 0 0,16-1 0 16,-16 1 128-16,15-7 0 0,-15 7 0 0,14-11 0 31,-4 3-128-31,-1-4 0 0,-2-2-176 0,-2 0 176 0,0-2 0 0,2 1 0 16,0-1 0-16,-2 3 0 0,-1-5 0 0,-1 1 0 0,1 2 0 0,-1-1 0 15,0 0 160-15,3 4 32 16,-3 0 0-16,-3 12 0 0,9-10 320 0,-9 10 64 15,13-5 0-15,1 3 16 0,-14 2-224 0,19 5-48 0,-1 0-16 0,-3 2 0 16,1 4-160-16,1-1-16 0,0 0-128 0,0 4 192 16,-3 0-192-16,2 0 128 0,-1-2-128 0,1 0 0 15,-1 0 0-15,-1 0 128 0,-3-2-128 0,-1 1 0 16,0-1-240-16,-1 2-80 16,-1 0-32-16,-8-12 0 15,0 0-2400-15,9 9-464 0</inkml:trace>
  <inkml:trace contextRef="#ctx0" brushRef="#br0" timeOffset="181301.1707">8478 10869 19343 0,'0'0'848'0,"-2"-11"192"0,0-3-832 0,2 14-208 0,0 0 0 0,7-8 0 15,-7 8 1696-15,16-2 288 0,-2 2 64 0,-1 5 16 16,3 6-1280-16,1 1-256 0,2 2-48 0,2 1-16 0,1 4 624 0,1 3 112 15,1 3 16-15,2 1 16 0,1 3-336 0,3 4-80 16,-1 1-16-16,-1 6 0 0,-2 1-256 0,0 2-48 0,-2 1-16 0,-2-6 0 16,1-2-288-16,-3-7-48 15,-1-3-16-15,-1-2 0 16,-3-1-128-16,1-3 0 0,-3-4 144 0,-1-2-144 16,-1-2-1152-16,-3 2-288 0,1 1-64 0,-9-15-8880 15,0 0-1776-15</inkml:trace>
  <inkml:trace contextRef="#ctx0" brushRef="#br0" timeOffset="181449.2229">8956 11487 10127 0,'0'0'896'0,"0"-13"-704"15,0-2-192-15,7-4 0 0,3-2 3600 0,6 0 688 16,3 2 144-16,3 2 32 0,2 3-3120 0,2 1-608 16,2 1-128-16,1 3-32 0,0 4-448 0,1 5-128 0,-3 3 0 15,1 4 0 1,0 2-320-16,-2 5-144 0,-4-1-32 0,-1-1-11600 0</inkml:trace>
  <inkml:trace contextRef="#ctx0" brushRef="#br0" timeOffset="181735.1539">9348 11564 8287 0,'0'0'368'0,"0"0"80"0,13-2-448 0,1 1 0 0,0-1 0 0,2 0 0 15,3 1 4032-15,3-1 736 0,4 0 144 0,0 0 16 16,0-1-3072-16,-2 1-608 0,-3-1-128 0,-1 1-32 0,1-3-496 0,-2 3-96 15,0 0-32-15,0 1 0 0,2-3-320 0,-4 1-144 0,-3-1 128 0,-14 4-128 32,14-1 0-32,-14 1 0 0,0 0 0 0,12-7-176 15,-12 7-32-15,0 0-16 0,7-12 0 0,-7 12 0 16,3-14 224-16,-3 2 0 0,0 12 0 0,-5-14 0 0,-2 2 128 0,7 12 128 0,0 0 32 0,-5-12 0 31,5 12 368-31,0 0 80 0,0 0 16 0,0 0 0 16,5-12-240-16,-5 12-32 0,12-7-16 0,4 5 0 0,-1 0-336 0,2 4-128 0,2 1 0 0,2 4 144 31,0 4-1360-31,1 1-256 0,1 0-64 0,-3-2-13072 0</inkml:trace>
  <inkml:trace contextRef="#ctx0" brushRef="#br0" timeOffset="181887.0592">9846 11216 28911 0,'-5'-42'1280'0,"5"20"256"0,4 1-1216 0,1 4-320 0,0 5 0 0,4 3 0 16,3 2 480-16,3 5 32 0,3 1 16 0,-1 4 0 31,-2 2-1248-31,3 4-256 0,-1 1-48 0,2 4-11648 0</inkml:trace>
  <inkml:trace contextRef="#ctx0" brushRef="#br0" timeOffset="182411.444">10230 11509 15663 0,'0'0'1392'0,"0"0"-1120"0,10-5-272 0,-10 5 0 0,14-5 2464 0,0-1 432 16,-1 0 96-16,0 0 16 0,-1 3-1664 0,0-1-320 15,-12 4-64-15,13-6 0 16,1-1-240-16,2-2-32 0,-1 4-16 0,1 1 0 16,-1 1-416-16,1-1-96 0,-1 1-16 0,-1 0 0 0,0-1-144 0,-2 1 0 15,-1-4 0-15,-11 7 128 0,12-7-128 0,-2 0 0 0,-1 0 0 0,-9 7 0 16,8-9 0-16,-8 9 128 0,7-10-128 0,-7 10 0 15,5-14 176-15,-3 2-48 16,-2 12-128-16,-5-12 192 0,0 2-192 0,-2 1 0 0,-2 0 0 0,1 3 0 16,-3 0 0-16,-1 3 0 15,0-6 0-15,0 6 0 0,-2 1 176 0,0 2-176 0,1 2 192 16,0 3-192-16,13-5 0 0,-12 9 0 16,4 1 0-16,1 0 0 0,2 2 128 0,1 2-128 15,4 0 0-15,4 2 0 0,1-1 0 0,3 1 0 16,3-1 0-16,3 2 0 0,3 1 0 0,2-3 0 0,2-1 0 15,-1-2 0-15,-1-3 0 0,0-2 0 0,2 0 0 0,0-1 0 16,-1 0 0-16,1-1 0 0,-2-2 0 0,0-1 0 16,2-2 0-16,-2 0 0 0,0-3 0 15,0 1 0-15,-2-2 0 0,0-1-144 0,-1-3 144 0,-2-1-192 16,-2-1 192-16,-2-2 0 0,-1-1 0 0,-1 0 0 0,1-3 0 16,-2 1 0-16,-4 1 0 0,2 0 0 15,-1 0 272-15,-1 0 96 0,-3-1 16 0,2 1 0 0,-2 14 608 0,4-12 128 16,-4 12 32-16,0 0 0 15,0 0-112-15,10-7-16 0,-10 7 0 0,19 3 0 16,2 4-704-16,-1 5-160 0,1 2-32 0,1 2 0 0,3 1-128 0,-3 4-176 16,0 1 48-16,1 1 0 0,-2-4 128 0,-4-2 0 15,-3-2-144-15,-4 3 144 16,-1 2-3056-16,-2 1-528 0,-2 5-128 16,-5-26 0-16</inkml:trace>
  <inkml:trace contextRef="#ctx1" brushRef="#br0">14593 13501 0,'0'0'0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4:56:33.96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513 40 2751 0,'0'0'128'0,"-2"-8"16"0,0-4-144 0,1 3 0 15,-1 0 0-15,2 9 0 0,-2-6 3392 0,2 6 640 0,0 0 128 0,0 0 16 0,0 0-3056 0,-10 5-608 16,-2 2-128-16,0 3-32 0,-4 4 288 0,1 3 64 0,-1 2 16 0,1 3 0 16,-4 1 160-16,1-1 16 15,-1 3 16-15,0 0 0 16,0 3-384-16,-1-2-80 0,-1-4 0 0,-2-3-16 0,1 0-192 16,0-1-48-16,1-1 0 0,2-2 0 0,0-1-192 0,-2-2 176 0,1 2-176 0,-1 2 160 15,0-1-160-15,-1 1 0 16,1-3 0-16,0-2-12192 0</inkml:trace>
  <inkml:trace contextRef="#ctx0" brushRef="#br0" timeOffset="-304.3529">273 356 2703 0,'0'0'0'0,"-14"-1"0"0,-1-1 144 0,4 0-16 0,-1 0-128 0,0 1 0 16,-2 1 0-16,-1-2 0 0,-1-2 0 0,1 3-208 16,-1-1 48-16,2-1 16 0,2-1 0 0,0 1 0 15,2-1 0-15,-1 2 0 0,3-1 144 0,8 3 144 0,0 0-16 0,0 0-128 0</inkml:trace>
  <inkml:trace contextRef="#ctx0" brushRef="#br0" timeOffset="215.958">-150 346 10127 0,'0'0'896'0,"0"0"-704"0,5-7-192 0,-5 7 0 0,12-2 3072 0,2 1 592 16,2-1 112-16,3 4 32 15,1 1-2560-15,5 0-512 0,2 1-96 0,2 1-32 0,1 0-256 0,-1-1-48 16,1-1-16-16,1-1 0 16,1 1-96-16,-1 3 0 0,1-1-16 0,-1 0 0 15,-2 2-176-15,0 0 160 0,1 0-160 0,1 0 160 0,-2-1-320 0,0 3-64 16,1 1-16-16,-3-1-7904 31,-1 0-1584-31</inkml:trace>
  <inkml:trace contextRef="#ctx0" brushRef="#br0" timeOffset="408.0152">994 389 15663 0,'0'0'1392'0,"0"0"-1120"0,0 0-272 0,0 0 0 0,0 0 2240 0,0 0 400 16,0 0 80-16,0 0 16 0,0 0-1968 0,0 0-400 15,0 0-80-15,4 10-16 0,-1 3-80 0,-1 0-32 16,0 1 0-16,-1 0 0 15,3 1-160-15,-1 3 160 0,1 1-160 0,3 7 160 16,0-2-1936-16,0-5-384 0,-1 3-80 0,7-6 0 0</inkml:trace>
  <inkml:trace contextRef="#ctx0" brushRef="#br0" timeOffset="848.8518">1462 403 14735 0,'0'0'1312'16,"7"-5"-1056"-16,2-2-256 0,1 2 0 0,4 1 1968 0,3 1 336 0,4-2 64 0,3-2 0 16,5 0-1376-16,2 0-288 0,-1 2-48 0,1-2-16 0,-2 0-336 0,0 2-80 31,1-1-16-31,-1 3 0 0,0 1-208 0,-1 2 128 0,-2 4-128 0,7 1 0 31,-7 0-1328-31,-6 0-352 0</inkml:trace>
  <inkml:trace contextRef="#ctx0" brushRef="#br0" timeOffset="3294.065">2670 318 9215 0,'-14'-13'816'0,"9"6"-656"0,-2 0-160 0,0-2 0 15,1 0 1552-15,-1 1 288 16,2 1 48-16,1 0 16 0,1-2-1152 0,3 9-240 16,0 0-32-16,1-10-16 0,3 0 32 0,1-1 0 0,2 1 0 0,1 3 0 15,3 2 272-15,3 1 48 0,3 1 16 0,2 1 0 16,0 2-32-16,3 2 0 0,1 3 0 0,4 4 0 15,4 5-288-15,2 1-64 0,0 1-16 0,0 1 0 16,0-2-288-16,1 1-144 0,1 0 160 0,10 4-160 31,-9-4-864-31,-3 1-272 0,-6 0-48 0</inkml:trace>
  <inkml:trace contextRef="#ctx0" brushRef="#br0" timeOffset="3053.6611">3057 71 18655 0,'0'-25'832'0,"0"14"160"0,-2-6-800 15,0 0-192-15,1-1 0 0,1 6 0 0,0 2 1216 0,1 1 192 0,3-1 32 0,-2 1 16 16,-2 1-592-16,0 1-112 0,0-2-32 0,0 9 0 0,0 0 0 0,0 0 0 0,0 0 0 16,0 0 0-16,0 0-368 0,-9 12-80 0,-3 2-16 0,0 9 0 15,-2 8-256-15,-2 5 128 16,-2 4-128-16,-3 3 0 15,0 0 144-15,-1-2-144 0,-3-1 0 0,3-2 144 0,3-2-144 0,2 0 128 16,1 1-128-16,-3 14 128 16,5 1-960-16,2-7-208 0,2-5-48 15,3-4 0-15,2-1-1792 0,2-8-384 0</inkml:trace>
  <inkml:trace contextRef="#ctx0" brushRef="#br0" timeOffset="3672.4669">3475 379 19119 0,'0'0'832'16,"0"0"192"-16,8-7-816 0,1 0-208 0,-1 2 0 0,5 0 0 0,0 1 688 0,3 1 80 16,-1 1 32-16,1 0 0 0,-2 0-288 0,0 2-64 15,-1 0-16-15,1 0 0 0,-3 2 128 0,1 0 16 0,-2 0 16 0,0-1 0 16,-10-1 0-16,11 2 0 15,-11-2 0-15,10 7 0 0,-1 2-224 0,-2 1-48 16,-7-10-16-16,5 12 0 0,-4 0-80 0,-1 0-16 16,0 4 0-16,-1-1 0 0,-4 1-208 0,-1-2 144 15,1 3-144-15,-2 0 128 0,0-1 0 0,1-1 0 0,-3-1 0 0,0-2 0 16,1 2-128-16,-1-2 0 0,2-2 0 16,0 1 128-16,2-1-128 0,5-10 0 0,0 0 0 0,0 0 128 0,0 0-128 0,7 9 128 15,2-2-128-15,3-4 128 0,1-1-128 0,5-2 192 16,4-2-192-16,7 0 192 0,4 1-192 0,4-3 0 15,-1 1 0-15,2-1 128 16,3 1-128-16,1 1 0 0,-1 2-192 0,14 0 192 16,-8 0-2320-16,-7 0-352 15,-8 0-64-15</inkml:trace>
  <inkml:trace contextRef="#ctx0" brushRef="#br0" timeOffset="5035.1744">4662 322 18015 0,'0'0'800'0,"0"0"160"0,-9-2-768 0,9 2-192 0,0 0 0 0,0 0 0 0,-3-10 1040 0,3 3 176 16,0 7 16-16,0 0 16 15,7-9-592-15,3-1-112 0,2-1-32 0,4 3 0 16,1-1-240-16,4 2-48 0,1 0-16 0,6 2 0 0,3 0-48 0,2 0-16 15,0 1 0-15,3 1 0 0,0 1-144 0,0 2 0 16,-3 4 144-16,12 1-144 16,-4 0-1664-16,-8-3-384 0</inkml:trace>
  <inkml:trace contextRef="#ctx0" brushRef="#br0" timeOffset="5275.0135">4819 54 10127 0,'-5'-12'896'16,"-2"0"-704"-16,0-2-192 0,2 2 0 0,0 2 1952 0,0-1 352 16,-1 3 80-16,3 1 16 0,-1 0-1024 0,4 7-208 31,0 0-32-31,0 0-16 0,0 0-128 0,0 0-32 0,0 0 0 0,0 0 0 16,0 0-240-16,7 12-48 0,0 2-16 0,2 5 0 15,0 3-240-15,-1 4-48 0,3 2-16 0,-1 3 0 16,0-2-144-16,1 1-16 0,-1-1-16 0,0 0 0 15,-1-1-176-15,0 0 160 0,-1-3-160 0,3 13 160 16,-3-5-1504-16,1 0-288 0,-1 0-64 0,-1-13-16 16</inkml:trace>
  <inkml:trace contextRef="#ctx0" brushRef="#br0" timeOffset="7807.0243">5746 142 6447 0,'0'0'272'0,"0"0"80"0,0 0-352 0,-2-8 0 0,0-1 0 0,2 0 0 0,0 1 2720 0,2-3 480 16,2 1 80-16,-1 0 32 15,2-2-1728-15,0-2-352 0,2 0-64 0,0 2-16 16,2 0-336-16,0 1-80 16,1 1-16-16,2 1 0 0,0 1-416 0,2 3-96 0,0 1-16 0,-1 1 0 15,1 3-192-15,0 1 0 0,2 3 128 0,-3 1-128 16,0 4 0-16,-1 1 0 15,-2 4 0-15,-1 1 0 0,-1 1 0 0,-3 0 0 0,-1 1 0 0,-2 0 0 16,-2 2 0-16,0-2 0 0,-4 2 0 0,-1-3 0 16,-2-2 0-16,-2-1 0 0,-1-1 0 0,-2-1 0 15,-2-1 0-15,0 1 0 0,-1-6 0 0,1 0 0 16,0-2 0-16,2 1 0 0,0-2 0 0,2-1 0 16,1 1 128-16,9-2-128 0,0 0 0 0,0 0 0 15,0 0 0-15,0 0 0 0,0 0-176 0,0 0 176 16,0 0-400-16,0 9 32 0,0-9 16 15,7 8 0-15,2-1 176 0,3 0 48 0,0 0 0 0,3 0 0 0,1 0 128 0,1 0-128 16,0 0 128-16,1-1-128 0,-3 1 128 0,1 0 0 0,1 0 0 16,-2-2 0-16,1 1 0 0,0 0 0 15,-1 1 0-15,1-1 0 0,-3 2 0 0,1 1 144 16,-2-2-16-16,-1 0-128 0,-1-2 128 0,-10-5-128 0,0 0 0 0,0 0 0 16,0 0 128-16,0 0-128 15,0 0 0-15,-3 12 0 0,-3-2 0 0,-2-1 160 0,-3-2-160 16,-1 0 128-16,-3-4-128 0,-2 4 0 0,-2 0 144 0,-4 2-144 15,-3-1 0-15,-1 1 128 16,-3-1-128-16,3-1 0 0,-1 0 0 0,0-2-160 0,1 1 16 0,-8-1 0 16,6-2-1888-1,6-3-368-15,-2-3-80 0,25 3-16 0</inkml:trace>
  <inkml:trace contextRef="#ctx0" brushRef="#br0" timeOffset="8216.3913">6188 286 8287 0,'2'-7'736'0,"1"0"-592"16,-3 7-144-16,5-7 0 0,-5 7 2864 0,9-4 528 16,1 4 128-16,2 4 0 0,2 1-2416 0,3 2-480 0,1 2-112 0,2-3 0 15,1 3-64-15,3 1-16 16,4 1 0-16,3 1 0 0,0 0-288 0,3-2-144 0,3 4 160 0,16 5-160 31,-3-3-1568-31,-3-4-416 0</inkml:trace>
  <inkml:trace contextRef="#ctx0" brushRef="#br0" timeOffset="8051.2161">6756 92 20271 0,'3'-34'1792'0,"1"22"-1424"0,-1 1-368 0,-3 11 0 16,0 0 1680-16,0 0 272 16,-3 12 48-16,-3 4 16 0,-1 3-1536 0,-1 2-304 0,-4 1-176 0,-4 2 192 15,-3 2-64-15,-3 0 0 0,-2-2 0 0,-2-1 0 0,2-3 0 0,-2-1-128 0,-2-1 192 0,2-1-64 16,2 0-128-16,2 0 0 15,1-3 0-15,2 2 0 0,0-3 0 0,3 3 0 16,1-1 0-16,-6 4 0 16,2-5-1936-16,2-3-432 0,0-3-64 0,6-3-32 0</inkml:trace>
  <inkml:trace contextRef="#ctx0" brushRef="#br0" timeOffset="8698.7837">7049 377 11967 0,'-14'-9'1072'0,"14"9"-864"0,-8-5-208 0,1 0 0 0,0 0 2288 0,7 5 400 16,0 0 96-16,0 0 16 15,0 0-2144-15,0 0-416 0,0 0-96 0,0 0-16 0,0 0-128 0,8-5 128 16,-8 5-128-16,12-2 128 0,1 2-128 0,-3 2 0 16,0-1 0-16,1 1-176 0,1 0 176 0,2 0 0 15,-2 1 0-15,0 0 0 0,0 1 0 0,0 1 0 16,-2 0 0-16,-10-5 0 0,11 4 0 0,-11-4 0 0,0 0 0 0,10 5 0 16,-10-5 0-16,9 7 0 15,-9-7 0-15,8 7 0 0,-8-7 0 0,0 0 0 0,0 0 0 0,7 10 0 16,-7-10 0-16,7 10 0 0,-7-10 0 0,7 12 0 31,-7-12-416-31,5 14-48 0,-5-14-16 0,0 0 0 16,5 16-48-16,-5-16-16 0,4 15 0 0,-4-15 0 0,1 11 288 0,-1-11 48 0,0 12 16 0,0-2 0 15,0-10 192-15,0 11 0 0,0-1 0 0,0-10-144 16,-1 12 400-16,1-2 64 0,0 1 32 0,0-11 0 16,3 10-96-16,1 0 0 0,-1 1-16 0,2-3 0 15,2 1-112-15,0 0 0 0,-7-9-128 0,0 0 192 16,5 10-192-16,0-1 0 0,-5-9 128 0,4 10-128 0,-4 2 0 0,0-12 0 15,-5 9 128-15,-6-1-128 0,-2 1 0 0,-6 0 0 16,-2-1 128-16,-3-1-128 16,-4 2 0-16,-1-4 0 15,-2 0 128-15,0-1-128 0,1-1 0 0,1 2 0 0,1-1 0 16,4-1 0-16,3 1 0 0,4-1 0 0,2 2 0 0</inkml:trace>
  <inkml:trace contextRef="#ctx0" brushRef="#br0" timeOffset="9184.5808">8047 394 19343 0,'-23'-12'848'0,"15"10"192"0,-1 1-832 0,9 1-208 0,0 0 0 0,0 0 0 0,0 0 1760 0,0 0 304 16,12 0 64-16,2-2 16 0,3 0-1504 0,2 1-320 16,0-1-48-16,2 0-16 0,1-1-256 0,4 1 0 15,3 0-208-15,3 0-8048 16,0 1-1600-16</inkml:trace>
  <inkml:trace contextRef="#ctx0" brushRef="#br0" timeOffset="9016.4735">8057 286 17503 0,'0'0'1552'0,"-2"-9"-1232"16,2-5-320-16,0 4 0 0,0 10 1984 0,7-9 352 0,2-1 64 0,1 1 16 16,2 0-1328-16,4 1-272 0,1-1-48 0,0 1-16 0,1-1-480 0,1 2-80 15,0 2-32-15,0 1 0 16,1 1-160-16,1 1 0 0,0 1 144 0,6 4-144 15,-3 4-560-15,-3 5-176 0,-4-2-32 0</inkml:trace>
  <inkml:trace contextRef="#ctx0" brushRef="#br0" timeOffset="9811.5213">8830 1 1839 0,'0'-11'160'0,"-2"3"-160"0,1 3 0 0,1 5 0 16,0 0 6080-16,0 0 1200 0,0 0 224 0,10 12 48 0,2 1-5552 0,2 3-1104 15,0 0-240-15,1 1-32 0,1 2-240 0,3 0-64 0,2 0 0 0,1 0 0 16,4-2-176-16,2 2-144 16,1-2 192-16,0 0-192 0,1 1 192 0,-1-1-192 15,0-1 192-15,-1-3-192 0,-1-1 0 0,-2-1 0 16,-3-3 0-16,-1-1 0 0,-2-1 0 0,-2 0 0 0,-3-2 0 0,-2-2 0 0,-2-4 0 15,1-2 0-15,-3-1 0 0,-8 5 0 0,7-8 0 0,0-3 0 32,-2-1 0-32,-1 0 0 0,-3-2-144 0,-1-1 144 15,0-3-128-15,0-1 128 0,-1-3-128 0,-1-2 128 16,0-4-128-16,1 1 128 0,-1-1 0 0,-2 4-128 0,1 3 128 16,-1 2 0-16,1 5 160 0,0 4 112 15,-1 1 32-15,1 2 0 0,3 7 240 0,0 0 48 16,0 0 16-16,0 0 0 0,-4 16-448 0,2 3-160 0,2 3 0 0,4 4 144 0,3 5-144 0,0 2 0 15,0-2 0-15,3 0 0 0,2 2 0 0,2-2 0 16,0-1 0 0,1-5 0-16,2 0 0 0,2-1 0 0,-1-2 0 0,4 13 0 31,-5-1-2624-31,-1 1-544 0</inkml:trace>
  <inkml:trace contextRef="#ctx0" brushRef="#br0" timeOffset="12661.7383">-2585 1630 15311 0,'0'0'672'0,"0"0"160"0,1-10-672 0,-1 10-160 0,0 0 0 0,9-12 0 15,-2 3 1120-15,3-1 192 0,2-2 32 0,2 3 16 0,-2 2-592 0,4-2-128 16,1 1-32-16,4-3 0 0,1-1-288 0,4 2-48 15,2 0-16-15,1 1 0 0,0 0-256 0,4 1 0 0,0 3 128 0,-2 1-128 0,-2 2 0 0,-1 2 0 16,-4 2-208-16</inkml:trace>
  <inkml:trace contextRef="#ctx0" brushRef="#br0" timeOffset="12842.1423">-2494 1754 15311 0,'0'0'672'0,"0"0"160"0,0 0-672 0,19-3-160 0,4-2 0 0,4-2 0 0,4 0 224 0,6-2 16 15,4-1 0-15,4 3 0 0,3 2-112 0,2-2-128 0,4 2 176 0,-1-4-176 16,1-1 0-16,-2-1 0 0,-8 3 0 0</inkml:trace>
  <inkml:trace contextRef="#ctx0" brushRef="#br0" timeOffset="13096.5973">-2076 1328 19295 0,'0'0'848'0,"10"-5"176"0,2 0-816 15,4 1-208-15,1 1 0 0,9 3 0 0,2 3 256 0,-1 2 16 0,1 2 0 0,-1 2 0 16,-2 3 336-16,4 16 64 0,-3 6 560 0,-5 1-544 0,-4-1-112 16,-3 1-32-16,-2-1 0 0,-5 2-288 0,-2-3-64 0,-3 0-16 0,-4-2 0 15,-3-2-176-15,-4-1 160 16,-3-2-160-16,-2 0 160 0,-1 5-160 0,-1 0 0 16,-1 0 0-16,0-2 0 0,-1-1 0 0,1-2 0 0,0-2 0 0</inkml:trace>
  <inkml:trace contextRef="#ctx0" brushRef="#br0" timeOffset="15263.8554">3135 1723 19343 0,'-2'-20'848'0,"4"14"192"0,-2 6-832 0,3-5-208 0,2-3 0 0,2 2 0 0,2 3 848 0,1-1 128 32,0-1 32-32,3 4 0 0,-3-1-688 0,0 2-128 15,1-2-16-15,-11 2-16 0,10 2 480 0,-10-2 80 16,12 7 32-16,-2 0 0 0,1-4-80 0,-1 2-16 0,-10-5 0 0,10 9 0 16,-10-9-320-16,11 9-64 0,-11-9-16 0,10 8 0 0,-10-8-128 15,7 12-128 1,-7-12 192-16,5 14-192 0,-1-2 128 0,-4-12-128 0,-2 14 0 0,-1-2 0 0,-1 4 128 0,-1-3-128 15,-2-1 0-15,0 1 0 0,0 0 128 0,0 1-128 32,-1-4 0-32,1 3 0 0,0-1 0 0,0 0 0 0,0-2 128 0,0 0-128 15,0-1 0-15,7-9 0 0,0 0 0 0,0 0 0 0,0 0 128 16,0 0-128-16,0 0 0 0,0 0 0 0,11 5 144 16,2-3-144-16,6-4 0 0,4-3 144 15,3-2 800-15,5 0 144 0,3 0 48 0,20-3 0 16,-2 1-1728-16,1-1-352 0,-1 0-64 15,1-1-16-15,1 1-192 0,-6 0-32 16,-6-1-16-16</inkml:trace>
  <inkml:trace contextRef="#ctx0" brushRef="#br0" timeOffset="16144.7473">4087 1635 20559 0,'0'0'896'0,"0"0"208"0,0 0-880 0,0 0-224 0,11-3 0 0,-1-2 0 16,2-2 1168-16,4 0 192 0,3 0 48 0,1 3 0 16,3 1-528-16,4 1-112 0,6-1 0 0,2-1-16 15,1 3-480-15,4-3-80 0,3 1-32 0,-4-2 0 16,-1-1-160-16,-1-1 0 15,-3 1 0-15,-1-1-8528 16,-2 1-1744-16</inkml:trace>
  <inkml:trace contextRef="#ctx0" brushRef="#br0" timeOffset="16363.1869">4412 1435 5519 0,'-17'-16'240'0,"17"16"64"0,-7-6-304 0,1 0 0 0,6 6 0 0,0 0 0 0,0 0 4544 0,0 0 864 32,0 0 160-32,0 0 48 0,4 11-3520 0,1 3-704 0,0-1-144 0,4 5-32 15,-2 1-64-15,1 1 0 16,3 1-16-16,-1 0 0 0,2 1-640 0,2 2-128 16,2 0-32-16,-1-1 0 0,1-2-336 0,-1-2 144 0,-1-2-144 0,3 0-6944 31,0 2-1456-31,-1-2-304 0</inkml:trace>
  <inkml:trace contextRef="#ctx0" brushRef="#br0" timeOffset="14893.3901">2320 1587 21183 0,'-14'-16'1888'0,"14"16"-1504"0,-5-7-384 0,5 7 0 15,0 0 432-15,0 0 16 0,0 0 0 0,0 0 0 0,0 0 256 0,0 0 64 16,0 0 16-16,9 9 0 0,-3 0-16 0,8 3-16 16,2 2 592-1,1-1-576-15,0 1-128 0,1-2-32 0,1 0 0 16,1-1-368-16,3-1-80 0,1 0-16 0,0-1 0 15,2 3-144-15,0 0-272 0,0-1 64 0,0-3-8880 16,-1 3-1792-16</inkml:trace>
  <inkml:trace contextRef="#ctx0" brushRef="#br0" timeOffset="14684.7969">2758 1388 4607 0,'0'0'400'0,"0"0"-400"0,7-5 0 0,-7 5 0 16,0 0 3072-16,0 0 512 0,0 0 128 0,0 0 0 0,0 0-1792 0,0 0-352 0,-3 12-80 0,-2 4-16 15,-6 1-128 1,-1 2-48-16,-3 0 0 0,-1 4 0 0,-3-3-224 0,0 1-48 15,-2 0-16-15,1-1 0 0,-1 1-368 0,2 1-80 0,0-1-16 0,2-2 0 16,1-2-544-16,2 1 0 0,1-3 0 0,-1-1 0 16,2-2 0-16,1 2 0 15,3-2 0-15,1 2-9840 16,-2-2-2064-16</inkml:trace>
  <inkml:trace contextRef="#ctx0" brushRef="#br0" timeOffset="13948.1888">119 1620 4607 0,'0'0'400'0,"0"0"-400"0,0 0 0 0,0 0 0 0,0 0 3472 0,0 0 624 16,0 0 112-16,0 0 16 15,19 3-3136-15,0-1-640 16,0-2-128-16,2 3-32 0,0 2 576 0,-1 1 112 15,1-3 32-15,3-1 0 0,2-2-128 0,4 3-32 0,2 2 0 0,-8 1 0 16,6-1-480-16,1 2-112 0,2 1 0 0,1-1-16 16,1 4-240-16,-1-1 0 0,1-1 128 0,10 4-128 31,-9-1-2112-31,-7 1-480 0,4 0-96 0,-11 1 0 0</inkml:trace>
  <inkml:trace contextRef="#ctx0" brushRef="#br0" timeOffset="13739.3827">432 1416 19407 0,'0'-21'848'0,"1"9"192"0,1 0-832 0,0 4-208 0,-2 8 0 0,0 0 0 0,0 0 672 0,0 0 96 15,0 0 0-15,0 0 16 16,0 17-528-16,-4 2-128 0,-2 3 0 0,-1 6-128 0,-4 3 560 0,1 0 0 16,-2-2 0-16,0 1 0 0,0-1-128 0,0-1-32 15,1-4 0-15,1-2 0 0,0-1-208 0,1-4-32 16,-1-3-16-16,3 0 0 0,7-14-144 0,-7 14 0 0,0-2 0 0,7-12-176 16,-7 13-80-16,7-13 0 15,0 0-16-15,0 0-11184 0</inkml:trace>
  <inkml:trace contextRef="#ctx0" brushRef="#br0" timeOffset="14141.9326">939 1737 18431 0,'0'0'816'0,"0"0"160"0,0 0-784 0,0 0-192 0,0 0 0 0,11 2 0 0,-1-1 1408 0,0 1 256 0,-10-2 32 0,12 4 16 31,-1 1-1232-31,-1 0-240 0,-10-5-48 0,9 9-16 16,-1 1-176-16,3 2 0 0,-3 0 0 0,1 4 0 15,-2-1 0-15,1 1 0 0,1-1 0 0,-2 3-7440 0,0-3-1520 0</inkml:trace>
  <inkml:trace contextRef="#ctx0" brushRef="#br0" timeOffset="14411.2262">1436 1713 11055 0,'0'0'976'0,"0"0"-784"15,12 2-192-15,2-2 0 0,2 0 2368 0,1-2 416 0,2 0 96 0,3 0 0 16,2-1-1488-16,2 0-304 0,2-1-64 0,0-1-16 15,-2 0-464-15,3 0-96 0,0-2 0 0,2 1-16 0,0 1-432 0,0 2 0 16,2 1 0-16,-2 2-11872 0</inkml:trace>
  <inkml:trace contextRef="#ctx0" brushRef="#br0" timeOffset="16879.5952">5128 1345 22111 0,'-5'-8'1968'0,"0"-1"-1584"16,0 0-384-16,1 2 0 0,1 1 688 0,-1-1 48 15,1 0 16-15,3 7 0 0,0-7-192 0,0 7-48 0,0-9 0 0,0 9 0 16,5-7 192-16,2 2 48 16,1 0 0-16,3 2 0 0,3-1-416 0,1 2-80 15,2 2 0-15,1-1-16 0,1 2-240 0,1 3 0 16,-1-2 0-16,0 1 0 0,0-1 0 0,-1 1 0 16,-1 1 0-16,0-1 0 0,-1 0 0 0,-3 1 0 0,-1-1 0 0,-1 1 0 15,-3 3 0-15,-8-7 0 0,0 0 0 0,4 10 0 16,-6 0 0-16,-1 1 0 15,-4-3 0-15,-4 3 0 0,-1 1 0 0,-1 0 0 0,-1 0 128 0,0-2-128 16,0 1 0-16,0-1 0 0,-1 0 0 0,-1 1 0 16,4-1 0-16,0 2 0 0,2-1 0 0,1-3 0 0,2 1 0 0,4 1 0 15,3-3 0-15,0-7 0 0,0 0 0 0,5 10 0 32,4-1 0-32,1 1-160 0,2-4 160 0,4-1 0 0,1-2 0 0,2 2 0 15,2 1 0-15,-1 1-128 0,3-2 128 16,1 2-128-16,0-2 128 0,0 2 0 0,0 1 0 0,0 1 0 0,-1 1 0 0,-1 2 0 15,1 0 0-15,-2 1 0 0,-4-1 0 0,-2 0 0 16,1-2 0-16,-4 0 0 16,-3 1 0-16,-3-1 0 0,-6-10 0 0,0 0 0 0,0 0 0 15,-6 9 0-15,-5-2 0 0,-3 0 0 0,-5-1 0 16,-1 0 0-16,-4-1 128 0,-4 0-128 0,-1-2 128 0,-2 3-128 16,-1-1 128-16,1 0-128 0,0-3 0 0,2 3 0 15,1 0 0-15,1 0 0 0,-3-1 0 0,6-1-240 16,4 1 64-16,4-3-8704 0,4 1-1744 0</inkml:trace>
  <inkml:trace contextRef="#ctx0" brushRef="#br0" timeOffset="17283.9536">5734 1514 15663 0,'0'-10'1392'0,"2"0"-1120"0,-1-2-272 0,3 3 0 15,3 4 2080-15,1 0 352 0,4 1 80 0,2 2 16 16,0 1-1392-16,2 1-288 0,1 3-48 0,3 1-16 0,3-1-16 0,1 1 0 15,2 2 0-15,0 3 0 16,0 1-432-16,1 1-80 0,1 3-32 0,12 3 0 16,-4 0-880-16,-3-1-176 0,-4-1-48 0,-10-3-12096 0</inkml:trace>
  <inkml:trace contextRef="#ctx0" brushRef="#br0" timeOffset="17099.1688">6103 1237 24879 0,'5'-16'2208'0,"-5"16"-1760"0,0 0-448 0,0 0 0 0,0 0 1200 0,0 0 144 31,0 0 48-31,6 10 0 0,-5 2-816 0,-2 1-144 0,-5 0-48 0,-2 3 0 16,-4 3 240-16,-2 3 32 0,2 2 16 0,-4 7 0 0,-1 2-320 0,-2 2-64 31,0-1-16-31,-2-3 0 0,1-1-272 0,1-1 0 0,0-1 128 0,-9 4-128 31,4-7-720-31,1-5-208 0,4-2-32 0,7-5-8768 0,-1-2-1728 0</inkml:trace>
  <inkml:trace contextRef="#ctx0" brushRef="#br0" timeOffset="17733.0653">6445 1665 22111 0,'0'0'1968'0,"-5"-7"-1584"0,5 7-384 0,0 0 0 16,0 0 624-16,3-9 32 0,2 0 16 0,1 2 0 15,-6 7-224-15,8-5-32 0,1 0-16 0,1 2 0 0,2 1-144 0,2 0-16 16,2 2-16-16,-3 0 0 0,0 2-32 0,0 1-16 16,3 1 0-16,-2-1 0 0,-1 1-176 0,1-1 0 15,0 1 144-15,-2-1-144 16,0 1 0-16,-1-1 0 15,-11-3 0-15,10 5 0 0,-10-5 0 0,0 0 0 16,0 0 0-16,0 0 0 0,0 0 0 0,0 0 0 0,0 0 0 0,5 9 0 16,-5-9 0-16,0 0 128 0,0 0-128 0,2 10 0 15,-2-10 0-15,0 0 0 0,0 0 0 0,0 12 0 16,0-12 0-16,0 12 0 0,0-12 0 0,2 11 0 16,-2-11 0-16,0 0 0 0,3 12 0 0,-3-12 0 0,0 0 0 0,3 10 0 15,-3-10 0-15,6 12 0 0,-6-12 0 0,5 14 0 16,0-2 0-16,0-2 0 0,-5-10 0 0,7 14 0 15,0-2 0-15,0-1 0 0,2 1 0 0,-3 0 0 16,1-2 0-16,0 1 0 0,0-5 0 0,-7-6 0 16,0 0 0-16,5 11 0 0,-5-11 0 0,0 10 0 15,0-10 0-15,-8 11 0 0,-4-1 0 0,-2-1 144 0,-2-3-16 0,-1 1-128 0,-4-1 144 16,1-1-144-16,-1 0 0 0,0 0 144 0,0 0-144 0,1-1-176 16,-1-1 48-16,-1-1-8144 15,-3-2-1632 1</inkml:trace>
  <inkml:trace contextRef="#ctx0" brushRef="#br0" timeOffset="19152.1514">8564 1188 24879 0,'0'0'2208'0,"0"0"-1760"16,0 0-448-16,0 0 0 16,9 9 944-16,0 3 96 0,-1 0 32 15,3 2 0-15,-1 0-512 0,2 1-112 16,0 1 0-16,2-3-16 0,0 3-128 0,1-2-32 0,1 1 0 0,-1-1 0 0,3 0-112 0,-1-2-32 16,0-2 0-16,0 1 0 0,-1-4-128 0,0-2 0 31,-3-3 0-31,-1-2 0 0,0-2 128 0,1 2-128 0,-3-4 0 0,0-1 128 15,-1-3-128-15,1-1 0 0,1-1 0 0,-1-2 0 0,0-1-224 0,1 1-32 16,-3-1 0-16,1-1 0 0,0-4 96 0,-1 3 16 0,1-2 0 16,-1 1 0-1,1 1 144-15,0 3 0 0,-2 1 0 0,0 3 0 0,-1-3 224 0,1 4 80 16,-7 7 16-16,0 0 0 0,0 0 608 0,0 0 128 16,11 4 32-16,-1 4 0 15,0 4-464-15,1 4-96 0,1 3-16 0,0 5 0 16,0 5-336-16,2 6-176 0,0 6 160 0,1 3-160 15,-1 0 0-15,0 5 128 0,-2-1-128 0,2 16 0 32,-6-14-928-32,-1-3-224 0,-2-1-64 0</inkml:trace>
  <inkml:trace contextRef="#ctx0" brushRef="#br0" timeOffset="18697.1866">7534 1784 3679 0,'0'0'320'0,"0"0"-320"0,0 0 0 0,0 0 0 15,0 0 4800-15,0 0 896 0,0 0 192 0,16 1 16 0,4-2-3856 16,6-1-768 0,4 0-144-16,4 0-48 0,4 2 640 0,7 0 112 0,3-1 16 0,6 1 16 15,1 0-2192-15,-2 0-448 0,-3 0-96 0,-5 1-16 32,-3-1-1056-32,-4 2-224 0</inkml:trace>
  <inkml:trace contextRef="#ctx0" brushRef="#br0" timeOffset="18513.9029">7734 1078 19743 0,'0'0'880'0,"5"-7"176"0,-5 7-848 0,9-4-208 0,0-3 0 0,-9 7 0 16,0 0 928-16,0 0 144 0,0 0 16 0,0 0 16 15,0 0-240-15,0 0-48 0,0 0-16 0,0 0 0 16,-2 11-224-16,-3 1-64 0,-4 3 0 0,1 1 0 0,-1 0-176 0,0-1-32 15,1 2-16-15,-1 2 0 16,0 0-288-16,2 0 128 0,1 0-128 0,0 0 0 0,1 0 128 0,2 0-128 16,-1 0 0-16,1 0 0 0,1-2 0 0,0 2 0 0,2-1 128 0,2-1-128 15,2-2 0-15,1-1 0 0,2-2 0 0,3 2 0 0,2-2 160 0,5-1-160 16,4-1 128-16,3-1-128 16,4-3 128-16,5 1-128 0,3 0 128 0,4-3-128 0,-1-1 0 0,3-1 0 15,1 0 0-15,10-1 0 16,-11 1-544-16,-8 3-192 0,-6 4-32 15,-13-4-11952-15</inkml:trace>
  <inkml:trace contextRef="#ctx0" brushRef="#br0" timeOffset="20116.7334">93 2707 23775 0,'-3'-17'1056'0,"3"17"224"0,0 0-1024 0,-2-11-256 0,2 11 0 0,0 0 0 16,0 0 720-16,0 0 112 0,0 0 0 0,0 0 16 16,0 0-16-16,12-5 0 0,-12 5 0 0,16 2 0 15,-1 1-224-15,8 4-48 0,4 4-16 0,3 1 0 16,-3 0-240-16,4 0-48 0,2 0-16 0,2 2 0 16,-1 1-240-16,4 1 0 0,5-1 128 0,-1 4-128 15,-1 2 0-15,-1 2-240 0,-2 1 48 0,-4-2-9408 16,-1 1-1904-16</inkml:trace>
  <inkml:trace contextRef="#ctx0" brushRef="#br0" timeOffset="19916.0916">601 2479 25215 0,'0'0'1120'0,"0"0"224"0,-14-2-1072 0,0 2-272 0,0 4 0 0,1-1 0 16,-1 1 832-16,-2 4 128 0,-1 6 0 0,-2 2 16 16,-2-2-416-16,1 3-96 0,-1 4-16 0,0 1 0 15,-1 2 256-15,-1 2 64 0,1 0 0 0,3 2 0 0,5 1-320 0,0 4-48 0,2 1-16 0,2 2 0 31,1-1-256-31,2-4-128 0,0-3 0 0,-1-4 128 0,-1-3-128 0,1-1-256 0,1-4 64 0,0-1 16 16,-2 1-3024-16,0-6-624 0,9-10-112 0,-22 14-32 0</inkml:trace>
  <inkml:trace contextRef="#ctx0" brushRef="#br0" timeOffset="20317.8474">886 2847 17503 0,'0'0'768'0,"0"0"176"0,-4-12-752 0,4 12-192 16,0 0 0-16,0 0 0 15,0 0 2608-15,0 0 480 0,0 0 112 0,4 15 0 16,-1-1-1792-16,2 2-384 0,2-1-64 0,2 2 0 0,-1 1-304 0,3-1-48 0,-1 0-16 0,2-1 0 16,0-1-416-16,2 1-176 0,2-6 128 0,-1 1-128 31,-1-5-1760-31,2 5-432 0</inkml:trace>
  <inkml:trace contextRef="#ctx0" brushRef="#br0" timeOffset="20581.1871">1669 2799 24703 0,'0'0'1088'0,"0"-14"240"0,0 14-1072 0,5-12-256 0,-5 12 0 0,9-12 0 16,0-1 1296-16,1 3 208 0,0-2 32 0,1 3 16 16,-1 1-576-16,4 1-112 0,0 0-32 0,0 2 0 0,1 0-512 0,2 1-128 15,2 1 0-15,2 1-16 0,1 0-176 0,3 2 0 16,0 0 0-16,1 0-10016 16,2 0-2032-16</inkml:trace>
  <inkml:trace contextRef="#ctx0" brushRef="#br0" timeOffset="21048.6632">2423 2479 13823 0,'-8'-14'1216'0,"8"14"-960"0,0 0-256 0,0 0 0 0,-5-7 2560 0,5 7 448 16,0 0 112-16,0 0 16 16,0 0-1568-16,0 0-304 0,0 0-64 0,0 0-16 15,0 0-272-15,10 6-48 0,2 1-16 0,0-1 0 0,2 1-16 0,2 4 0 16,1 3 0-16,3 1 0 0,3-1-528 0,1 3-112 15,2 2-32-15,2 2 0 16,-3 0-160-16,1 1 0 0,0-1 0 0,9 10 0 16,-6-4-2288-16,-1-1-432 0,-4 0-96 0,-3-9 0 0</inkml:trace>
  <inkml:trace contextRef="#ctx0" brushRef="#br0" timeOffset="20830.7319">2772 2440 16575 0,'0'0'1472'16,"0"0"-1168"-1,-9-7-304-15,9 7 0 0,0 0 3856 0,0 0 720 16,0 0 144-16,0 0 16 0,0 0-3408 0,0 0-688 15,-6 8-144-15,-3 6-32 0,-1 2-144 0,-1 1-48 0,1 0 0 0,-6 7 0 16,3-1-80-16,0-3 0 16,1 5-16-16,2 0 0 0,-2 1-176 0,0 0 0 15,2 0 0-15,-1 2 0 0,1 3 0 0,-1-2 0 0,3-8-192 0,-1 3 192 32,1 2-2624-32,-1 0-416 0,2-7-80 0</inkml:trace>
  <inkml:trace contextRef="#ctx0" brushRef="#br0" timeOffset="21362.3803">3150 2762 6447 0,'0'0'272'0,"2"-15"80"0,-2 15-352 0,5-12 0 16,-5 12 0-16,10-9 0 0,-10 9 3968 0,16-7 736 15,-16 7 144-15,14-5 16 0,-14 5-3888 0,14-2-784 16,-14 2-192-16,0 0 0 0,0 0 128 0,13 5 0 0,-13-5-128 0,11 9 192 16,-11-9 256-16,8 12 64 15,-3 2 0-15,-1-2 0 0,-2-2-32 0,-2 2 0 0,0 1 0 0,-2 0 0 16,0 1 0-16,-1 0 0 0,-2 0 0 0,1-2 0 0,1-2-208 0,-1 1-32 15,1-1-16-15,3-10 0 0,-2 12-224 0,2-12 176 0,-2 10-176 0,2-10 160 16,2 12-160-16,-2-12 0 0,0 0 0 0,0 0 0 31,14 12 880-31,0-5 144 0,-1-5 16 0,5 0 16 32,1 1-1648-32,1-3-336 0,3-3-64 0,1 3-16 0,2 2 1664 0,2 1 336 0,1-3 64 0,0 2 16 15,2 1-864-15,4 1-208 0,-1-1 0 0,-1-3-10288 16,-2-2-2096-16</inkml:trace>
  <inkml:trace contextRef="#ctx0" brushRef="#br0" timeOffset="23641.0014">6214 2636 14735 0,'-11'-24'640'0,"8"14"160"0,1-1-640 0,0 1-160 0,2 1 0 0,4-1 0 15,1 1 2848-15,2 4 544 0,2 2 96 0,1-1 32 16,0-3-2736-16,1 2-528 0,1-2-128 0,0 4 0 16,0-1-128-16,0 3 0 0,0 1 128 0,0 1-128 15,-2 3 0-15,-10-4 0 0,11 3 0 0,-1 3 0 16,-10-6 0-16,9 8 0 0,-9-8 0 0,7 12 0 0,-2-1 0 0,-2-1 0 15,-3-10 0-15,0 10 0 0,0-10 0 0,0 12 0 16,0-12 0-16,-1 11 0 0,1-11 0 0,-7 8 0 0,0 1 0 0,0-2 0 16,-2-2 0-16,1 0 0 0,-1 0 0 0,9-5 0 15,-9 6 128-15,9-6-128 16,0 0 128-16,0 0-128 0,0 0 0 0,0 0 0 0,-3 13 0 0,3-13 0 16,0 0 0-16,10 14-160 0,2-2 160 0,2-1 0 15,2 1-176-15,-1 0 176 16,1-2-160-16,3 4 160 0,5 0 0 0,-3 0 0 0,-4-4-128 0,-3 2 128 15,1 0 0-15,3 0 0 0,-5 2 0 0,5 7 0 16,-3-2 0-16,-3-4 0 16,-1-3 0-16,-5 0 0 0,-6-12 0 0,6 12 0 15,-3-1 0-15,-3-11 0 0,0 0 0 0,-3 12 0 0,3-12 0 0,-9 9 0 16,-5-4 0-16,-1 0 208 0,-4 2-64 0,-2-4-16 16,-3-3-128-16,-2-1 0 0,-2-5 0 0,-1-1 0 15,-2 2 0-15,0 0 0 0,0 0 0 0,3-2 0 16,2-2 0-16,6 1-144 0,2-3 0 0,6 1-8112 15,4-2-1600-15</inkml:trace>
  <inkml:trace contextRef="#ctx0" brushRef="#br0" timeOffset="22030.3774">4065 2693 8287 0,'0'0'736'0,"0"0"-592"16,-9-8-144-16,9 8 0 0,0 0 3712 0,0 0 704 16,2-12 128-16,3-1 48 0,4 3-2416 0,3 0-464 0,2-2-112 0,5 0 0 0,1-1-784 0,6 3-160 15,4 3-16-15,6-5-16 0,7 0-336 0,2 2-64 16,-2 3-16-16,4 0 0 0,-3-2-208 0,-2 1 0 0,-6-1 0 15,-3 2 0 17,-4 2-1024-32,-5 3-288 0,-5 2-64 0</inkml:trace>
  <inkml:trace contextRef="#ctx0" brushRef="#br0" timeOffset="22227.6691">4248 2450 24127 0,'0'0'1072'0,"0"0"208"0,0 0-1024 0,0 0-256 0,0 0 0 0,0 0 0 16,0 0 1520-16,0 0 240 0,0 0 48 0,17 3 16 0,0 2-352 0,1 2-80 15,-1 0-16-15,2 0 0 0,-2 0-608 0,0 5-128 16,1 4-32-16,1 3 0 0,-2 1-432 0,2 5-176 0,0 0 128 0,0 1-128 31,-4 2-912-31,1-2-272 0,-2 1-48 0,-1-1-14448 0</inkml:trace>
  <inkml:trace contextRef="#ctx0" brushRef="#br0" timeOffset="22765.3128">4990 2395 15663 0,'0'0'688'0,"-12"-4"144"0,3-4-656 0,9 8-176 0,0 0 0 0,0 0 0 16,0 0 1440-16,0 0 256 0,18-4 48 0,-1 2 16 16,0-1-1056-16,2 1-224 0,0 2-32 0,2 0-16 15,-1 0 448-15,5 2 80 0,0 1 32 0,-6-1 0 16,4-2-544-16,-1 2-96 0,1-4-32 0,-1 2 0 0,2 0-48 0,-3 0-16 31,-2 2 0-31,-2 0 0 0,-1-1-128 0,-2 1-128 0,-2 0 192 0,-2 1-192 0,-10-3 128 0,0 0-128 31,0 0 0-31,0 0 0 0,0 0 0 0,0 0 0 0,-3 11 0 0,-6 4 0 16,-5-3 144-16,0-3-144 0,-1-2 0 0,-2 0 144 0,-2-1-144 0,-2 3 0 16,-3-2 0-16,1 0 0 0,-1 0 0 0,2-4 0 15,-1 2 0-15,4-1 0 0,4-1 0 0,1 1 0 0,0-1 0 16,14-3 0-16,0 0 0 0,0 0 0 16,0 0 0-16,0 0 0 0,0 0 0 0,14 9 0 15,1-2 0-15,6-2 0 0,5 2 0 0,2 0 0 16,-1 1 0-16,1 1 0 0,0 0 0 0,-1-1 0 0,1 1 0 0,-1 1 0 15,1 1 0-15,0 1 0 0,-2 0 0 0,-2 0 0 0,-2 0 0 16,-1 2 0 0,-4-6 0-16,-3 3 0 0,-4-1 0 0,-10-10 0 0,5 14 0 15,-3 0 0-15,-4 0 0 0,-3-1 0 0,-3-2 0 0,-6-1 0 16,-3 2 0-16,-4-1 192 16,-3-1-192-16,-2 4 192 0,-4 1-192 0,-1-1 160 0,-1-2-160 0,-3 2 160 0,-1 1-160 0,-2-2 0 15,0-3 0-15,0 0 0 16,-2-3 0-16,6-2 0 0,4-3 0 0,6 1 0 31,5-3-1936-31,7-3-272 0</inkml:trace>
  <inkml:trace contextRef="#ctx0" brushRef="#br0" timeOffset="23161.2346">5539 2469 11967 0,'0'0'1072'16,"7"-9"-864"0,1 2-208-16,3 2 0 0,1 2 2784 0,2 1 512 15,1 0 96-15,2 2 32 0,1 0-1776 0,1 5-368 0,1 1-64 0,1-1 0 16,0 0-272-16,1 2-48 15,1 0-16-15,-3 5 0 0,1 3-512 0,0 4-112 0,-1 2 0 0,5 12-16 32,-8-2-960-32,-2-2-192 0,3 2-48 0,-8-15-12592 0</inkml:trace>
  <inkml:trace contextRef="#ctx0" brushRef="#br0" timeOffset="22990.5415">5912 2407 19343 0,'0'0'1728'0,"0"0"-1392"0,0 0-336 0,0 0 0 0,0 0 2816 0,0 0 480 16,0 0 96-16,0 0 32 16,-11 1-2368-16,1 5-480 0,-2 1-80 0,-4-1-32 15,-1 0 96-15,-2 2 16 0,-2 1 0 0,1 3 0 16,-1 2-336-16,0 0-64 0,0 5-16 0,3 1 0 0,0-1-160 16,1 2 0-16,0-2 0 0,-6 9 0 31,4-3-1296-31,4 0-304 0,1-8-48 0,0 0-8016 0,0-3-1600 0</inkml:trace>
  <inkml:trace contextRef="#ctx0" brushRef="#br0" timeOffset="24017.9326">7513 2134 9215 0,'-8'-14'400'0,"8"14"96"0,-5-8-496 0,1 1 0 0,2 0 0 0,2 7 0 16,0-7 3200-16,0 7 528 16,0 0 112-16,9-5 32 0,1-2-2544 0,2 5-512 15,2 0-112-15,2 2 0 0,1 0-368 0,2 4-64 0,2-1-16 0,1 1 0 16,1 1 384-16,1 0 80 0,0 0 16 0,0 2 0 15,-2 3 32-15,-1 1 0 16,-2 1 0-16,0 2 0 0,-2 1-32 0,-3-1 0 0,-3 0 0 0,-3 0 0 16,-1-1-224-16,-3 1-64 15,-4 0 0-15,-2 0 0 0,-2 0-224 0,-1 0-48 0,-2-1-16 0,0 3 0 16,-3-1-160-16,0 1 0 0,-2-2 0 0,-2 0 0 16,0-1 0-16,0 1 128 0,0 0-128 0,1-2 0 0,-3 2 0 0,1 0 0 15,1-1 128 1,0 3-128-16,-2 3 0 0,1 0 0 0,-2 0 0 0,-11 14 0 15,2 1-1920 1,0-1-272-16,0-2-48 0,4-2-11904 0</inkml:trace>
  <inkml:trace contextRef="#ctx0" brushRef="#br0" timeOffset="24266.5081">8280 2441 22111 0,'0'0'1968'0,"0"0"-1584"16,0 0-384-16,13 0 0 0,-13 0 2592 0,14 4 432 15,-14-4 96-15,0 0 16 0,-7 17-2384 0,-6 4-480 16,-8 1-80-16,-5 1-32 0,-7-4 176 0,-1 1 48 16,-4 6 0-16,-2-2 0 0,-1-1-128 0,1 3-32 0,2-6 0 0,2 4 0 15,-1 1-224-15,5-1 144 0,4 0-144 0,6 2 128 16,1-4-128-16,5-4 0 0,2-5 0 0,4-1-176 31,1-1-2736-31,9-11-544 0</inkml:trace>
  <inkml:trace contextRef="#ctx0" brushRef="#br0" timeOffset="24671.0706">8402 2227 27359 0,'-2'-20'1216'0,"2"20"240"0,0 0-1168 0,0 0-288 0,6-6 0 0,-6 6 0 16,10 0 464-16,0 4 48 0,-1 3 0 0,0 1 0 0,-1 1-128 0,-1 0-32 31,0 3 0-31,0 0 0 0,0 2 128 0,1 1 32 0,3 1 0 0,-1-1 0 0,2 1-256 0,2-3-64 16,2 1 0-16,1-2 0 0,-2-1-192 0,1-3 0 15,-1-1 128-15,1 0-128 0,1-2 0 0,1-1 128 16,-5-4-128-16,3 0 0 0,1 0 128 0,0-2-128 16,1-1 0-16,-1-3 0 15,0 1 128-15,0-2-128 0,-3-1 0 0,0-1 144 0,-2-1-144 0,0-2 0 16,0-2 0-16,-1 2-176 0,-4 0 176 0,-1 1 0 0,1 1 128 0,-1 0-128 16,-5-1 320-16,1 3 0 15,-2 1 0-15,0 7 0 0,0 0 512 0,0 0 80 16,0 0 32-16,0 0 0 0,0 0-544 0,-5 14-96 15,0 1-32-15,1 4 0 0,2 3-272 0,2 1 0 0,0-1 0 0,4 3 0 16,1 0 0-16,2 1 0 0,0 5 0 0,5 16-11584 31,0-2-2304-31</inkml:trace>
  <inkml:trace contextRef="#ctx0" brushRef="#br0" timeOffset="29447.3974">-2328 4090 11055 0,'0'0'976'0,"0"0"-784"0,0 0-192 0,0 0 0 16,0 0 1152-16,0 0 192 0,0 0 48 0,0 0 0 15,0 0-496-15,9-13-112 0,-1 5-16 0,3-1 0 0,-1 2 0 0,4 0 0 16,1 2 0-16,4 0 0 16,2 0 0-16,1 1 0 0,4 1 0 0,4-1 0 0,2 3-544 0,-1 1-224 15,-1 0 176-15,-3 1-176 16,3 3 0-16,-3-1-192 0</inkml:trace>
  <inkml:trace contextRef="#ctx0" brushRef="#br0" timeOffset="29611.6585">-2259 4355 18479 0,'0'0'816'0,"0"0"176"16,0 0-800-16,17-12-192 16,9 2 0-16,9 0 0 0,8-3 208 0,7-2 0 0,2-6 0 0,6-1 0 15,-2-8-208-15,2 6 0 16,-1 0 0-16</inkml:trace>
  <inkml:trace contextRef="#ctx0" brushRef="#br0" timeOffset="29837.4931">-1532 3820 12895 0,'0'0'1152'0,"-12"0"-928"0,12 0-224 0,0 0 0 15,0 0 1824-15,0 0 320 0,0 0 64 0,8 14 16 16,4 0-1104-16,4 0-224 0,-1-1-32 0,4 1-16 0,4 0 224 0,1 3 32 16,0 6 16-16,-2 1 0 0,1 0-304 0,-6 4-64 15,-3-1-16-15,-5 3 0 0,-4 3-464 0,-7 4-80 0,-8 8-32 16,-8 0 0 0,-11 2-1488-16,-9-6-288 0,-7-6-64 0</inkml:trace>
  <inkml:trace contextRef="#ctx0" brushRef="#br0" timeOffset="30429.8696">1291 3620 15663 0,'-8'-19'1392'0,"8"19"-1120"16,-9-5-272-16,9 5 0 0,-12 3 2176 0,2 4 384 15,-1 4 80-15,1 2 16 0,-2 1-2128 0,0 3-528 16,-2 1 0-16,-3 2 0 0,-2 3 432 0,0-2-32 0,-2-2 0 0,2 0 0 15,0 0-112-15,2-4-32 16,-1 1 0-16,5 1 0 0,1-2-256 0,1 1 0 0,-1-4 0 0,3 2 0 0,1-2 0 0,1 2-144 16,0-2 16-16,0 2-7984 15,-1-4-1584-15</inkml:trace>
  <inkml:trace contextRef="#ctx0" brushRef="#br0" timeOffset="30839.7244">1668 3815 15663 0,'0'0'688'0,"0"0"144"0,0 0-656 0,0 0-176 0,0 0 0 0,0 0 0 16,0 0 3152-16,0 0 608 0,0 0 112 0,0 0 32 0,12 10-2688 0,-4 3-512 16,-1 0-128-16,0 1 0 0,-7-14-368 0,7 21-64 0,-2 1-16 0,2 2 0 15,2-1-128-15,-1-1 0 16,1 4 0-16,1-2-176 31,1-3-1952-31,2-2-400 0</inkml:trace>
  <inkml:trace contextRef="#ctx0" brushRef="#br0" timeOffset="30638.5347">677 3831 10127 0,'0'0'896'0,"0"0"-704"0,0 0-192 0,0 0 0 15,7-11 2368-15,5 4 448 0,5 4 96 0,4-1 16 16,3 1-1760-16,2 1-336 0,1 2-80 0,3 0-16 16,3 2 128-16,-1 0 32 0,-1-1 0 0,2 1 0 0,-2 0-160 0,0 0-32 15,0-1 0-15,2 5 0 0,0-1-448 0,0 0-112 16,-2 4-16-16,-2-1 0 15,2 1-1104-15,-1 1-240 0,-3 2-32 0,-3-1-16 0</inkml:trace>
  <inkml:trace contextRef="#ctx0" brushRef="#br0" timeOffset="31703.8764">3337 3703 18431 0,'0'0'1632'0,"0"0"-1312"0,10-10-320 0,2 1 0 15,2 0 3760-15,1 2 672 0,3-1 144 0,-1 1 32 16,2 2-3600-16,0 3-720 0,0 4-144 0,0 3-16 16,1 2 64-16,1 1 0 0,-2 3 16 0,2 3 0 15,-2 3-208-15,-2 2 0 0,-1 0 0 0,-3-2 0 32,1 0-1248-32,-2 1-352 0,-1-3-64 0,-3 1-12752 0</inkml:trace>
  <inkml:trace contextRef="#ctx0" brushRef="#br0" timeOffset="31503.5833">3775 3665 27647 0,'0'0'2448'0,"0"-12"-1952"16,0 12-496-16,0 0 0 0,0 0 832 0,0 0 80 15,-12 5 16-15,1 4 0 0,1 1-624 0,-2 4-128 16,-4-2-32-16,-1 2 0 0,-2 0 96 0,0-1 16 16,-1-1 0-16,1 2 0 0,1-2-112 0,3-1-16 0,-1-1 0 0,2-1 0 15,-1-1-128-15,1 1 0 16,0-4 0-16,0 2-176 15,-3 0-2192-15,-2 0-448 0</inkml:trace>
  <inkml:trace contextRef="#ctx0" brushRef="#br0" timeOffset="32060.4078">4239 3832 15663 0,'0'0'1392'0,"0"0"-1120"16,0 0-272-16,0 0 0 0,0 0 2048 0,0 0 368 0,0 0 64 0,0 0 16 16,9-7-1472-16,-9 7-272 15,0 0-64-15,0 0-16 0,0 0-480 0,0 0-192 16,0 0 176-16,0 0-176 0,0 0 368 0,0 0-32 0,0 0 0 0,0 0 0 15,0 0-112-15,0 0-32 0,0 0 0 0,7 18 0 16,-7-18 0-16,0 0-16 0,0 0 0 0,0 0 0 16,0 20 0-16,0-20 0 0,0 0 0 0,-5 16 0 15,5-16-32-15,0 0 0 0,-9 12 0 0,9-12 0 16,-10 14-144-16,10-14 0 0,-11 8 0 0,11-8 0 16,0 0 0-16,0 0 0 0,-8 11 128 0,8-11-128 15,0 0 0-15,0 0 0 0,0 0 128 0,0 0-128 0,0 0 0 16,0 0 0-16,13 10 0 0,3-3 0 15,1-5 0-15,4 1 0 0,5-1 0 0,1-4 0 0,-1 2 0 0,5-1 0 16,2-1 0-16,0-2 0 0,-2 1 0 0,-2-4 0 16,1 0 0-16,-3 2 0 15,-1 0-1280-15,0 0-304 16,0-2-48-16</inkml:trace>
  <inkml:trace contextRef="#ctx0" brushRef="#br0" timeOffset="31235.1638">2494 3950 12895 0,'-8'-9'576'0,"4"4"112"0,4 5-560 0,0-5-128 0,4-2 0 15,1 2 0-15,3-1 3488 0,3 1 672 0,3-2 128 0,5 0 16 16,1-1-2896-16,6-1-576 0,2 4-112 0,3 0-16 0,3-4 304 0,4 2 64 16,0 4 16-16,5 1 0 31,2 0-2672-31,-2 2-528 0,-3-1-96 0</inkml:trace>
  <inkml:trace contextRef="#ctx0" brushRef="#br0" timeOffset="33421.7758">5092 3822 24015 0,'0'0'1056'0,"0"0"224"0,0 0-1024 0,15-5-256 15,3-2 0-15,2 2 0 0,4-2 1008 0,4-2 144 16,1-3 16-16,1 2 16 0,3-2-480 0,-2 1-112 0,-2 1-16 0,0 1 0 15,4 2-432-15,-2 2-144 0,-3 0 0 0,-1 2 0 32,-2-1-1520-32,-3 2-400 0,-3 4-96 0</inkml:trace>
  <inkml:trace contextRef="#ctx0" brushRef="#br0" timeOffset="33613.2028">5373 3610 6447 0,'-14'-5'576'0,"2"3"-576"0,0 2 0 0,12 0 0 16,-12 3 3680-16,12-3 624 0,-12 11 128 0,5-1 32 0,7-10-2480 0,-5 14-480 16,0-2-96-16,5-12-32 15,-2 15-256-15,2 1-48 0,2-2-16 0,3 0 0 16,-5-14-160-16,12 19-16 0,2 0-16 0,0-2 0 16,-1-2-560-16,3 1-112 0,-1-2-32 0,1-4 0 15,0 0-160-15,-1 1-224 0,1 3 48 0,-3-2-10080 16,-13-12-2032-16</inkml:trace>
  <inkml:trace contextRef="#ctx0" brushRef="#br0" timeOffset="34747.4474">6680 3584 16575 0,'-4'-31'736'0,"2"13"160"0,1 3-720 0,1-1-176 0,1 6 0 0,-1 10 0 16,6-9 2848-16,-6 9 544 0,0 0 96 0,10-3 32 15,-10 3-2112-15,16 3-432 0,-16-3-80 0,17 13 0 16,0 0-368-16,0 5-64 0,1 2-16 0,2 4 0 16,4 2-272-16,2-3-176 0,2-3 192 0,1 1-192 15,-1-2 0-15,1 2 0 0,2-2 0 0,0 0 0 31,-1-4-2032-31,1 1-400 0,0-2-96 0</inkml:trace>
  <inkml:trace contextRef="#ctx0" brushRef="#br0" timeOffset="34543.6156">7087 3366 35359 0,'0'0'1568'0,"0"0"320"16,-14 0-1504-16,2 9-384 0,0 8 0 0,2 4 0 0,1 5 208 0,-1 0-16 15,-1 0-16-15,-2 0 0 0,-5-1 112 0,-1 0 32 16,-1-1 0-16,-3-2 0 0,-1 1-80 0,3-1-16 0,2 0 0 0,2 1 0 15,1-6-224-15,3 0 0 16,-1 2 128-16,0-3-128 0,0-2-160 0,2-2-80 16,-2-2-16-16,2 1-10864 15,-2-3-2176-15</inkml:trace>
  <inkml:trace contextRef="#ctx0" brushRef="#br0" timeOffset="35217.4749">7389 3699 17503 0,'0'0'1552'0,"0"0"-1232"15,0 0-320-15,0 0 0 0,2-10 1376 0,-2 10 224 16,3-15 32-16,-3 15 16 0,0 0-1104 0,11-11-224 15,-11 11-32-15,10-8-16 0,-10 8 48 0,14-7 16 0,-14 7 0 0,15-6 0 0,1 3-32 0,-2 1-16 32,-14 2 0-32,17 0 0 0,-3 0-80 0,-14 0-16 15,15 4 0-15,-15-4 0 0,12 5-48 0,-12-5-16 16,0 0 0-16,0 0 0 0,0 0-128 0,4 14 0 0,-4-14 144 0,0 0-144 16,-7 14 128-16,0-4-128 0,7-10 128 0,-14 9-128 15,2-3 0-15,12-6 0 0,-12 9 0 0,3-2 128 16,9-7-128-16,0 0 0 15,-8 7 0-15,8-7 0 0,0 0 0 0,-7 10 0 0,7-10 0 0,0 0 0 16,0 0 0-16,-2 14-160 0,2-14 160 0,0 0 0 16,0 0-128-16,9 12 128 0,-9-12 0 0,12 12 0 0,-12-12 0 0,15 9 0 15,-15-9 0-15,18 7 0 16,-3-2 0-16,1 0 0 0,-1 0 0 0,2 0 0 0,-1 1 0 0,1-3-128 0,1 4 128 0,-1-2 0 16,-2 0 0-16,1 1 0 0,-2 0 0 0,-14-6 0 31,15 6 0-31,-15-6 0 0,14 13 0 0,-4-2 0 15,-10-11 0-15,0 0 0 0,7 17 0 0,-7-17 0 0,2 17 0 0,-2-17 0 0,-5 14 0 0,-4-5 0 32,-3-1 0-32,-2 1 0 0,-3-2 144 0,-2 0-144 15,-3-2 256-15,-3-2-16 0,0-1-16 0,-3 2 0 0,0-3-48 0,-1 5-16 16,-2-1 0-16,0 0 0 0,0 0-160 0,1 0 0 0,3-1-160 0,3-3-8544 16,6-1-1728-16</inkml:trace>
  <inkml:trace contextRef="#ctx0" brushRef="#br0" timeOffset="34316.3656">6007 3587 22623 0,'-9'-15'1008'0,"9"15"208"0,-5-14-976 0,3 2-240 0,0 0 0 0,4 1 0 16,1 1 1136-16,3-2 176 0,1 2 32 0,1 1 16 15,3 0-720-15,1 1-128 0,1-3-48 0,3 4 0 16,1 1-336-16,2 0-128 0,0-1 0 0,2 4 144 15,0 0-144-15,-1 1 128 0,-1 2-128 0,-1 3 128 0,-1-1-128 0,-2 3 0 16,-1 0 0-16,-14-5 0 16,11 11 0-16,-3 1 0 0,-8-12 0 0,5 17 0 15,-3-1 0-15,-2-1 0 0,-3-1 0 0,-1 0 0 16,-1 0 0-16,-2-2 0 0,-2 0 0 0,1-2 0 0,1 0 0 0,-2-1 0 16,9-9 0-16,-12 7 0 0,2-2 0 0,10-5 0 0,-12 5 0 0,12-5 0 15,0 0 0-15,-11 7 0 0,11-7 0 0,0 0-176 16,0 0 176-16,-8 7-160 15,8-7 160-15,0 0-160 0,0 0 160 0,0 0 0 0,0 0-144 0,0 0 144 16,0 0 0-16,10 14 0 16,0-4-144-16,3 1 144 0,0-4 0 0,1 1 0 0,2 1 0 0,1 1 0 15,2-1 0-15,-2-1 0 0,-1 1 0 0,1 0 0 16,2 1 0-16,0 0 0 0,0-1 0 0,-2-2 0 16,0 0 0-16,-1 0 0 0,-16-7 0 0,0 0 0 15,0 0 0-15,0 0 0 0,0 0 0 0,0 0 0 16,-7 10 0-16,-5-3 0 0,-5-4 0 0,-2 1 144 15,-2-1-144-15,-1 1 128 0,-3-2-128 0,0-1 128 16,-1-1-128-16,0 2 0 0,-2 0 0 0,2 1 128 16,2 1-128-16,3-1 0 0,2 1 0 0,2 1 0 15,3 0-1152-15,2 0-272 16,12-5-48-16,0 0-10112 0</inkml:trace>
  <inkml:trace contextRef="#ctx0" brushRef="#br0" timeOffset="35923.4698">8618 4031 12895 0,'0'0'576'0,"0"0"112"0,21 0-560 0,6 0-128 0,8-4 0 0,6-3 0 16,4-3 3760-16,3 0 720 0,2-1 128 0,6 3 48 15,4-3-2832-15,6 3-560 0,3-1-112 0,5-1-32 0,5 1-720 0,-4 1-144 16,-8 2-16-16,-8 1-16 0,-11-2-224 0,-5 4-208 16,-7-1 32-16,-5 1-14992 0</inkml:trace>
  <inkml:trace contextRef="#ctx0" brushRef="#br0" timeOffset="35742.4713">9044 3176 23951 0,'0'0'2128'0,"0"0"-1696"15,0 0-432-15,-14 7 0 0,1 4 1712 0,-1 1 256 0,0 0 48 0,0 3 16 32,-1 1-1408-32,-4 3-288 0,-4 3-48 0,3 1-16 0,-1-1-144 0,-2 1-128 15,-3-3 192-15,4 3-192 0,1-2 128 0,2 1-128 0,0-1 0 0,6-1 0 16,4 1 0-16,2-4 0 15,0-1 0-15,4-1 0 0,4 1 0 0,-1-16 0 16,6 9 0-16,2-2 0 0,-8-7 160 0,17 5-32 0,4-2 0 0,3-3 0 16,2-2-128-16,5-3 0 15,4-3 0-15,1 1 0 0,2 0 128 0,5 2 0 16,4 1 0-16,-1 4 0 0,3 2 0 0,1 5 0 16,0 3 0-16,-5 1 0 0,-6 1-128 0,-6 0 0 0,-7 2 0 0,-5 1 0 0,-6-1 0 0,-6 0-256 15,-9-1 48-15,-5 3-9776 31,-7-2-1936-31</inkml:trace>
  <inkml:trace contextRef="#ctx0" brushRef="#br0" timeOffset="36358.4903">9850 3104 30527 0,'0'0'1344'0,"-7"-9"288"0,7 9-1312 0,0 0-320 0,0 0 0 0,0 0 0 16,0 0 688-16,0 0 64 15,0 0 16-15,0 0 0 0,4 19-64 0,-1-1-16 16,-3-18 0-16,9 20 0 0,1 1-176 0,2-2-48 0,2 0 0 0,3-2 0 0,2 1-464 0,4-3 128 16,1-3-128-16,2 2 0 15,0 0 0-15,-2-2 144 0,-3-4-144 0,-2 1 128 16,0-4-128-16,0-3 128 0,0-2-128 0,0 0 128 0,0-2-128 0,-2-1 128 16,0-4-128-16,-1 0 128 15,-1-2-320-15,-1-3-64 0,-2-2 0 0,-2 1-16 16,1-1-176-16,-3 0-48 15,-2-1 0-15,-1 1 0 0,0 2 240 0,-2 0 64 0,-1-1 0 0,-2 13 0 0,-2-12 192 0,2 12 0 16,0 0 0-16,0 0 0 0,-5-13 192 0,5 13 96 16,0 0 16-16,0 0 0 15,0 0 320-15,0 0 64 0,0 0 16 0,-7 13 0 16,7-13-480-16,0 23-96 0,2 1 0 0,3 4-128 16,0-1 0-16,2 4 0 0,2 7 0 0,0 7 0 0,-1 5 0 0,1 9 0 15,-4 1 0-15,-2-1-11392 0,-1-9-2368 0</inkml:trace>
  <inkml:trace contextRef="#ctx0" brushRef="#br0" timeOffset="38010.1409">-143 5275 14735 0,'0'0'1312'0,"0"0"-1056"0,0 0-256 0,0 0 0 16,17-5 1936-16,1 0 336 16,-1 1 64-16,3 1 16 0,5-2-960 0,2 0-192 0,6 1-48 0,0 1 0 15,0-2-320-15,1 1-80 16,1 2-16-16,-1 4 0 0,-3-4-480 0,-3 2-112 15,-4 0-16-15,-2 4-9088 16,-3-1-1840-16</inkml:trace>
  <inkml:trace contextRef="#ctx0" brushRef="#br0" timeOffset="37452.9199">699 4932 9215 0,'-7'-9'816'0,"0"-1"-656"0,-1-1-160 0,-1 3 0 0,1 1 2496 0,-3 0 448 15,1 2 112-15,10 5 16 16,0 0-1424-16,-11 0-288 0,11 0-48 0,0 0-16 15,0 0-208-15,0 0-64 0,0 0 0 0,6 15 0 16,2-1-528-16,6 2-112 0,3 1-32 0,9 2 0 16,9 0 32-16,4 2 0 0,3-4 0 0,3-2 0 15,1-1-208-15,1-2-48 0,-4-1 0 0,0 1 0 32,0-2-1088-32,-1 2-240 0,-2 4-32 0,-6 1-16 0</inkml:trace>
  <inkml:trace contextRef="#ctx0" brushRef="#br0" timeOffset="37257.3751">1000 4759 11967 0,'-2'-12'1072'0,"-2"0"-864"0,1 2-208 15,3 10 0-15,0 0 3408 0,-5-11 640 0,5 11 128 0,0 0 32 16,0 0-2416-16,0 0-464 0,-12 0-112 0,12 0 0 16,-16 11-608-16,-1 4-112 15,-2 2-32-15,2 4 0 0,1 3-64 0,2 4-16 16,2 3 0-16,2 4 0 0,1 1-96 0,1 2-32 16,-1-5 0-16,2-2 0 0,0-2-256 0,2-3 0 15,3-4 0-15,1-3 0 0,-3-1 0 0,1-3-224 0,3-15 64 0,-6 12 16 31,6-12-2176-31,-5 10-432 0,5-10-96 0,0 0-9776 0</inkml:trace>
  <inkml:trace contextRef="#ctx0" brushRef="#br0" timeOffset="38965.6345">1448 5141 23903 0,'0'0'1056'0,"0"0"224"0,0 0-1024 0,0 0-256 0,0 0 0 0,0 0 0 15,12-6 1536-15,-12 6 272 0,0 0 48 0,14-1 16 16,-14 1-608-16,14 5-128 0,-14-5-32 0,16 14 0 16,-3 0-400-16,-4-1-96 0,-9-13-16 0,9 19 0 15,-2-3-368-15,-1-1-80 0,0 1-16 0,0-1 0 16,-6-15-128-16,13 21 0 0,-3-2 0 0,0-2 0 16,-1 2-2432-16,0-3-528 0</inkml:trace>
  <inkml:trace contextRef="#ctx0" brushRef="#br0" timeOffset="39231.9185">1928 5099 14735 0,'0'0'1312'0,"0"0"-1056"0,0 0-256 0,5-10 0 16,-5 10 2688-16,14-12 464 0,0 0 112 0,3 0 0 16,2 0-1552-16,2-1-320 15,3 1-64-15,2-1-16 0,2-1-352 0,3 0-64 0,1 0 0 0,3 2-16 16,1 0-496-16,0 0-112 16,2 0-16-16,-3 1 0 0,-4 5-256 0,-2-1 0 0,-3 1 0 0,-5 3-144 31,-2 0-2800-31,-4-1-576 0</inkml:trace>
  <inkml:trace contextRef="#ctx0" brushRef="#br0" timeOffset="39436.6223">2222 4787 2751 0,'0'0'256'0,"-11"-9"-256"0,1 2 0 0,10 7 0 15,-9-7 4736-15,9 7 896 0,0 0 176 0,0 0 32 16,0 0-3408-16,0 0-672 0,0 0-144 0,0 0-16 15,0 0-496-15,0 0-80 0,7 21-32 0,0 0 0 16,0-1-192-16,2 5-32 0,1 2-16 0,0 4 0 0,2 2-432 0,2 3-96 16,0-1-16-16,3-4 0 0,2-2-208 0,2-5 0 0,-2-3-192 0,0-2-15984 15</inkml:trace>
  <inkml:trace contextRef="#ctx0" brushRef="#br0" timeOffset="39902.4956">2865 4773 20271 0,'0'0'1792'0,"0"0"-1424"0,0 0-368 0,0 0 0 16,0 0 256-16,-3 14 0 0,1-2-16 0,4 2 0 16,1 1 464-16,1 4 112 15,-1 0 16-15,4 0 0 0,5 2 96 0,4 1 32 16,-1 2 0-16,8-1 0 0,-1 1-512 0,4-5-80 0,2-3-32 15,-1-1 0-15,1-4-336 0,0-3 144 0,-1 2-144 0,4-1-8512 32,0-2-1760-32</inkml:trace>
  <inkml:trace contextRef="#ctx0" brushRef="#br0" timeOffset="39694.9226">3292 4692 16575 0,'-12'-14'736'0,"12"14"160"0,-11-5-720 0,11 5-176 15,0 0 0-15,-10 5 0 0,10-5 2240 0,-11 14 400 0,5 1 96 0,-1 3 16 16,-2-1-2144-16,2 4-416 0,0-1-192 0,-1 5 160 15,-4-1 448-15,1 2 96 0,3 3 0 0,-1 0 16 0,0 2-320 0,1-3-64 16,-3-2-16-16,3 0 0 0,-3-2-192 0,-1-2-128 16,-2-3 160-16,1-1-160 0,-1-3-160 0,2 1-128 15,-2-6-32-15,2 0-8608 16,0 1-1728-16</inkml:trace>
  <inkml:trace contextRef="#ctx0" brushRef="#br0" timeOffset="43534.1168">3085 5165 4607 0,'0'0'400'0,"0"0"-400"0,0 0 0 0,0 0 0 0,0 0 1728 0,0 0 272 31,-13 2 48-31,13-2 16 0,-12 1-912 0,12-1-192 0,0 0-48 0,-13 5 0 16,-1-1 256-16,2-1 48 16,1 2 16-16,11-5 0 0,-14 7-368 0,2 0-80 0,-1 0-16 0,-1-2 0 0,2 1-224 0,0-1-48 15,0 3-16-15,-1-1 0 16,1 0-144-16,0 0-16 0,0-2-16 0,12-5 0 0,-8 12-176 0,8-12-128 15,0 0 192-15,-4 18-192 16,4-18 0-16,0 19 0 0,4-2 0 0,2-2 0 0</inkml:trace>
  <inkml:trace contextRef="#ctx0" brushRef="#br0" timeOffset="42658.5358">3122 5160 10079 0,'0'0'448'0,"0"0"80"0,13-4-528 0,-13 4 0 0,12-8 0 0,-2 1 0 15,-10 7 1424-15,10-7 176 16,-10 7 48-16,0 0 0 0,0 0-96 0,0 0-16 16,0 0 0-16,0 0 0 0,0 0-576 0,0 0-128 0,0 0-32 0,0 0 0 15,0 0-368-15,0 0-80 16,0 0-16-16,9 12 0 0,-9-12-192 0,9 12-144 15,-9-12 192-15,8 12-192 0,3-2 128 0,1-1-128 0,3-2 0 0,2 0 0 32,4 0-1328-32,3-2-368 0</inkml:trace>
  <inkml:trace contextRef="#ctx0" brushRef="#br0" timeOffset="40290.3828">3721 5075 8287 0,'0'0'736'0,"0"0"-592"0,6-10-144 0,2 1 0 16,3 2 3008-16,1 2 576 0,0 0 128 0,0 0 0 16,-2-1-2384-16,-10 6-496 0,0 0-80 0,0 0-32 0,0 0 144 0,14 4 32 15,-14-4 0-15,0 0 0 0,0 0-288 0,7 15-48 16,-7-15-16-16,5 18 0 0,-5-18-160 0,3 17-16 15,-1 0-16-15,-2-1 0 16,0-16-112-16,-2 17-32 0,1 0 0 0,1-17 0 0,-5 18-64 0,1-3-16 16,4-15 0-16,-3 17 0 15,-4-1-128-15,7-16 0 0,-7 14 0 0,7-14 0 16,-9 13 128-16,9-13 0 0,0 0 0 0,0 0 0 0,-1 18 0 0,1-18-128 16,0 0 192-16,0 0-64 0,0 0 144 0,0 0 32 15,17 7 0-15,0-4 0 0,0-5 80 0,4-3 32 16,0 2 0-16,1-4 0 0,4-5-208 0,7 3-32 0,3 0-16 0,6 3 0 15,1-1-160-15,2 3 0 0,-1 1 144 0,3 1-144 32,1 0-1024-32,-3 2-256 0,-7 2-64 0,-7 0-16 0</inkml:trace>
  <inkml:trace contextRef="#ctx0" brushRef="#br0" timeOffset="41761.3333">4569 5092 7359 0,'0'0'656'0,"0"0"-528"16,0 0-128-16,2-14 0 15,-2 14 2176-15,6-13 384 0,1-1 96 0,2 2 16 0,0 1-1120 0,1 1-208 0,0-2-64 0,1-2 0 32,1 4 48-32,2 1 0 0,-1 1 0 0,5-1 0 0,1 0-432 0,0 1-64 15,0-1-32-15,1 0 0 0,3 4-336 0,1 2-64 0,2-1-16 0,0 3 0 16,-2 2-240-16,0 1-144 0,0-2 160 0,0 4-9264 31,1 1-1856-31</inkml:trace>
  <inkml:trace contextRef="#ctx0" brushRef="#br0" timeOffset="45741.5577">5480 4701 15551 0,'0'0'688'0,"0"0"144"0,0 0-672 0,0 0-160 0,-2-13 0 0,2 13 0 15,-1-12 1792-15,1 12 320 0,0 0 64 0,5-12 0 16,0 0-864-16,2 4-176 0,2-1-48 0,1 2 0 16,4-2-560-16,1 2-112 0,4 1-32 0,2 2 0 15,0 2-240-15,3-1-144 0,2 1 160 0,0 2-160 0,-2 0 0 0,-2 2 128 16,-3 0-128-16,0 1 0 0,-3 2 0 0,-2 0 0 16,-14-5 0-16,0 0 0 0,0 0 0 0,10 11-192 15,-10-11 192-15,0 0-208 0,2 14 208 0,-2-14-192 16,-7 13 192-16,-2-2-192 15,-3-3 192-15,-4-1 0 0,-1-1 0 0,0-1-144 16,-2-2 144-16,0 1 0 0,0-3 0 0,2 1 0 0,1 0 0 0,4 1 0 16,0-1 0-16,12-2 0 0,-12 3 0 0,12-3 0 15,0 0 0-15,0 0 0 0,0 0-240 0,0 0-16 0,0 0 0 0,0 0 0 16,0 0-16-16,9 12-16 0,1 1 0 0,2-5 0 16,2-1 288-16,1 0 0 0,4 0 0 0,2 2 0 15,1-1 0-15,1 3 0 0,-2-1 0 0,-1 0 0 16,3 1 0-16,-2 1 0 0,-1 3 0 0,-1-1 0 0,0 0 0 15,-2 0 0 1,-1-1 0-16,-2 3 0 0,-6-4 0 0,-1 0 0 0,-3 0-128 0,-4-12 128 16,0 12 0-16,0-1 0 0,-2-3 0 0,-1 3 0 15,3-11 224-15,-12 7 0 0,3-2 0 0,-3 2 0 0,-4 0-48 0,1-1-16 16,-3 0 0-16,1-1 0 0,-3-3-16 0,-3-1 0 16,-1 1 0-16,0 1 0 15,0-1-144-15,1 3 0 0,4-3 0 0,0 2 0 16,0 1-128-16,2 0-64 0,0 0-16 15,-1 0-12080-15</inkml:trace>
  <inkml:trace contextRef="#ctx0" brushRef="#br0" timeOffset="46041.333">6666 4523 26719 0,'0'0'2368'0,"0"0"-1888"0,0 0-480 0,0 0 0 15,0 0 752-15,0 0 48 16,0 0 16-16,0 0 0 16,-12 7-672-16,-4 1-144 0,-1 1 0 0,-4 1 0 0,-5 4 0 0,-1-2 0 15,-6 0 144-15,0 4-144 0,0 3 400 0,2 0 0 0,2-2 0 0,1 4 0 0,1 1 576 0,1-1 112 31,3-2 32-31,1 2 0 0,1-1-896 0,4-1-224 16,0-3 0-16,1-1 0 16,1 1-1200-16,1-4-272 0,0-2-64 0,2-1-8000 15,0-2-1584-15</inkml:trace>
  <inkml:trace contextRef="#ctx0" brushRef="#br0" timeOffset="46233.5408">6219 4621 15663 0,'0'0'1392'0,"7"-9"-1120"0,-7 9-272 0,0 0 0 16,15-5 2400-16,1 4 416 0,1 2 96 0,0 3 16 0,1-3-1328 0,-3 5-272 15,1 1-48-15,1 1-16 0,0-1-288 0,2 0-48 16,2 2-16-16,3 3 0 16,0 3-528-16,2 3-96 0,-2 0-32 0,2 5 0 31,2-2-960-31,-1 1-208 0,1-3-48 0</inkml:trace>
  <inkml:trace contextRef="#ctx0" brushRef="#br0" timeOffset="47100.4424">6937 4806 11055 0,'0'0'976'0,"-9"-11"-784"0,1 1-192 0,1 1 0 0,7 9 3520 0,0 0 640 0,0 0 144 16,0 0 32-16,0-10-2864 0,0 10-576 15,5-9-128-15,-5 9 0 0,10-6-416 0,-10 6-80 16,16-6-16-16,-1 5 0 0,1-1-48 0,-1 0-16 0,3 4 0 0,-1 1 0 16,2 1 736-16,-2-1 144 15,0 2 16-15,-1 1 16 16,-2-1-1696-16,-14-5-352 0,12 7-64 0,-12-7-16 0,0 0 832 0,0 0 192 0,7 12 0 0,-7-12 0 0,-5 14 0 0,5-14 0 31,-9 10 0-31,9-10 0 0,-12 9 0 0,1-3 160 16,11-6-32-16,-12 7 0 0,12-7 672 0,-12 6 128 0,12-6 32 0,0 0 0 15,-10 8-960-15,10-8 0 0,0 0 0 0,0 0 0 32,-5 12-1312-32,5-12-144 0,0 14-16 0,1-2-16 15,1-1 832-15,2-1 160 0,-4-10 48 0,8 15 0 0,1 3 192 0,0-3 32 0,1-1 16 0,2 2 0 0,4-4 208 0,-1 0 0 16,2-2 0-16,1 2 0 0,-3-1 0 0,1-3-144 0,-1-1 144 0,1 0 0 16,-2 0 0-16,-1-2 0 0,1 0 0 0,0 0 0 15,-2 1 0-15,-12-6 0 16,12 6 0-16,-12-6 0 15,10 11 0-15,-10-11 0 0,4 12 0 0,-4-12 0 0,0 0 0 0,-7 15 0 16,-3-4 0-16,-4-3 0 16,-5-1 0-16,0 0 0 0,0 0 0 0,-4 0 0 15,-2-2 0-15,-1-3 0 0,0 1 0 0,0 1 0 16,0-2 0-16,0-1 0 0,0-1 0 0,2 4 0 16,0-1 0-16,0 1 0 0,0-3 0 0,1 3 0 15,2-1-816-15,2-1-176 0</inkml:trace>
  <inkml:trace contextRef="#ctx0" brushRef="#br0" timeOffset="49705.9793">8073 5148 13823 0,'0'0'1216'0,"-11"-6"-960"0,1 3-256 0,10 3 0 0,0 0 2768 0,0 0 512 15,0 0 112-15,0 0 0 0,17 0-2368 0,0 0-496 0,1-4-80 0,2 1-32 32,1 0 368-32,3-1 80 0,4-1 16 0,5 3 0 15,3 2-256-15,5 4-48 0,4 1-16 0,2 3 0 0,-1 6-416 0,-1 2-144 16,-3-1 0-16,-6-1-9648 16,-2-2-2032-16</inkml:trace>
  <inkml:trace contextRef="#ctx0" brushRef="#br0" timeOffset="49485.7715">8485 4495 2751 0,'0'0'256'0,"0"0"-256"0,0 0 0 0,0 0 0 15,5-12 3328-15,-5 12 608 0,0 0 128 0,0 0 32 16,0 0-2528-16,0 0-496 0,0 0-112 0,0 0 0 0,0 0 96 0,0 0 32 16,0 0 0-16,0 0 0 0,-14 5-496 0,1 2-80 15,-3-3-32-15,1 2 0 16,-1 5-96-16,0-1-32 0,1-1 0 0,-1 1 0 16,-1 2-64-16,0-1-16 0,-2-3 0 0,2 3 0 15,-1-1-128-15,3-1-16 0,-1-3-128 0,4 5 192 0,0-1-192 0,4 1 0 16,-1-1 0-16,9-10 0 15,0 0 128-15,0 0-128 0,0 0 0 0,0 0 0 16,0 0 0-16,0 0 0 0,0 0 0 0,0 0 0 16,14 9 240-16,3-4-48 0,2-2-16 0,5 2 0 0,4 1 1104 0,4-3 240 15,3-1 32-15,1 3 16 16,1 0-1888-16,0 2-368 0,1 2-80 0,2-1 0 0,0 1 768 0,-2 1 0 16,-5 1 0-16,-4-1 0 0,-3 0 0 0,-2 2 0 15,-2 2 0-15,-4-2-9792 16,-8 0-1936-16</inkml:trace>
  <inkml:trace contextRef="#ctx0" brushRef="#br0" timeOffset="50013.1902">9546 4752 32879 0,'6'-20'1456'0,"-1"9"304"0,2 3-1408 0,3-3-352 0,6 1 0 0,3 1 0 15,5 1 320-15,5 1 0 0,6 2 0 0,1-2 0 0,-2 1-176 0,3 3-144 16,-1 3 192-16,0 0-192 31,-1 0-1520-31,-3 0-400 0,0 2-96 0</inkml:trace>
  <inkml:trace contextRef="#ctx0" brushRef="#br0" timeOffset="50411.7562">10258 4490 23039 0,'0'0'2048'0,"0"0"-1648"0,1-12-400 0,-1 12 0 31,5-14 2576-31,2 5 432 0,-7 9 96 0,16-3 16 16,-2 5-2240-16,1-1-448 0,-1 3-96 0,2 1-16 0,-1 2-128 0,1 2-16 16,-3-4-16-16,5 2 0 0,1 0-160 0,0 1 0 0,0 1 0 0,0-4 128 15,-2-2-128-15,0 3 0 0,0 1 0 0,1-2 0 16,-1-2 0-16,0 1 0 0,-1-3 0 0,-1-1 0 15,1 0 0-15,-2 0 0 16,-14 0 0-16,19 2 0 0,1-2-256 0,1-2 32 16,-2-3 0-16,0 2 0 0,-2-1-128 0,1 1-32 0,-3-4 0 0,2 2 0 0,-3 0 128 0,-14 5 32 15,14-9 0-15,-4 0 0 0,-10 9 224 0,9-10 0 32,-9 10 0-32,5-12 0 0,-3 0 240 0,-2 12 80 0,0 0 32 0,0 0 0 15,0 0 320-15,0 0 64 0,0 0 16 0,0 0 0 0,0 0-288 0,0 0-48 16,-2 15-16-16,2 1 0 15,0-16-240-15,0 22-160 0,0 1 192 0,4 1-192 16,1 0 0-16,3 5 0 0,4 9 0 0,2 6-11376 16,0 0-2384-16</inkml:trace>
  <inkml:trace contextRef="#ctx0" brushRef="#br0" timeOffset="62660.6395">-6828 6644 4607 0,'0'0'400'0,"0"0"-400"0,0 0 0 0,0 0 0 0,0 0 2096 0,0 0 336 0,0 0 64 0,0 0 0 0,0 0-1024 0,0 0-192 16,0 0-64-16,0 0 0 16,0 0-320-16,14-2-80 0,-14 2-16 0,16-2 0 15,-2 1-496-15,-1-3-112 0,1 3 0 0,0 1-16 16,1 0-176-16,1-2 0 0,1-2 0 0,1 1 0 0,-3-1 128 0,1 1-128 16,-3 0 128-16,1-1-128 0,0-1 128 0,-14 5-128 0,14-9 0 0,-14 9 128 0,14-8-128 0,-4 1 0 31,-10 7 0-31,9-14 0 0,-4 2 128 0,-5 12 0 15,0-14 0-15,0 14 0 0,-4-14 16 0,-1 0 0 0,-2 2 0 0,-1 2 0 16,-4 1 416-16,-1 3 80 0,0 0 0 0,-3 5 16 16,1 2-192-16,-3 3-32 15,-1 1-16-15,0 4 0 0,0-1-224 0,-1 3-32 0,-1 1-16 0,0 3 0 16,1 2-16-16,2 1 0 16,3-3 0-16,1-1 0 0,0-2 48 0,2 4 0 0,3-1 0 0,3 1 0 0,6-16-176 0,-2 19 192 15,4 0-192 1,3 0 192-16,3-2-192 0,3-3 128 0,1-4-128 0,3 0 128 15,3-1-128-15,1-4 0 0,1 0 144 0,4-1-144 16,-1-4 144-16,3 0-144 0,1-2 192 0,1-1-192 16,1-2 0-16,-1-2 0 0,-2 1 0 0,1 1 0 0,3-2 0 0,-3-1-320 15,-1-3 32-15,0 1 16 0,0 1-16 0,-4 1 0 16,-4 1 0-16,-3 0 0 0,-3 2 144 0,-12 5 144 16,0 0-208-16,0 0 80 0,11-7 128 0,-11 7 144 0,0 0-16 15,0 0-128-15,0 0 288 0,0 0-48 0,7 19-16 16,0 2 0-16,1 3 160 0,3 3 48 0,-1 3 0 0,2-1 0 15,2 0-432-15,1 2 0 16,-1-1 0-16,2-1 0 16,1-1 128-16,0-2-128 0,-3-2 128 0,0-2-128 15,-2-4 0-15,0-3 0 0,-2-5 128 0,-1-1-128 16,-9-9 0-16,0 0 0 0,0 0 144 0,0 0-144 0,0 0 160 16,0 0-32-16,0 0-128 0,0 0 192 0,0 0-64 0,-4-14 0 15,-2-3-128-15,-3-2 192 0,-3-3-192 0,-2-4 176 0,-3-2-176 0,0-1 160 16,-2-2-160-16,0-2 128 15,0-5-128-15,3 0 128 0,2-4-128 0,2 6 160 0,0 3-160 0,3 4 160 16,4 3-160-16,4 2 0 16,1-2 144-16,3 4-144 0,2 1 0 0,2 4 0 15,2 5 0-15,1 3 0 0,-10 9 0 0,19-2 0 0,-2 2-160 0,2 4 160 16,0 1-176-16,0 2 176 0,-2 1-160 0,1 3 160 0,-3-1 0 0,1 1 240 16,-2 1-32-16,-2 0 0 15,-2 0-16-15,-10-12 0 16,7 17 0-16,-4 0 0 0,-3-1-64 0,-1-1 0 0,-6-3-128 0,0 4 192 15,-2 0-64-15,-1-1-128 0,-2-1 176 0,0 1-176 16,1 3-912-16,-1-1-304 16,-3 0-48-16,-1-1-12432 0</inkml:trace>
  <inkml:trace contextRef="#ctx0" brushRef="#br0" timeOffset="62842.4443">-5923 6791 24127 0,'17'-14'1072'0,"-3"7"208"0,3 2-1024 0,4-2-256 0,1 0 0 0,4 0 0 0,2-2 1120 0,1 4 160 16,2 2 48-16,0-2 0 15,-1-1-592-15,-3 3-112 0,-3 3-32 0,1-2 0 0,-3 2-416 0,2 0-176 16,0-1 128-16,-1 2-128 16,-3 4-1024-16,-1-1-304 0,-3-2-48 0,1-2-16 0</inkml:trace>
  <inkml:trace contextRef="#ctx0" brushRef="#br0" timeOffset="63218.3963">-5374 6558 17503 0,'0'0'768'0,"-9"-9"176"0,2 0-752 0,7 9-192 16,0 0 0-16,0 0 0 0,0 0 2368 0,0 0 432 15,0 0 80-15,0 0 32 0,10 14-1712 0,1 0-352 0,1-2-64 0,0-3-16 16,-12-9-192-16,19 14-64 0,0-1 0 0,0-4 0 15,0 1-240-15,0 1-48 0,0-3-16 0,0 3 0 16,0-3-208-16,0-1 144 0,0-3-144 0,0-1 128 0,0-1-128 0,-2-4 128 16,-1 2-128-16,1 0 128 15,-2 0-272-15,3-3-64 0,-1-1-16 0,0 2 0 32,0 2-256-32,-1-1-48 0,-2-4-16 0,-4-1 0 0,-10 6-16 0,0 0 0 15,9-12 0-15,-9 12 0 0,3-14 400 0,-3 2 160 0,-3 2-128 0,3 10 128 0,-5-12 0 0,-2 2 304 0,-2 1-48 0,9 9-16 31,-9-7 416-31,9 7 96 0,0 0 16 0,0 0 0 16,-12 0-64-16,12 0 0 0,0 0 0 0,0 0 0 0,0 0-448 0,0 17-112 16,4-1-16-16,3-1 0 15,3 1-128-15,4-2 192 0,0-2-192 0,-1 3 192 0,0 3-192 0,-1-1 128 16,0 0-128-16,1 0 128 0,1 4-384 0,0 0-96 0,0 0-16 0,1-2-10064 16,1-2-2032-16</inkml:trace>
  <inkml:trace contextRef="#ctx0" brushRef="#br0" timeOffset="63373.8595">-4549 6464 27119 0,'-9'-19'1200'0,"9"19"256"0,-3-8-1168 0,3 8-288 0,0 0 0 0,0 0 0 0,0 0 192 15,6 17-32-15,-2 2 0 0,-1 2 0 31,-1-1-1520-31,0 1-304 0</inkml:trace>
  <inkml:trace contextRef="#ctx0" brushRef="#br0" timeOffset="63518.5407">-4384 6911 21183 0,'0'-12'1888'0,"0"12"-1504"0,-1-12-384 0,1 12 0 0,5-8 2368 0,3 1 384 16,3 0 96-16,1 2 16 15,2 3-2016-15,-1 0-400 0,3 2-64 0,0 4-9920 16,-3 1-1984-16</inkml:trace>
  <inkml:trace contextRef="#ctx0" brushRef="#br0" timeOffset="61485.1608">-8055 6161 14975 0,'0'0'656'0,"0"0"144"0,0 0-640 0,-7-7-160 0,-1 2 0 0,8 5 0 16,-16 1 928-16,1 3 160 0,-3 1 16 0,1 4 16 15,0 1-640-15,1 2-128 0,1 2-32 0,1 3 0 0,0 2-48 0,2 2-16 16,2-1 0-16,3 5 0 0,0 1 32 0,2-4 0 16,0-1 0-16,1-2 0 15,4 3-80-15,4-5-16 0,-1-1 0 0,4-1 0 16,0 1-192-16,3-1 0 0,1 1 128 0,2 0-128 0,1-1 0 0,2 1 0 16,1-3 128-16,0 3-128 0,2 0 0 0,0 1 0 15,2 0 0-15,0 2 0 0,-2 0 144 0,1 0 96 0,-1-2 16 0,0 1 0 0,-1 0 288 0,-3 3 64 16,1 0 16-16,-3 1 0 0,-2-1-288 0,-3 0-48 15,-1-2-16-15,-3-2 0 0,-4-3-272 0,-4 1 128 16,-3 1-128-16,-3 1 0 0,-6-3 192 0,-4-2-192 31,-8 0 192-31,-6 2-192 0,-4 1 224 0,-4 3-64 0,-3-4-16 0,-1-2 0 16,-3-2-144-16,-2-5-192 0,-5-3 32 0,-2-4 16 16,-8-5 0-16,7-5 0 0,3-3 0 0,4-3 0 31,2 3-1824-31,5-4-352 0</inkml:trace>
  <inkml:trace contextRef="#ctx0" brushRef="#br0" timeOffset="61730.5366">-7601 6143 22111 0,'-3'-27'976'0,"3"15"208"0,0 12-944 0,0 0-240 0,0 0 0 0,0 0 0 0,1 14 2304 0,3 4 400 16,-2 3 96-16,-1 3 16 16,-1 1-1664-16,0 4-320 0,0 4-64 0,2 1 0 0,0 4-128 15,1 0-32-15,2 0 0 0,2-2 0 0,2 1-416 0,3-3-192 0,2-5 160 0,1-3-160 0,-1-1 144 0,2-1-144 16,-1 0 128-16,1 2-128 16,-4 0-1200-16,2 0-320 0,-1 1-64 15,1-1-13552 1</inkml:trace>
  <inkml:trace contextRef="#ctx0" brushRef="#br0" timeOffset="61919.8403">-7537 6735 16575 0,'-7'-20'736'0,"4"6"160"0,1-2-720 0,4 1-176 0,-2 15 0 0,10-16 0 15,2 1 2848-15,5 1 544 0,4 2 96 0,5 0 32 0,5 0-2720 0,2 1-544 16,0 1-96-16,1 5-32 15,2 3-128-15,1 4 0 0,-1 0 0 0,4 3 0 0,1 3 0 0,-1 1-176 16,-4 0 48-16,0-2 0 31,0-1-1968-31,-5 0-384 0,-5 0-80 0</inkml:trace>
  <inkml:trace contextRef="#ctx0" brushRef="#br0" timeOffset="64385.9953">-2967 6663 17503 0,'0'0'1552'0,"0"0"-1232"15,-8-12-320-15,1 3 0 0,7 9 2560 0,0 0 448 16,0 0 80-16,0 0 32 0,0 0-1552 0,0 0-304 15,3 14-64-15,4 2-16 0,2-3-608 0,1 5-128 16,0-1-32-16,3 2 0 0,2-2 32 0,2 4 0 0,1 3 0 0,2-2 0 0,3 1-256 0,-3-2-32 31,-2-1-16-31,-3 1 0 0,-1-2-144 0,-2-2 128 0,-3-5-128 0,-9-12 128 16,7 11-128-16,-7-11 0 0,0 0 0 0,0 0 128 16,0 0-128-16,0 0 0 0,-9-12 0 0,2 0 0 0,0-6-384 0,-1-1 64 15,-6-1 0-15,0-5 0 16,-2-2-64-16,1-1 0 0,-2-1 0 0,-1 3 0 15,3 0 160-15,1 4 32 0,0 1 0 0,4 4 0 16,1-1 192-16,2 5 0 0,2 2 0 0,5 11 0 16,-5-10 0-16,5 10 0 0,0 0 0 0,0 0 0 0,0 0 0 0,0 0 0 15,19-2 192-15,5 6-192 0,4 1 384 0,6 0-48 0,6 2 0 16,5 1 0 0,5 1 16-16,-2 0 0 0,-1-4 0 0,-1 2 0 0,-1 1-160 0,0 1-16 15,-2 0-16-15,-1-1 0 0,-6 1-160 0,-1 0 0 16,-4 3 0-16,-4 0 0 15,-3 0-928-15,-1 3-272 0,-2 3-48 16,-4-3-8960-16,-3-1-1792 0</inkml:trace>
  <inkml:trace contextRef="#ctx0" brushRef="#br0" timeOffset="64598.9133">-2399 6487 8287 0,'-10'-21'736'0,"-1"4"-592"15,3 5-144-15,3 3 0 0,5 9 4720 0,0 0 912 16,0 0 176-16,0 0 32 0,0 0-4096 0,8 17-816 0,3 2-160 0,1 4-48 16,0 1 160-16,2 2 16 0,1-4 16 0,2 3 0 0,1-1-272 15,4 2-64-15,2 1-16 0,4 1 0 0,-1-1-320 0,5 4-64 16,0 1-16-16,3 2 0 31,-1 6-896-31,3 3-176 0,-3 5-48 0,2 1-14896 0</inkml:trace>
  <inkml:trace contextRef="#ctx0" brushRef="#br0" timeOffset="65299.3841">-1779 6663 14735 0,'-17'-4'1312'0,"4"4"-1056"0,1 0-256 0,0 0 0 16,-2 0 1264-16,2 4 192 0,12-4 32 0,-13 7 16 15,0 1-800-15,3 3-176 0,2-1-16 0,-1 2-16 0,0 2 464 0,4 2 80 16,5-16 32-16,4 19 0 0,2 0 0 0,5 0 0 0,3-2 0 0,1 0 0 16,2-1-496-16,2-3-80 0,0-1-32 0,2-1 0 0,-2-1-224 0,5-1-48 31,2-4-16-31,0-2 0 0,-2 1-176 0,2-4 192 0,-2-2-192 0,2-1 192 16,0-1-192-16,0-1 192 15,-2-4-192-15,-2 1 192 0,-1-1-192 0,0 1 160 16,-2-3-160-16,-4-1 160 0,-2 0-160 0,-5 0-192 0,-4 0 32 0,-3 0 16 15,-2-2-128-15,-3 2-32 0,-3 0 0 0,-1 0 0 16,-3-2 128-16,1 2 32 0,-2 2 0 0,1 3 0 16,3 1 144-16,8 6-160 0,-12-3 160 0,12 3-160 0,-12 0 160 0,12 0 0 0,-12 7 0 15,12-7 0 1,-7 14 0-16,3 0 0 0,4-14 0 0,4 17 128 0,1-2-128 0,3 1 128 16,5 1-128-16,2 0 128 0,4-1 0 0,4-2 16 15,2-2 0-15,1 0 0 0,0-4-144 0,0 1 128 16,-2-4-128-16,2-1 128 0,2-4 0 0,-1 0-128 15,-1-2 192-15,0-1-64 0,-3-3-128 0,-3 1 0 16,-1 0 0-16,-1-4 128 16,-3-3-384-16,-1 0-64 0,-4-2-32 0,-1 2 0 15,-2 0 80-15,0 2 16 0,-7 10 0 0,0 0 0 16,0-16 256-16,0 4-128 0,0 12 128 0,0 0 0 0,-6-12 0 0,6 12 0 16,0 0 0-16,0 0 0 15,0 0 0-15,0 0 0 0,0 0 0 0,0 0 0 16,0 0-128-16,0 0 128 0,0 0 0 0,2 16 0 15,-2-16 0-15,7 15 0 0,0-3 0 0,3-1 0 0,4-3 0 0,0 1 0 0,0-2 0 0,0-2 0 16,-1-1 0-16,1-1 128 0,0 0-128 0,0-1 144 0,0-2-144 31,-1 0 0-31,-13 0 0 0,18-2 0 0,-3-1 0 0,-1 0 128 0,-14 3-128 0,16-7 128 16,-3 0-128-16,-2 0 0 0,-3-2 0 0,1 1 0 16,0-3 0-16,-1 1 128 0,1-2-128 0,0 1 128 15,-3-1-128-15,1 0 0 16,-1-2 0-16,-1 2 128 0,-5 12-128 0,0-17 0 0,-4-2 0 0,-1 2 128 15,-2 1-128-15,-1 1 0 0,-3-1 0 0,-1 1 0 16,-3-1 896-16,-4 4 160 0,-4 0 32 0,-1 5 0 16,-4 7-3200-16,1 4-640 0</inkml:trace>
  <inkml:trace contextRef="#ctx0" brushRef="#br0" timeOffset="66697.9898">290 6587 20271 0,'-14'-7'1792'0,"4"-3"-1424"16,3 1-368-16,7 9 0 15,4-10 1616-15,6 1 256 0,5 2 48 0,10-3 16 16,2-1-848-16,11 5-192 0,11-1-16 0,9 1-16 0,10 3-416 0,9 5-64 16,11 1-32-16,2 1 0 0,1-4-224 0,1 0-128 0,-2 1 160 0,5 8-160 31,1 5-1392-31,6 0-368 0,3-2-80 0,-6-4-16 16</inkml:trace>
  <inkml:trace contextRef="#ctx0" brushRef="#br0" timeOffset="65927.1255">439 6161 24303 0,'-23'1'1072'0,"11"6"224"0,2 4-1040 0,1 4-256 0,4 6 0 0,1 5 0 15,3 5 912-15,2 3 128 0,5 3 32 0,2 1 0 0,4 1-16 0,2-4 0 16,3-1 0-16,4-1 0 15,2-5-288-15,1-2-48 0,2 0-16 0,1-1 0 16,1 1-384-16,-1-3-96 0,1-3-16 0,1 1 0 0,-1-2-208 16,0 2 0-16,-4-2 128 0,-3-2-128 15,-4 0-2016-15,-2-6-448 0,-1-3-96 0,-14-8 0 0</inkml:trace>
  <inkml:trace contextRef="#ctx0" brushRef="#br0" timeOffset="66487.7941">737 6281 24239 0,'0'0'1072'0,"-7"-6"224"16,7 6-1040-16,0 0-256 0,0 0 0 0,0 17 0 0,7 4 592 0,2 3 64 31,3 3 16-31,0-1 0 0,-2 0 352 0,2 0 80 0,1 2 16 0,0-1 0 16,3-1-192-16,1-2-32 0,0-3-16 0,2 0 0 16,0-2-528-16,2-2-96 0,-2-3-32 0,0 0 0 0,-2-2-224 0,-1 0 176 15,-1-2-176-15,-3 0 160 0,-12-10-160 0,0 0 0 0,0 0 144 0,14 6-144 16,-14-6 0-16,0 0 128 0,14-4-128 0,-14 4 0 15,10-5 0-15,-1-2 128 0,0-2-128 0,-9 9 0 47,10-8-288-47,0-1-128 0,1 1-32 0,-1 1 0 0,0-2 128 0,3 0 0 0,-1 1 16 0,-2 1 0 16,-10 7 304-16,12-4-160 0,-12 4 160 0,14 0-128 16,-14 0 128-16,14 2 0 0,-1 3-144 0,1 2 144 0,-14-7 0 0,19 9 0 15,0-2 160-15,0 1-160 0,0 1 192 0,2 0-64 16,0-4 0-16,3 0-128 0,2 2 144 0,0-2-144 15,-1-1 0-15,1-1 144 0,-1-1-144 0,-1-2 0 16,-2 1 144-16,-1-1-144 0,-2-3 0 0,-2 1 144 16,-1 1-144-16,-1-1 0 0,1-2 128 0,-4-1-128 0,-12 5 0 0,10-7 0 15,-10 7 0-15,10-8 0 16,-10 8 0-16,7-12 0 0,-7 12 0 0,0 0-176 0,6-16 176 16,-5 2-208-16,-1 14 208 0,-1-12-176 0,-1-2 176 0,2 14-160 15,-4-13 160-15,4 13 0 0,-3-14 0 0,3 14 0 16,0 0 0-16,0 0 0 0,0 0 0 0,0 0 0 15,0 0 144-15,0 0 112 0,0 0 32 0,0 0 0 16,0 0-80-16,0 0-16 0,3 12 0 0,4-2 0 16,4 1 48-16,1-1 0 0,2-2 0 0,-1 3 0 0,3-3-240 0,-2 1 176 15,-14-9-176-15,14 14 160 0,-2-2-160 0,0 0 0 16,0-2 144-16,2 1-144 16,-2-3-1344-16,0 5-320 0,-2 0-80 0,0-4-7808 15,-10-9-1568-15</inkml:trace>
  <inkml:trace contextRef="#ctx0" brushRef="#br0" timeOffset="68197.3619">4898 6345 16575 0,'-12'-10'1472'0,"2"1"-1168"0,0 1-304 0,10 8 0 16,0 0 2560-16,0 0 448 0,0 0 80 0,0 0 32 15,0 0-1952-15,14 12-384 0,1 3-80 0,6 4 0 0,1 0-448 0,8 5-96 16,2-1-16-16,3 3 0 16,-2 0-144-16,-2 1 0 0,-4 3 0 0,-1-3 128 0,-3-3-128 0,-4 1 0 15,-2-3 0-15,-3 2 0 0,-6 0 0 0,-2 1 0 16,-5 2 0-16,-2 2 0 0,-3 3 0 0,-1-5 0 16,-4 1 0-16,-1-1 0 0,-4 1 0 0,0-2 0 0,0-2 0 0,1-2 0 31,-1-3 0-31,-2-3 0 0,-1-4 0 0,0-3 0 0,-2-2 0 0,0-4 192 15,-4-5-192-15,4-1 192 0,4-2-192 0,1-2 128 16,2-2-128-16,2 1 128 0,1-5-128 0,2 1 0 16,-2-5 0-16,3 2-176 15,-1-3-672-15,1 1-144 0,3-2-32 0,1-2 0 16,1-3-2368-16,1-2-496 0</inkml:trace>
  <inkml:trace contextRef="#ctx0" brushRef="#br0" timeOffset="68494.6227">5066 6647 6447 0,'17'-5'576'0,"-3"2"-576"16,2-1 0-16,-1 1 0 0,-1-2 2448 0,0 1 384 15,-2-1 80-15,2 2 16 0,-1 1-976 0,1 0-192 16,0-1-32-16,2 1-16 0,-1 0-816 0,1 2-176 16,-1 0-16-16,2 0-16 0,1 0-320 0,1-1-64 15,0 2-16-15,1-1 0 0,1 0-160 0,0 0-128 0,1 0 144 0,1 2-144 16,-3-2 128-16,1 0-128 16,-2 0 0-16,-2-2 144 0,-3 2-144 0,-14 0 128 0,16 0-128 15,-16 0 128-15,0 0-128 0,13-5 0 0,-13 5 0 0,9-9 0 16,-9 9 496-16,0 0 64 0,2-15 16 0,-2 1 0 15,-4 0 32-15,1 2 16 0,3 12 0 0,-5-14 0 16,0 2-176-16,5 12-48 0,-6-14 0 0,3 2 0 16,3 12-112-16,0 0-32 0,0 0 0 0,0 0 0 15,0 0-96-15,9-10-32 0,-9 10 0 0,13-3 0 16,1 3-128-16,2 5 0 0,1 2 0 0,2 1 0 0,3 1 0 16,3 5 0-16,0 0 0 0,1 1 0 0,-2 2-144 0,-1-1 144 15,-2-1-192-15,-1-1 192 16,3-2-2880-16,-4-3-448 0,1 0-112 15,3-1-16-15</inkml:trace>
  <inkml:trace contextRef="#ctx0" brushRef="#br0" timeOffset="68882.1241">5599 6174 24239 0,'2'-15'1072'0,"-2"15"224"0,5-14-1040 16,2 4-256-16,0 1 0 0,3 2 0 0,4 4 1088 0,2 1 176 0,1 6 16 0,5 2 16 15,4 3-928-15,2 3-192 0,-2 0-48 0,-6 0 0 16,3 2-128-16,3 3 0 0,1 4 0 0,10 10 0 31,-6 2-592-31,-4-4 0 0,-3-3 0 0,-5 0 0 16,-3-5 64-16,-2-1 16 0,-4-1 0 0,-1-5 0 0,-2-3 336 0,-2 1 176 0,-5-12-160 0,2 15 160 0,-2-1 0 16,0-14 0-1,-4 16 176-15,-1-3-48 0,0-1 384 0,5-12 64 16,0 0 32-16,0 0 0 0,-7 13-304 0,7-13-64 15,0 0-16-15,0 0 0 0,0 0-224 0,0 0 144 16,0 0-144-16,0 0 128 0,0 0-128 0,0 0 128 16,0 0-128-16,0 0 128 0,0 0-320 0,0 0-64 0,15-2 0 0,1-3-16 15,-1-2-80-15,3 0-16 0,1 2 0 0,0-2 0 16,1-2 176-16,3 0 48 0,-1 4 0 0,2 0 0 16,1 2 144-16,-1 1 0 15,-2 2 0-15,2 3 128 0,2 3-128 0,2 2 0 0,3 6 0 0,3 0 0 16,3-2-160-16,-1-3-48 0,2-3-16 15,3 1 0-15</inkml:trace>
  <inkml:trace contextRef="#ctx0" brushRef="#br0" timeOffset="67732.4265">3468 6480 9215 0,'-12'-10'816'0,"3"3"-656"0,-1-2-160 0,-2-1 0 0,-2-1 1920 0,-2 1 368 31,1-4 64-31,-3-1 16 0,1 1-768 0,-2 0-160 16,-2 5-32-16,2 4 0 0,2 0 160 0,0 5 32 15,-2 2 0-15,0 3 0 0,2 2-384 0,-1 7-64 0,1 3 0 0,2 2-16 16,1 2-352-16,2 3-64 0,0 2-16 0,1 1 0 15,4 1-336-15,2-2-80 0,2-2-16 0,3-2 0 0,2 1-144 0,3-2-128 32,2-6 144-32,3 2-144 0,2-1 128 0,2-2-128 0,-2-4 0 0,5-1 144 15,2-2-144-15,0-4-192 0,0-1 32 0,4-2 16 16,-1-2-464 0,4-3-96-16,0-2 0 0,1-2-16 0,3-3-448 0,-3 2-96 0,1 0-16 0,-2-3 0 15,0 1-64-15,-6 0-32 16,-2 0 0-16,-3 0 0 0,-4-5 304 0,-4 0 64 0,-4 1 16 15,-5-3 0-15,-3 0 864 0,-2 0 128 0,-1 4 0 0,-1-1 160 16,-1 2 752-16,-1 0 160 0,1 2 16 0,-1 4 16 0,1 3-336 0,10 5-64 16,0 0 0-16,0 0-16 0,0 0-688 0,0 0 0 0,-7 10 0 15,7 4 0 1,5 1 0-16,4-1 0 0,1 0 0 0,6 1 0 0,3 3 0 0,2-1 0 16,3-2 0-16,0 1 0 0,2-4 0 0,-2 2 0 15,-3-4 0-15,-1 1 128 0,-2-3-128 0,-3-1 0 0,-1 3 0 0,-14-10 0 16,0 0 0-16,0 0 0 0,0 0 0 0,0 0 128 15,0 0-128-15,0 0 160 0,0 0-160 0,0 0 160 32,0 0 400-32,0 0 80 0,0 0 0 0,0 0 16 0,-3-10-464 0,3 10-192 15,-2-12 128-15,0 0-128 0,2 0 128 0,2 0-128 16,-2 12 0-16,7-17 128 0,0 3-128 0,1 0 0 16,3-2 144-16,1 3-144 0,2-1 0 0,-1 2 0 0,-1 1 0 0,2 3 0 15,0-1 0-15,0 2-128 0,0 2 128 16,-1 3-128-16,1 1 128 0,2 1-208 0,-1 1 80 0,3 4 128 15,-3 4-128-15,2 1 128 0,1 1 0 0,-1-1 0 16,-2 0 0-16,1 1 0 0,0-1 0 0,-1 1 0 0,-1-3 144 0,0 1-144 16,-1-2 160-16,1 0-160 15,-14-7 128-15,18 7-128 16,-3-2 0-16,-1 0 144 0,-14-5-144 0,15 3 160 16,-1-3-160-16,-14 0 160 0,16 0-160 0,-2 0 0 0,-1-1 0 0,-1-3 0 15,1-3 0-15,-1 0 0 0,-2-3 0 0,0 1 0 16,1 1 0-16,-11 8 0 0,12-11 128 0,-2 3-128 0,-10 8 448 15,0 0 16-15,9-9 0 0,-9 9 0 16,0 0 240-16,14-3 32 0,-14 3 16 0,17 0 0 16,-2 3-432-16,4 2-64 0,-1 0-32 0,1 2 0 0,3 0-224 15,2 0 0-15,-1-2 0 0,-1 1 0 16,-3-1 128-16,0 0-128 0,0 0 0 0,-2 0 0 16,1 0 0-16,-5 1-128 0,-13-6-16 0,16 7 0 15,-4-1-1712-15,-12-6-320 0,0 0-80 16,0 0-16-16,0 0-800 0,0 0-144 0</inkml:trace>
  <inkml:trace contextRef="#ctx0" brushRef="#br0" timeOffset="67873.5996">4372 6197 9215 0,'19'0'816'0,"4"3"-656"15,-1 1-160-15,4 1 0 0,1 0 832 0,1 2 144 0,-4 3 32 0,2-1-6128 16</inkml:trace>
  <inkml:trace contextRef="#ctx0" brushRef="#br0" timeOffset="69418.1526">7071 6494 28671 0,'-17'-31'1280'0,"7"13"256"0,-2 3-1232 0,0 1-304 0,0 0 0 0,0 2 0 16,-1 2 1040-16,0 1 160 15,-1 4 16-15,0 2 16 0,0-1-528 0,2 4-128 16,-2 4 0-16,2 3-16 0,4-1-304 0,1 6-48 16,0 4-16-16,3 0 0 0,4-16-192 0,0 20 0 15,4-1 128-15,1-1-128 0,0-3 0 0,4 1 128 16,1-3-128-16,-1-2 0 0,-9-11 0 0,12 10-240 16,-2-1 32-16,-10-9 0 15,14 8-288-15,-14-8-48 0,14 7-16 0,-14-7 0 0,0 0 912 0,14 5 176 16,-14-5 48-16,0 0 0 0,0 0-576 0,0 0-144 15,0 0-16-15,0 0 0 16,13 0-656-16,-13 0-128 0,0 0-16 0,0 0-16 0,13-5 1616 0,-3 0 320 0,-10 5 64 0,12-5 0 31,-2 0-1664-31,-10 5-320 0,14-4-80 0,0 3-16 0,-14 1 816 0,17 3 240 0,-3 2 0 0,0-1 0 0,0-1-144 0,1 2 144 0,-1 0 0 0,1-1 0 32,3-1 0-32,-3 1 0 0,1-1 0 0,-2 1 0 0,-14-4 0 0,15 1 0 0,-15-1 0 0,14-1 0 15,-14 1 0-15,0 0 0 16,10-7 0-16,-10 7 0 0,9-14 128 0,-4-2-128 15,-5-1 0-15,0-2 0 0,-2-5 0 0,-1-7-320 16,-4-7 64-16,0-5 0 0,0-4 48 0,-1 2 16 16,-3 1 0-16,1 0 0 15,1 1 0-15,2 2 0 0,0-1 0 0,2 8 0 0,0 3 0 0,3 3 16 16,4 2 0-16,2 0 0 16,-1-1 304-16,-1 3 64 0,-2 3 16 0,0 5 0 0,1 6 800 0,-1 10 144 15,0 0 48-15,0 0 0 0,0 0-432 0,7 21-64 16,-1-1-32-16,0 5 0 0,0 0-528 0,2 1-144 0,3 2 0 0,2 5 0 15,3 1 128-15,5 11-128 0,3 5 128 0,5 9-128 16,4 6 128-16,3 3-128 0,0 3 128 0,2-9-16288 16</inkml:trace>
  <inkml:trace contextRef="#ctx0" brushRef="#br0" timeOffset="71934.0413">9588 6308 25391 0,'0'0'1120'0,"0"0"240"0,0 0-1088 0,0 0-272 0,0 0 0 0,0 0 0 0,-7 12 1600 0,2 7 256 15,1 5 48-15,4 2 16 0,0 3-576 0,4-1-128 0,-1-1 0 0,4 3-16 16,2 2-640-16,3-2-128 0,3-5-32 0,4 3 0 31,4-2-400-31,1-2 0 0,2-5 0 0,0 0 0 16,-2 0-144-16,0-2 144 0,0-2 0 0,-1 3 0 0,-3-5 0 0,-2-1 0 0,-5 2 0 15,-13-14 0-15,13 14 0 0,-13-14 0 0,0 0 0 0,0 0 0 16,0 0 0-16,0 0 0 0,-13 3 0 0,1-3 0 16,-1-5 176-16,-5-2-176 0,-2-3 192 0,-1 0-192 15,2-2 160-15,-3 0-160 0,-3-2 128 0,3 0-128 16,-1-2 0-16,3-1 128 0,-3-3-128 0,3-1 0 0,1 2 128 16,1-3-128-16,3-2 0 15,1-4 128-15,0-3-128 0,2-7 160 0,4-5-160 0,2-7 160 0,3-8-32 0,1 4-128 16,2 4 192-16,2 7-64 0,1 2-128 0,3 8 0 15,-1 7 0-15,0 6 128 0,0 4-128 0,-5 16 0 16,0 0 0-16,0 0 0 0,9-8 0 0,-9 8 0 16,10-5 0-16,-10 5 0 0,0 0 0 0,16 3 0 15,-3 0-128-15,3 3 128 0,1-3 0 0,0 4 0 16,2 0 0 0,4 3 0-16,3 2 0 0,1 2 0 0,1 0 0 0,1 3 0 15,4-2 0-15,0 6 0 0,0 3 0 0,-2 4 0 16,-2 3 0-16,-3 3 0 0,-5 4 0 0,-6-5 0 15,-8-6-256-15,-5-1 0 0,-6-4 16 0,-8-3 0 32,-7-1-144-32,-5-1-16 0,-2 0-16 0,-3-3 0 0,-2-4 48 0,0-1 16 0,3-1 0 0,1 3 0 31,1-1-304-31,5 0-64 0,5 2-16 0,4-3-14432 0</inkml:trace>
  <inkml:trace contextRef="#ctx0" brushRef="#br0" timeOffset="72403.0507">10252 6575 30239 0,'4'-14'1344'16,"-4"14"256"-16,0 0-1280 0,0 0-320 0,0 0 0 0,15 7 0 0,-15-7 640 0,16 14 48 16,-2-4 16-16,0 1 0 0,-2 2-32 0,1 1 0 0,1-2 0 0,0 2 0 0,0 0-224 15,1 1-32-15,3-3-16 0,-1 1 0 0,-2-5-208 0,3 4-32 31,-3-1-16-31,-1-1 0 0,-14-10-144 0,14 12 0 16,-14-12 0-16,0 0 0 0,0 0 0 0,0 0 0 16,0 0 0-16,0 0 0 0,0 0 192 0,0 0-64 15,0 0 0-15,-12 3 0 0,0-4 128 0,-2-6 0 0,-2 2 16 0,1-2 0 16,-2-4-144-16,1-1-128 0,0-1 192 0,3-3-192 16,-1-3 240-16,2 0-64 0,1 0-16 0,3-3 0 15,-3-4-160-15,3-2 0 0,1-3 0 0,0-4 0 0,2-2 0 0,1-8 0 16,1-9 0-16,3 6 0 0,3 3 0 0,1 0 0 15,-2 2 0-15,4 5 0 0,3 10 128 0,0 4-128 16,-2 5 0-16,0 4 128 0,1 3-128 0,1 5 0 0,-9 7 0 16,14-4 0-1,-14 4-128-15,15 4 128 0,1 1 0 0,-1 2 0 0,-1 1 0 0,2 3-176 16,-1-3 176-16,1 6-128 0,-1 2 128 0,1 3 0 16,-3 1 0-16,0 3 0 0,-3-2 0 0,-3 4-128 15,-4 3 128-15,-3 1-128 0,-1 6 128 0,-6-2 0 16,-5-2 0-16,-7-2 0 0,-6-1 0 0,-6-2 0 0,-5 1 0 0,-4 1 0 47,-3 1-1520-47,-10-1-272 0,-11-7-48 0,-7-6-8624 0,-7-5-1728 0</inkml:trace>
  <inkml:trace contextRef="#ctx0" brushRef="#br0" timeOffset="71258.5501">10375 6109 21599 0,'0'0'960'0,"0"0"192"0,10 14-928 0,4 3-224 0,2 0 0 0,1 4 0 0,2 1 1168 0,2 4 192 16,1 4 48-16,0 4 0 0,4 2 48 0,-3 2 16 31,-1 0 0-31,1-3 0 0,1-2-640 0,0-1-128 0,-2-2-32 0,3-4 0 16,-3-4-256-16,-1-3-48 0,-4 0-16 0,-3-3 0 0,-4-4-128 0,-10-12-32 15,0 0 0-15,7 13 0 0,-7-13-192 0,0 0 0 16,0 0 0-16,-12 9 0 16,-2-4 128-16,-3-1 0 0,-6-6-128 0,3-3 192 0,-3-2-32 0,3 0-16 0,-1 2 0 0,2-4 0 31,0-3-144-31,0 2 0 0,0 1 0 0,0-1 0 0,0-4 0 0,2 0 0 15,1 0 0-15,-1-1 0 0,-2-6 0 0,2-1 0 16,1-2 144-16,1-2-144 0,-1 0 128 0,2-5-128 16,2 0 128-16,0 0-128 15,2 3 0-15,3 0 0 0,0 4-192 0,2 5 64 16,1 2 128-16,3 0 128 0,1 5-128 0,1 1 176 16,1 3-176-16,-2 8-176 0,0 0 48 0,0 0 0 15,0 0-592-15,12-6-112 0,-12 6-32 0,16 0 0 16,-16 0-800-16,17 2-144 0,-3 0-48 15,-14-2 0-15,15 3-864 0,-15-3-176 0,0 0-48 16,19 4 0-16</inkml:trace>
  <inkml:trace contextRef="#ctx0" brushRef="#br0" timeOffset="70507.1509">8827 6150 11967 0,'-35'-20'528'0,"13"6"112"0,-2 0-512 0,1 0-128 0,1 2 0 0,5 2 0 16,1 1 2912-16,4 4 544 0,2 0 128 0,10 5 0 16,0 0-2080-16,0 0-416 0,0 0-96 0,0 0-16 0,0 0-144 0,0 0-48 0,0 0 0 15,13 22 0 1,5 2-48-16,1 1-16 0,0-1 0 0,5 0 0 15,2 3 0-15,0 5 0 0,-2 0 0 0,0 5 0 0,-2-3-288 0,-1 1-64 16,-4-3-16-16,1 1 0 16,-1-7-352-16,-2-2 128 0,-3-3-128 0,-3 1 0 0,-2-4 0 15,0-3 0-15,-2-1 0 0,0 0 0 0,-5-14 0 0,7 10 0 0,-7-10 0 0,0 0 128 16,10 7-128-16,-10-7 0 16,16 5 0-16,0-3 0 0,1-4 160 0,3 1-32 0,3-1-128 0,5-2 192 31,4-3-192-31,5 4 0 0,2 5 0 0,4 1 0 15,2 2-2304-15,2-5-576 0,-1-1-96 0,1-5-11088 16</inkml:trace>
  <inkml:trace contextRef="#ctx0" brushRef="#br0" timeOffset="70783.1544">9484 6050 5519 0,'0'0'496'0,"-10"-3"-496"15,10 3 0-15,0 0 0 0,0 0 2944 0,0 0 512 0,0 0 80 0,0 0 32 16,0 0-2480-16,7 19-512 0,0 0-80 0,1 3-32 16,3 2 848-16,3 2 160 0,-1 2 48 0,3 6 0 15,-1 4-192-15,3 2-48 0,-1 1 0 0,2-3 0 16,5 2-464-16,0-7-112 0,0-4 0 0,2-1-16 16,2-2-256-16,1-2-48 0,2-5-16 0,4 0 0 0,-1-7-32 0,3-3 0 15,2-3 0-15,5 0 0 0,0-3-144 0,-2 1-48 16,-4-4 0-16,0-2 0 0,-2-3-16 0,-3-1 0 15,-6 1 0-15,-2 0 0 16,-8 0-1536-16,-3-2-304 0,-14 7-64 0,10-14-12480 0</inkml:trace>
  <inkml:trace contextRef="#ctx0" brushRef="#br0" timeOffset="73240.6864">11942 6551 3679 0,'-17'-9'160'0,"5"4"32"0,-2 0-192 0,2 0 0 0,0-4 0 0,1 2 0 0,3 2 5440 0,1-2 1056 0,2 0 208 0,5 7 32 15,0 0-3872-15,0 0-784 0,0 0-160 0,0 0-16 16,0 0-672-16,0 0-128 0,0 0-16 0,12-2-16 31,2-3-608-31,-1 2-112 0,-2-2-32 0,1 1 0 0,2 1-192 0,-1-1-128 16,0 1 128-16,-1-1-128 0,-2-1 0 0,-1-4 0 0,-2 1 0 0,-1-1 128 31,0 1-128-31,-3-3 0 0,-1-3 0 0,-2-3 0 16,0 0 0-16,-2-2 0 0,-1 0-160 0,-3-2 160 0,1 2-192 0,-2 0 64 0,-1-1 128 15,-1 2-208-15,0 1 208 0,1 1 0 0,-1 3 0 0,1 1 0 16,1-1 0-16,1 5 0 0,3 1 0 0,3 7-144 31,0 0 144-31,0 0 0 0,0 0 160 0,16 3-160 0,1 4 144 0,4 2-144 16,1 1 128-16,7 4-128 0,6 2 0 0,6 4 0 16,4 5 0-16,0 7 0 0,0 6 0 0,-2 0 0 0,0-5 0 0,-3-2 0 31,-6-5-640-31,-3 5-64 0,-3 0-16 0,-4-5-16176 15</inkml:trace>
  <inkml:trace contextRef="#ctx0" brushRef="#br0" timeOffset="73416.6796">12248 6017 19343 0,'-18'-24'1728'0,"6"9"-1392"0,-3-3-336 0,1 3 0 16,4 3 2752-16,1 3 496 0,9 9 80 0,0 0 32 15,-9-7-2416-15,9 7-496 0,0 0-80 0,0 0-32 0,0 0-336 0,4 16 0 16,3-1 0-16,3 4 0 31,4 4-2352-31,3-1-432 0</inkml:trace>
  <inkml:trace contextRef="#ctx0" brushRef="#br0" timeOffset="73727.1934">12596 6603 27407 0,'0'0'1216'0,"-7"-9"256"16,7 9-1184-16,0 0-288 0,0 0 0 0,0 0 0 0,0 0 448 0,0 0 48 16,4-9 0-16,-4 9 0 0,8-10-176 0,-8 10-48 0,7-10 0 0,-7 10 0 15,9-9-112-15,0 0-32 0,1 1 0 0,-10 8 0 16,12-9-128-16,-2 0 0 0,-1 1 0 0,-2-3 128 16,0-1-128-16,-4-1 0 0,1-3 0 0,-4-3 0 15,-2-3 128-15,0-4-128 0,-1-2 0 0,-1 0 128 16,-1 3 944-16,0 0 176 0,-2 3 32 0,0 0 16 15,0 3-1120-15,0 3-176 0,-1 0-144 0,4 6 144 16,3 1 560-16,1 9 224 16,0 0 48-16,0 0 16 0,0 0-384 0,17 2-80 0,2 3 0 0,2 4-16 15,3 3-368-15,3 2 0 0,6 5 0 0,7 7 0 16,5 3 0-16,-2 4 0 0,-2 1 0 0,2-3 0 0,1-1 0 0,-5-3-288 31,-1 3 48-31,-5-4-11360 0,-4-4-2288 16</inkml:trace>
  <inkml:trace contextRef="#ctx0" brushRef="#br0" timeOffset="74139.008">14048 6316 14735 0,'0'-16'1312'0,"0"3"-1056"15,0-1-256-15,2 3 0 0,-2 11 3424 0,0 0 624 16,0 0 128-16,0 0 32 0,0 0-2768 0,0 0-544 0,0 0-128 16,0 0 0-1,0 0-64-15,0 0 0 0,0 0 0 0,0 0 0 16,0 0 16-16,3-6 0 0,-3 6 0 0,5-9 0 0,0-1-464 0,0 3-112 0,1-2-16 0,-1-1 0 16,-2-1 0-16,1 1-128 0,-1-2 192 0,1-4-64 0,-1 1-128 15,1-2 0 1,-3-2 0-16,1 3 0 0,0 1 0 0,-2-1 0 15,0-1 0-15,1-1 0 0,1 3 0 0,2 1 0 0,-3 2 0 0,3 2 0 16,-1-1 0-16,-3 11 0 0,0 0 0 0,0 0 0 0,0 0 0 16,0 0 0-1,14 4 0-15,-14-4 0 0,16 12 0 0,-3 0-192 0,1-2 64 0,2 4 128 16,1 2 0-16,0-1 0 0,2 1 0 0,4-1 0 16,1 4 0-16,2 2 0 0,-2 0 0 0,0-1 0 0,2 1 0 0,-2-2 0 15,-1-2 0-15,-1 1 0 0,2-1-128 0,-1-2 128 16,-4 1 0-16,-2-1 0 31,-2 3-2400-31,-1-8-416 0,-14-10-64 0,0 0-11136 0</inkml:trace>
  <inkml:trace contextRef="#ctx0" brushRef="#br0" timeOffset="74370.0974">14376 5463 13823 0,'0'0'608'0,"-5"-12"128"0,-1-2-592 0,6 14-144 0,0 0 0 0,0 0 0 0,0 0 3424 0,0 0 656 16,12 9 128-16,1 7 16 0,-1 1-2688 0,1 7-560 16,1 5-96-16,3 8-32 0,4 4 80 0,2 4 16 15,3-4 0-15,1 1 0 0,2-1-608 0,3-1-112 16,0-6-32-16,3-1 0 0,-1-2-192 0,3-1 0 16,2-4 128-16,1-2-128 15,-4 0 0-15,2 0 176 0,-2-3-176 0,-1 1 160 0,-2 1-160 16,-4-1 0-16,-3 0 0 0,-7 1 128 15,-7-1-2496-15,-5-1-512 0,-4-2-112 0</inkml:trace>
  <inkml:trace contextRef="#ctx0" brushRef="#br0" timeOffset="74530.6764">14686 6074 8287 0,'-8'-17'368'0,"8"17"80"0,-2-15-448 0,2 1 0 0,3 0 0 0,4 4 0 0,5 3 2304 0,4-2 368 15,1-3 80-15,6 3 0 0,1 1-2096 0,3 1-416 16,5 2-96-16,0 1-16 15,-1 2-128-15,6 4 0 0,2 3 0 0,3-1 0 0,-1-2 0 0,2 1 0 0,0 0 0 0</inkml:trace>
  <inkml:trace contextRef="#ctx0" brushRef="#br0" timeOffset="74863.7311">15722 5960 15663 0,'-16'-5'1392'0,"-1"-2"-1120"0,0 0-272 0,-2 1 0 15,-2 0 2496-15,-1 5 448 16,-4 1 96-16,-2 1 16 16,1 1-1680-16,-3 2-336 0,-1 2-64 0,0 0-16 15,0 2-304-15,2 1-64 0,1 1-16 0,4 1 0 0,3 1-352 0,2 0-80 16,0 2-16-16,5-1 0 0,6 3-128 0,1 1 0 0,0 0 0 16,5-1 128-16,2 0-128 0,4-3 0 0,-4-13 0 0,8 16 0 15,-8-16-384-15,14 12 0 0,0-3 0 0,-2-3 0 31,-12-6-64-31,17 4-32 0,1-4 0 0,-3 0 0 0,-1-2 272 0,1-1 48 0,3-1 16 0,2-1 0 16,3-2 144-16,-1 0 0 16,1 0 0-16,1 0 0 0,0 1 0 0,2-1 192 15,3 3-32-15,2 3-16 0,2 1 176 0,2 3 16 16,3 2 16-16,0 0 0 0,1 2-144 0,-1 2-16 16,-1-1-16-16,-3 1 0 0,1 1-176 0,-6 3 0 0,-3-1 144 0,-4-4-144 15,-4-1-1680-15,-3-2-416 0,-1 1-80 0</inkml:trace>
  <inkml:trace contextRef="#ctx0" brushRef="#br0" timeOffset="75166.9462">16062 5997 21535 0,'0'0'960'0,"0"0"192"0,0 0-928 0,0 0-224 0,0 0 0 0,0 0 0 0,0 0 1392 0,0 0 224 15,7 14 48-15,1-2 16 0,3 0-1088 0,-1-2-208 0,-10-10-64 0,14 14 0 16,0 0 64-16,-2-2 0 0,-3 0 0 0,-1 0 0 31,-8-12-256-31,7 14-128 0,-7-14 128 0,0 0-128 0,0 0 128 0,0 0-128 16,0 0 128-16,0 0-128 15,0 0 128-15,0 0-128 0,0 0 128 0,0 0-128 16,0 0 0-16,0 0 0 0,-7-12 0 0,4 0 0 0,3 12 0 0,-2-14-288 16,2 14 48-16,2-12 16 0,-2 12 224 0,7-12 0 0,0 1-160 15,-7 11 160-15,15-8-128 0,2 2 128 0,2 3-160 0,4 3 160 16,3 0-128-16,0 5 128 0,1 0 0 0,8 0-144 15,3 1 144-15,3 4 0 0,2 4 0 0,2 3 0 32,2-1-912-32,-1-3-160 0,1-1-16 0,-2 1-16 0</inkml:trace>
  <inkml:trace contextRef="#ctx0" brushRef="#br0" timeOffset="75619.424">17146 6081 11967 0,'-17'-17'1072'0,"6"7"-864"16,-1 1-208-16,0-1 0 0,2-4 2720 0,-1 2 496 0,1 8 112 0,0-1 0 16,1-3-1664-16,9 8-352 0,-12-4-64 0,0 2-16 15,0 2-736-15,12 0-160 0,-14 6-16 0,4 0-16 16,10-6-304-16,-9 14 0 0,2 2 128 0,4-1-128 0,3-15 0 0,0 21 160 16,3-2-160-16,2 3 128 0,2 1 64 0,2-2 0 15,-1-2 0-15,3-2 0 0,1 0-32 0,0-3 0 16,-2-2 0-16,4-2 0 0,0-3-160 0,-2-2 192 15,-12-5-192-15,16 0 192 0,-3-3-64 0,-1-2 0 16,-1-2 0-16,-1-2 0 16,2-5-128-16,-1-1 0 0,-3-2 144 0,-1-2-144 15,-2-6 128-15,-1 1-128 0,-1-3 160 0,-3 1-160 16,-3 0 0-16,-1 0 0 0,-1 2 0 0,-2-2 0 0,-3 0 0 0,1-2 0 0,-3-6-160 16,2-6 160-16,-1-1-320 15,-1-9 32-15,-1-9 0 0,0 4 0 0,3 7 32 16,-2 8 0-16,-4 7 0 0,3 4 0 0,-1 6 256 0,0 6 256 15,2 3-64-15,2 7 0 0,10 7 400 0,0 0 80 0,0 0 16 0,0 0 0 16,-4 19-112-16,4 2-32 16,5-2 0-16,6 9 0 0,4 4-160 0,6 8-48 15,3 7 0-15,4 1 0 0,3 0-144 0,5 2-48 16,4-3 0-16,1-6 0 0,-1-4-144 0,0-5 0 16,-1 0 144-16,-1-5-144 0,-3-3 176 0,-2 0-48 0,-2 1 0 0,-4-1 0 31,-3 5-1472-31,1 0-320 0,-3-3-48 0,-1-3-8400 15,-2-4-1664-15</inkml:trace>
  <inkml:trace contextRef="#ctx0" brushRef="#br0" timeOffset="76025.5506">17710 6019 4607 0,'0'0'192'0,"2"-15"64"0,0-1-256 0,1 2 0 0,2 2 0 0,-5 12 0 16,6-14 4032-16,-6 14 752 0,5-17 144 0,-2 5 48 15,-3 12-2608-15,0 0-512 0,0 0-96 0,0 0-32 0,0 0-672 0,0 0-144 16,0 0-16-16,-12 9-16 15,3 1-656-15,3 2-224 0,-1 2 144 0,7-14-144 0,-4 15 144 0,4 1-144 16,0-16 160-16,4 19-160 0,-1-4 128 0,-3-15-128 16,4 16 0-16,-4-16 144 15,6 16-144-15,-6-16 128 0,0 0-128 0,0 0 128 16,0 0-128-16,11 8 160 0,-11-8-160 0,0 0 160 0,14 4-32 0,-14-4 0 16,15-2 0-16,-1 0 0 15,-14 2-128-15,14-2 0 0,-2-3 0 0,-2 2-176 0,-10 3 176 0,12-4-192 16,-1-1 192-16,-11 5-192 0,0 0 192 0,13-3 0 15,-2-2 0-15,-1-1 0 0,2 3 0 0,-12 3-128 16,0 0 128-16,16 3 0 0,-1-3 0 0,1 2 0 16,-1 2 0-16,1-3 0 0,-1 1 0 0,3 1 0 0,1 3 0 0,1-3 128 15,3 1-128-15,3-3 0 0,0-1 0 16,-1 0 0-16,-2 0 0 0,-2-3 0 0,-2-1 0 0,0 3 0 16,-2 1 128-16,-3-2-128 15,-14 2 128-15,12-5-128 0,-12 5 128 0,0 0-128 16,0 0 128-16,10-5-128 0,-10 5 176 0,0 0-48 0,0 0 0 0,0 0 0 31,14 0-1408-31,-14 0-272 0,15 3-64 0,-1 0-7488 0,0 1-1504 0</inkml:trace>
  <inkml:trace contextRef="#ctx0" brushRef="#br0" timeOffset="76444.2435">18637 6023 24415 0,'-10'-16'1088'0,"10"16"208"0,-12-9-1040 0,0 1-256 0,1-3 0 0,1 3 0 15,-2 1 1376-15,0 0 224 0,-2 2 32 0,2 0 16 16,0-1-1040-16,0 3-208 0,-2 0-32 0,14 3-16 16,-14-2-224-16,14 2-128 0,-14 7 160 0,6 1-160 15,8-8 0-15,0 0 0 0,-4 14 0 0,4-14 0 16,4 17 0-16,1-1 0 0,2-2 0 0,1-2 0 16,-8-12 0-16,16 12 176 0,-1 0-48 0,1-2-128 0,-2-1 160 0,1-2-160 15,2 0 128-15,-1-2-128 0,-16-5 128 0,17 3-128 0,1-3 128 0,-3 0-128 16,-1-3 0-1,0 0-176-15,-14 3 16 0,14-7 0 0,-1 0 0 0,-4 0 0 16,-4-5 0-16,0-2 0 0,-1-2-32 0,-1 1 0 16,-3-2 0-16,0 1 0 0,0 16 192 0,-3-22-192 15,-2-3 192-15,-1-2-192 0,1-2 192 0,2-8 0 16,-1-4 0-16,1-13-128 0,-1-13-64 0,1 3 0 0,0 7 0 0,-3 5 0 16,-1 6-112-16,1 10-16 0,-3 6-16 0,0 6 0 15,-1 3 336-15,3 4 160 0,4 3-16 0,3 14 0 16,0 0 432-16,0 0 96 15,0 0 16-15,0 0 0 0,10 19-256 0,2 0-48 0,2 2-16 0,1 7 0 16,4 4 64-16,4 6 16 0,1 7 0 0,4 10 0 16,1 8-192-16,2-5-16 0,2-4-16 0,0-4 0 0,-1-4-224 0,1 3 0 15,-2-1 0-15,-1 2-10384 16,-5 0-2128-16</inkml:trace>
  <inkml:trace contextRef="#ctx0" brushRef="#br0" timeOffset="78613.1898">17203 6590 24639 0,'0'0'1088'0,"12"-8"240"0,-3 1-1072 0,1 3-256 16,4 4 0-16,-14 0 0 0,15 4 1072 0,-1 3 144 16,-2 0 48-16,-12-7 0 0,9 15-480 0,-2 1-80 0,-4-1-32 0,1 6 0 15,-3 3-416-15,1 6-96 0,1 6-16 0,3 2-14352 16</inkml:trace>
  <inkml:trace contextRef="#ctx0" brushRef="#br0" timeOffset="79501.9213">17270 6514 18143 0,'0'0'800'0,"0"0"160"0,0 0-768 0,0 0-192 16,10-6 0-16,-10 6 0 0,13-9 704 0,-3 2 80 16,-10 7 32-16,0 0 0 0,0 0 16 0,0 0 16 0,0 0 0 15,0 0 0-15,0 0 384 0,0 0 80 0,0 0 16 0,0 0 0 16,-5 17-240-16,-2 2-64 0,0-1 0 0,2 1 0 0,0-2-256 0,3 0-48 16,0-1-16-16,6 3 0 0,2 0-448 0,8-2-80 15,5 2-32-15,9 5 0 16,6 4-1408-16,8 3-272 0</inkml:trace>
  <inkml:trace contextRef="#ctx0" brushRef="#br0" timeOffset="77117.5327">17498 6582 10127 0,'0'0'448'0,"0"0"96"0,0 0-544 0,0 0 0 16,0 0 0-16,0 0 0 0,3 22 4144 0,3 2 720 16,0 1 128-16,1 0 48 0,0-2-3040 0,2 3-592 0,0 0-128 0,3 5-32 15,0 3-720-15,3 1-144 0,3-1-16 0,0 8-16 0,1 4-176 0,2 1-48 16,0-4 0-16,0-2 0 16,-1-3-128-16,-1-3 160 0,-3-6-160 0,-2-5 160 15,-2-5-160-15,-4-1 0 0,-1-4 144 0,-7-14-144 16,0 0 0-16,0 0 0 0,0 0 0 0,0 0 128 15,0 0-128-15,0 0 0 0,0 0 128 0,0 0-128 0,0 0 128 0,0 0-128 16,0 0 128-16,0 0-128 16,11-6 160-16,-1-2-32 0,-1-4-128 0,1 1 192 0,2-1-192 15,0 0 0-15,0-2 128 0,0 1-128 0,0 0 0 0,-1-2 0 16,-6-2 0-16,0-4 0 0,-1-2 0 0,-4 1 0 16,-4-2 0-16,-3-2 0 15,-3 4 0-15,-2 1 0 0,-2 2-160 0,-2 2 160 16,-1-2 0-16,-2 1 0 0,-2 3 0 0,-1-2-128 0,-4-1 128 0,2 3 0 0,0-1 0 15,1 1 0-15,1-3 0 0,1 6 128 16,0 4-128-16,4-1 128 0,2 0-128 0,4 1 0 16,4-1-176-16,7 9 176 0,0 0 0 0,0 0 160 15,7-12 0-15,4 5 0 0,3 2-160 0,4 2 160 16,7-1-160-16,2 2 160 0,4 2-160 0,4 4 0 16,1-1 0-16,4 1 0 0,5-4 0 0,0 3-256 15,-2 1 64-15,0-1 16 16,-2-1-1936-16,1 0-384 0,-4-1-64 0,-2 1-10768 0</inkml:trace>
  <inkml:trace contextRef="#ctx0" brushRef="#br0" timeOffset="78397.6171">18256 6756 9215 0,'0'0'400'0,"0"0"96"0,-12-5-496 0,12 5 0 0,-11-7 0 0,11 7 0 16,-12-3 2944-16,12 3 480 0,0 0 96 0,-12-2 32 15,12 2-1712-15,0 0-352 0,0 0-64 0,0 0-16 16,0 0-848-16,-7 15-176 0,4 1-48 0,3-1 0 15,3 6-80-15,2 0-32 0,2 0 0 0,2-1 0 16,-1 1-96-16,3 0-128 0,-3-4 176 0,3 2-176 16,-3-2 128-16,3-1-128 0,3-6 0 0,-2-1 0 15,-12-9 0-15,14 5 128 0,-14-5-128 0,15 0 0 16,-1-4 160-16,-2-1-160 0,-2-3 128 0,-1-1-128 16,-2-3 192-16,-2 0-64 0,-2-4 0 0,1 1 0 15,-2-1-128-15,-2-1 160 0,-4-4-160 0,-1-1 160 16,-2-2-160-16,0 3 0 0,-1 4 144 0,1-1-144 0,-2 1 0 0,0 3 128 15,1 2-128-15,8 12 0 0,-9-8 0 16,9 8 0-16,0 0 0 0,0 0-192 16,0 0-832-16,0 0-160 0,0 0-32 0,0 0-16 15,0 0-1088-15,0 0-224 0,14 12-32 16</inkml:trace>
  <inkml:trace contextRef="#ctx0" brushRef="#br0" timeOffset="78398.5267">18565 6834 4607 0,'0'0'400'0,"13"7"-400"16,1-2 0-16,-14-5 0 0,0 0 3232 0,0 0 560 15,0 0 112-15,0 0 32 0,0 0-1776 0,11 10-368 16,-11-10-64-16,6 12 0 0,-6-12-512 0,0 0-80 16,4 18-32-16,-4-18 0 0,0 15-512 0,0-15-96 15,0 0-32-15,0 0 0 0,0 0-320 0,0 0-144 0,0 0 128 0,0 0-128 16,0 0 176-16,0 0-48 0,0 0-128 0,0 0 192 16,0 0-192-16,0 0 0 0,-10-9 128 15,3-3-128-15,3-1 0 0,1-3 0 16,-1-1 128-16,1 0-128 0,1-1 0 0,2 1 0 0,2 0 0 0,1-2 0 15,1 2 0-15,1 3 0 0,2 5 0 0,-7 9 0 16,14-7 0-16,1 2 0 0,2 0 0 0,1 3 0 16,-3 4 0-16,2 3 0 0,4 0 0 0,3 2 0 15,4 3 448-15,1 3 0 0,1-3 0 0,-1 0 0 16,-1 1-64-16,1 1-32 0,0 1 0 0,1 3 0 16,-3 3-352-16,-1 2 0 0,-3-1 0 0,-4 1-10176 15,-4-2-2016-15</inkml:trace>
  <inkml:trace contextRef="#ctx0" brushRef="#br0" timeOffset="78399.5267">19063 6751 15663 0,'0'0'1392'0,"18"0"-1120"15,-1-2-272-15,2 4 0 0,5 1 2224 0,0 3 384 16,-1-1 80-16,1 3 0 0,-2 3-1536 0,-1 3-304 0,-2-1-64 0,-2 3-16 15,-5-2-336-15,-1-1-80 16,-3 0-16-16,-8-13 0 0,4 17 16 0,1-3 0 0,-5-14 0 0,3 13 0 16,-3-13-128-16,0 0-32 15,0 0 0-15,0 0 0 0,-8 13-192 0,8-13 176 0,0 0-176 0,-12 1 160 16,12-1 0-16,-12-5 0 0,1-4 0 0,4 1 0 16,0-3-160-16,2-1 0 0,-2 0 0 0,4-2 128 15,1-1-128-15,0-1 0 0,2 1 0 0,4 1 128 16,-1 2-128-16,4 2 0 0,0-1 0 0,2 3 0 15,1-1 0-15,0 2 0 0,-10 7 0 0,14-5 0 16,-14 5 0-16,18 3 0 0,-1 1 0 0,-3 1 0 0,-14-5 0 0,15 9 0 16,1-2-160-16,-1 1 160 0,-1 3 0 0,2-1 192 15,1 0-16-15,0 1 0 16,0-1-176-16,1-1 192 0,-3-4-192 0,1-2 192 16,-16-3-64-16,15 0 0 0,-3-3 0 0,-12 3 0 15,9-9-128-15,-2-1 0 0,-2-2 0 0,-2 0 0 16,-3 0 128-16,0 12 0 0,-1-14 0 0,-3 0 0 15,1-2 112-15,-1 4 16 0,4 12 0 0,0 0 0 0,-1-12 144 0,1 12 48 0,0 0 0 16,0 0 0-16,0 0-176 0,13-3-16 0,1 3-16 0,4 5 0 16,0 2-240-16,3 3 0 0,2 4 0 0,-1 3 0 31,-1 2-816-31,-2 5-208 0,-2 2-32 0,-3 0-14512 0</inkml:trace>
  <inkml:trace contextRef="#ctx0" brushRef="#br0" timeOffset="80385.5545">17408 6525 6447 0,'0'0'272'0,"0"0"80"0,-8-5-352 0,8 5 0 0,-11-9 0 0,11 9 0 16,-8-9 2256-16,8 9 384 16,-6-8 80-16,6 8 16 0,-8-11-1280 0,3 1-256 15,1 0-48-15,4 10-16 0,0-12-112 0,0 12 0 0,2-12-16 16,1 3 0-16,-3 9-240 0,6-12-64 0,0 3 0 0,-6 9 0 16,9-7-272-16,-9 7-64 0,9-8-16 0,-9 8 0 15,0 0 288-15,0 0 48 0,0 0 16 0,0 0 0 16,0 0-64-16,0 0-16 0,0 0 0 0,-7 19 0 0,-4-6 64 0,1 3 16 15,-2-2 0-15,2 0 0 0,-1 1-160 16,3-1-32-16,1-2 0 0,7-12 0 16,-7 14-208-16,3 1-48 0,3 1-16 0,4-1 0 15,2-1-240-15,4-2 0 0,3-1 0 0,5-1 0 16,4 2 128-16,1 2-128 0,1 0 0 0,-1 1 144 16,1-3-144-16,-1 2 0 0,1-3 0 0,-3-1 0 0,-1 4 0 0,-1-1 0 0,-3 0 128 0,-15-13-128 15,10 15 0-15,-3 1 0 0,-7-16 0 0,-1 22 0 31,-8 2-736-31,-5 2-176 16,-1 0-48-16,1-2-15040 0</inkml:trace>
  <inkml:trace contextRef="#ctx0" brushRef="#br0" timeOffset="91576.4057">-3579 7805 12895 0,'-7'-22'576'0,"3"10"112"0,-1 0-560 0,2-2-128 0,-1 0 0 0,2 0 0 15,1 1 2176-15,1-1 384 0,0 0 96 0,1 5 16 16,3 1-1008-16,-4 8-208 0,0 0-48 0,0 0 0 16,12-4-656-16,-12 4-144 0,17 11-32 0,-1 3 0 0,-4 3-96 0,0 3-32 15,0 5 0-15,0 2 0 16,-2 1 64-16,1-1 0 0,-1-2 0 0,1-1 0 0,-1-2-208 0,-1-3-48 0,-3-3 0 0,1-2 0 31,-2-1-256-31,-5-13 128 0,4 16-128 0,-4-16 0 16,3 14 144-16,-3-14-144 0,0 0 0 0,0 0 144 15,0 0-144-15,0 0 0 0,0 0 0 0,0 0 128 0,0 0 0 0,0 0 0 16,0 0 0-16,-10-7 0 0,1-4-128 0,4-1 128 16,4-3-128-16,-1-1 128 0,-2-3-128 0,4-3 0 0,2-6 0 0,2-5 0 15,-1-4-144-15,2-1-64 16,0 1-16-16,4 5 0 0,3 7-128 0,2 6-32 0,0 4 0 0,-1 3 0 0,0 5 240 15,0 5 144 1,-13 2-192-16,18 7 192 0,-3 0-160 0,-1 5 160 0,1 2-128 16,-1 3 128-16,-3 4 0 0,-1 1 0 15,2 2 192-15,0 1-64 0,0-1 128 0,-1-4 48 0,-1-1 0 16,0-1 0-16,-1-3-96 0,-2-1-16 16,-7-14 0-16,8 14 0 0,-2-2-32 0,-6-12-16 0,0 0 0 0,0 0 0 0,0 0-144 0,0 0 0 31,0 0 0-31,0 0 128 0,0 0-128 0,0 0 0 0,0 0 144 0,0 0-144 15,0 0 128-15,0 0-128 0,0 0 128 0,-11-9-128 16,3 1 0-16,8 8 144 0,-11-12-144 0,4-1 0 0,0 0 128 0,2-3-128 16,2 2 0-16,1 1 0 0,2-5 0 0,0 1 0 0,0 0 0 0,4 1 0 15,-1 1 0-15,2 3 0 16,2 0 0-16,2 1 0 0,-1 3 0 0,6-1 0 16,3 4-160-16,4 1 160 0,0 1 0 0,3 1 0 15,2 0 0-15,3 2 0 0,1 0 0 0,1 6 0 16,0 0 0-16,2 3 0 0,1 3 0 0,-1 4 0 0,-4 1 0 0,-3 4 0 15,-2 5 0-15,-1-2 0 0,-3-2 0 16,-2 1 0-16,-5 1 0 0,-2-4 0 0,-4-2 0 0,-2 1 0 31,-2 0-624-31,-1-2-96 16,-2 0-32-16,0 0 0 0,2-3-2000 0,-2-14-416 0,3 14-80 16,-3-14-8128-16</inkml:trace>
  <inkml:trace contextRef="#ctx0" brushRef="#br0" timeOffset="91947.5358">-2262 7790 10127 0,'1'-17'448'0,"-1"17"96"0,0-16-544 0,-1 2 0 0,-3 1 0 0,-1 0 0 15,0 5 2912-15,-2-1 480 16,0 4 80-16,-2 2 32 0,-1-1-2224 0,-2 2-448 0,-2 2-96 0,-2 4-16 0,-1-1-16 16,0 1 0-1,-2 1 0-15,2 4 0 0,-1 3-192 0,3 1-32 16,-1 1-16-16,3 0 0 0,1-2-160 0,1 2-48 0,1 1 0 0,1 3 0 15,2 1-128-15,2 0-128 0,2-4 144 0,-1 3-144 16,2-1 0-16,2-2 128 0,0 1-128 0,2-2 0 0,-2-14 0 0,5 15 0 16,-5-15 0-16,11 14 0 0,1-4 0 0,-12-10 0 15,15 7 0-15,1-2 0 0,1-1 0 0,2-4 0 16,0-4-160-16,2 1 160 0,0 0 0 0,1-1 0 16,2 1 0-16,0-1-128 0,0-1 128 0,1 0 0 15,-3-2 0-15,-1 2-128 0,-1 1 128 0,1 1 0 16,0-1 0-16,0 1 0 0,-1-1 0 0,-2 1 0 15,-3 0 0-15,-1 1 0 0,-2-2 0 0,-12 4 0 16,0 0 0-16,14 0 0 16,-14 0 0-16,14 2 0 0,-14-2 0 0,13 4 0 15,-13-4 0-15,14 5-288 0,-14-5 48 0,19 5 16 16,-3-2-2224-16,-2-3-448 0</inkml:trace>
  <inkml:trace contextRef="#ctx0" brushRef="#br0" timeOffset="92325.5784">-1828 7880 19631 0,'0'0'864'0,"0"0"192"0,0 0-848 0,0 0-208 0,11-9 0 0,-1 2 0 0,-10 7 1280 0,16-5 224 15,-1 2 32-15,2 3 16 16,1 0-528-16,1 1-96 0,0 3-32 0,1 1 0 16,1 0-288-16,2 2-64 0,-1 2-16 0,2 3 0 15,0 0-368-15,1 2-160 0,-3 1 128 0,-1 1-128 32,-1-3-1472-32,3 0-384 0,1-3-80 0</inkml:trace>
  <inkml:trace contextRef="#ctx0" brushRef="#br0" timeOffset="92143.7718">-1482 7757 16575 0,'0'0'1472'0,"-11"-8"-1168"0,1-1-304 0,10 9 0 0,-12 3 2448 0,1 4 432 15,-1 0 96-15,0 2 16 0,0 3-2048 0,0 2-416 16,-2-1-80-16,1 3 0 16,-5-2-128-16,1 0 0 15,0-1-16-15,1 1 0 0,-1 2-144 0,1-1-32 16,1-3 0-16,3 0 0 0,0 2-128 0,1 0 0 15,1 0-160-15,0-2 160 16,-2-3-2432-16,0-1-400 0</inkml:trace>
  <inkml:trace contextRef="#ctx0" brushRef="#br0" timeOffset="93080.4691">-599 8045 12895 0,'0'0'576'0,"0"0"112"0,0 0-560 0,0 0-128 0,0 0 0 0,0 0 0 16,14-7 1728-16,7-1 320 0,8-4 64 0,4 0 16 16,3-2-1216-16,4 0-240 0,3 0-48 0,4 0-16 15,3 2-128-15,2 2-32 0,1 0 0 0,2 5 0 16,0 6-448-16,1-2-240 0,-1-5 32 0,-3 1-10416 16</inkml:trace>
  <inkml:trace contextRef="#ctx0" brushRef="#br0" timeOffset="92892.0586">-488 7621 7359 0,'0'0'656'0,"0"0"-528"0,-9-7-128 0,9 7 0 0,0 0 1920 0,0 0 368 16,-7-7 64-16,7 7 16 15,0 0-752-15,0 0-144 0,-1-10-16 0,1 10-16 16,0 0-16-16,0 0 0 0,6-9 0 0,-6 9 0 16,14-5-128-16,0 1-16 0,0 1-16 0,0 1 0 0,-14 2-368 0,19 0-64 15,0-2 0-15,-2 4-16 0,0 0-288 0,0 1-48 16,1 3-16-16,-1-1 0 16,0 0-64-16,0 4-16 0,-3-3 0 0,-2 5 0 15,-12-11-48-15,11 14-16 0,-3 1 0 0,-2 1 0 0,-3-2-128 0,-3 1-48 16,-2 1 0-16,-3 1 0 0,-2 0-144 0,-1 2 192 15,-3 0-192-15,1 0 192 0,-2-2-192 0,0 1 0 16,-2-3 0-16,2 1 0 0,0-1 0 0,0-1 0 16,1-4 0-16,1 4 0 0,1 3 0 0,1-3 0 15,1-3 0-15,0-1 0 0,7-10 0 0,-7 10 0 16,7-10 0-16,0 0 0 0,0 0 0 0,0 0 0 0,0 0 128 0,10 16-128 16,4-6 0-16,2-3 0 0,-1-3 0 0,4-1 128 0,2-3-128 0,1 0 0 15,2-2-192-15,-1 1 192 31,-2 1-848-31,-1 0-48 0,-1 0-16 0,0 0 0 0,-3 0-1888 0,-2-2-368 0,-14 2-80 16,13-5-16-16</inkml:trace>
  <inkml:trace contextRef="#ctx0" brushRef="#br0" timeOffset="93309.2064">558 7866 17503 0,'0'0'768'0,"0"0"176"0,0 0-752 0,0 0-192 16,0 0 0-16,0 0 0 0,0 0 2672 0,-11 15 496 15,3 1 96-15,-3-2 32 0,-1 0-1600 0,-2 1-320 0,-1 1-64 0,-2-1-16 16,-4-1-528-16,0 0-96 15,-1 0-32-15,-1-1 0 0,1-1-400 0,1 2-96 16,1 0-16-16,-1-2 0 0,-3-3-128 0,1-2 192 16,1 1-192-16,-1 1 192 0,3 1-384 0,2 1-80 0,1-4-16 0,2 0 0 31,-1-2-1760-31,2 0-368 0,2 0-64 0,12-5-11072 0</inkml:trace>
  <inkml:trace contextRef="#ctx0" brushRef="#br0" timeOffset="93513.6961">118 7999 14735 0,'0'0'1312'0,"0"0"-1056"0,0 0-256 0,0 0 0 15,0 0 2832-15,0 0 512 0,0 0 112 0,0 0 0 16,15 0-1808-16,2 3-368 0,1 1-80 0,2-1-16 16,1 1-208-16,3-1-32 0,0 1-16 0,2 1 0 0,0 0-416 0,4 2-64 15,-1-2-32-15,4 0 0 0,-1 4-288 0,1 5-128 16,-2 1 128-16,-1-1-128 15,-1-7-1152-15,-1 5-320 0,-4 2-64 0,-4 0-13184 0</inkml:trace>
  <inkml:trace contextRef="#ctx0" brushRef="#br0" timeOffset="94220.5661">368 7253 14735 0,'0'0'1312'0,"0"0"-1056"0,-9-10-256 0,9 10 0 16,-5-9 2576-16,5 9 464 0,0 0 96 0,0 0 0 15,0 0-1552-15,0 0-320 0,2 16-64 0,1-1-16 16,-3-15-816-16,4 21-176 0,-3 0-16 0,3-1-16 16,-1 5-160-16,2 0 0 0,1 0 0 0,1 2 0 0</inkml:trace>
  <inkml:trace contextRef="#ctx0" brushRef="#br0" timeOffset="95255.2322">1258 8125 16575 0,'0'0'736'0,"0"0"160"0,13-12-720 0,2 5-176 15,1 5 0-15,4-1 0 0,6-3 2016 0,2 3 368 0,1 1 80 0,2 2 16 16,2-3-2656-1,3-1-528-15,16-3-96 0,-5 6-32 0</inkml:trace>
  <inkml:trace contextRef="#ctx0" brushRef="#br0" timeOffset="95071.7261">1364 7921 18255 0,'0'0'800'0,"0"0"176"0,0 0-784 0,0 0-192 0,0 0 0 0,0 0 0 15,8-12 1600-15,1 3 256 0,-9 9 64 0,9-6 16 0,-9 6-656 0,13-6-128 0,0 3-16 16,2 1-16-16,4 0-656 0,0 1-128 0,-2-1-16 0,2 2-16 31,0 3-304-31,0 3 0 0,-2-3 0 0,1 2 0 16,-1 0-1696-16,-1 2-400 0</inkml:trace>
  <inkml:trace contextRef="#ctx0" brushRef="#br0" timeOffset="96863.9051">5131 7533 22111 0,'-6'-23'1968'0,"0"11"-1584"0,-2 4-384 0,8 8 0 15,-11-2 2944-15,11 2 496 0,-12 5 96 0,0 4 32 16,-2 1-2304-16,1 2-464 0,-3 4-96 0,1 3 0 16,-1 1-352-16,-1 5-64 0,0 0-16 0,1 5 0 0,2 4-272 0,2 1 160 0,2-2-160 0,-1-1 128 31,3-1-128-31,1-3 0 0,0 0 0 0,0-4 128 16,0-2-128-16,0-1-144 0,0-4 144 0,0-1-208 31,-1-2-1584-31,-3-1-320 0,-1-2-64 0,0-3-7872 0,-2-1-1584 0</inkml:trace>
  <inkml:trace contextRef="#ctx0" brushRef="#br0" timeOffset="97074.4421">4571 7790 13823 0,'-2'-17'608'0,"2"5"128"0,2-2-592 0,-1 2-144 0,1 3 0 0,3 0 0 15,2-1 2256-15,2 1 432 16,-2 1 64-16,3 1 32 0,4 0-1040 0,1 4-208 0,4-1-32 0,5 2-16 15,4 4-688 1,1 2-144-16,4 3-16 0,2 5-16 0,1 3-336 0,2 4-64 16,2 5-16-16,-1 0 0 0,1-1-80 0,-2 3 0 15,-3-2-128-15,-3 0 192 16,-4-3-2096-16,0 0-416 0,-1-4-96 0,-1 0-16 0</inkml:trace>
  <inkml:trace contextRef="#ctx0" brushRef="#br0" timeOffset="97280.4059">5615 7894 911 0,'0'0'0'0,"7"-9"0"0,-7 9 0 0,10-7 0 16,-10 7 6144-16,14 0 1136 0,0 5 224 0,-14-5 48 15,15 11-5392-15,-1 1-1088 0,-2 1-224 0,-3 1-32 16,-2 3-256-16,-2 1-48 0,-2-1-16 0,1-1 0 0,1 1-288 0,2 0-48 15,-2 0-16-15,2 1 0 16,-7-18-144-16,12 22-144 0,-3-1 144 0,1-1-14816 16</inkml:trace>
  <inkml:trace contextRef="#ctx0" brushRef="#br0" timeOffset="96441.5759">3606 7623 13983 0,'-7'-16'624'0,"2"6"128"0,-4-2-608 0,2 1-144 0,0 3 0 0,-1 1 0 0,-1 0 896 0,-1 0 128 16,-2 2 48-16,-1 1 0 0,1 1-256 0,-1 5-48 15,-1 1-16-15,-2 4 0 0,1 2 320 0,-3 3 64 16,-1 3 16-16,2 4 0 16,0 4 176-16,1 2 32 0,1 1 16 0,-1 5 0 0,1 4-224 0,1-1-64 15,2-3 0-15,2-1 0 0,3-4-320 0,1 0-80 16,1-2-16-16,2 2 0 0,1-6-320 0,4-2-64 15,1-3-16-15,4-1 0 0,-7-14-272 0,16 17 160 0,-1-1-160 16,3-2 128-16,-1-2-128 0,2-7 0 16,0-2 144-16,1-3-144 0,3 0 128 0,1 0-128 15,2 0 128-15,2-1-128 0,1-5 0 0,2 1 0 16,0 0 0-16,2 0 128 0,-2-2-128 0,-2 0-240 16,-1-2 64-16,-1-1 16 0,-1 0-32 0,-7-4 0 15,-5-2 0-15,-5-3 0 0,-4-1 192 0,-5-3 0 0,-7 1 0 0,-5-8 0 16,-4-6 0-16,-3-5 0 0,-3-6 0 0,0 4 0 15,-3 3 0-15,0 2 0 0,-5 2 0 0,3 5 0 16,-1 2 0-16,4 5 0 0,1 5 0 0,6 5 0 16,-2 5-304-16,5 6 32 0,2-1 0 0,12 4 0 15,0 0-1712-15,-7 14-352 0,6 2-64 0,4 1-10912 0</inkml:trace>
  <inkml:trace contextRef="#ctx0" brushRef="#br0" timeOffset="96625.9342">4313 8037 23039 0,'-10'-5'2048'0,"0"-1"-1648"16,-1 1-400-16,11 5 0 16,-12-5 1968-16,2 0 304 0,0 1 64 0,10 4 16 0,-13-6-1648 0,3 0-320 15,10 6-64-15,-12-5 0 0,12 5-320 0,-12 0-144 0,12 0 16 0,0 0-9472 31,0 0-1872-31</inkml:trace>
  <inkml:trace contextRef="#ctx0" brushRef="#br0" timeOffset="98848.0299">6324 7930 14223 0,'0'0'624'0,"0"0"144"0,0 0-624 0,0 0-144 0,0 0 0 0,0 0 0 16,0 0 1744-16,10-9 320 0,1 1 64 0,1 1 16 15,2 1-416-15,3 1-64 0,4 0-32 0,6 2 0 16,6-1-640-16,2 1-128 0,-1-2-32 0,6-1 0 0,3-1-448 16,0 1-80-16,-1 0-32 0,-4 5 0 0,-2 1-272 0,-2 1 0 15,-3 3-128-15</inkml:trace>
  <inkml:trace contextRef="#ctx0" brushRef="#br0" timeOffset="99244.4479">7144 7593 12895 0,'14'-17'576'0,"-4"8"112"0,0-1-560 0,3 3-128 16,0 0 0-16,3 2 0 0,-1 0 2432 0,3 1 464 16,1 3 96-16,0-1 16 0,0 2-2304 0,1 0-448 15,1 2-80-15,-2 3-32 0,-2 0 240 0,-1 4 32 16,-2-1 16-16,-2 1 0 0,-2 6 208 0,-1 1 32 0,-2-1 16 0,0 4 0 0,-2 2-112 0,-2 3 0 0,-3 4-16 0,-2-2 0 31,-3 0-80-31,0-2-16 0,-4 0 0 0,1-3 0 16,-4-1-144-16,0-1-16 0,1 0-16 0,-1 0 0 0,-2-3 96 0,2-2 32 0,2-2 0 0,1 0 0 15,1 0-48-15,1-2-16 0,7-10 0 0,-7 11 0 16,7-11-80 0,0 0-16-16,0 0 0 0,0 0 0 0,7 14-256 0,-7-14 0 15,21 8 0-15,-1-3 0 0,3-3 128 0,1-2-128 16,3 0 0-16,3-3 0 0,3-1 144 0,5 1-144 16,3-1 0-16,2 3 144 0,2-3-144 0,-2 2 0 15,-1 2 0-15,-1-1 0 16,0-5-2480-16,3 1-368 0</inkml:trace>
  <inkml:trace contextRef="#ctx0" brushRef="#br0" timeOffset="99670.6765">7860 7659 19343 0,'0'0'1728'0,"7"-9"-1392"0,0 1-336 0,3 1 0 15,2 3 1344-15,6 2 208 0,1 1 48 0,1-1 0 16,5 4-416-16,2 3-80 0,3 0-16 0,-1 4 0 0,-1 1-320 15,-1 4-80-15,1 1-16 0,-1 3 0 16,1-3-464-16,1 4-80 0,1 4-128 0,-1-1 176 16,0-1 528-16,1-1 96 0,-3 3 32 0,1-2-10752 15,0-6-2160-15</inkml:trace>
  <inkml:trace contextRef="#ctx0" brushRef="#br0" timeOffset="99485.5519">8507 7483 23839 0,'0'0'1056'0,"4"-12"224"0,-4 12-1024 0,0 0-256 15,0 0 0-15,0 0 0 0,0 0 1344 0,0 0 208 16,0 0 48-16,0 0 16 0,0 0-672 0,-10 17-144 16,-4 2-32-16,-2 3 0 0,-3 3-192 0,-1 0-64 15,-3 1 0-15,-1 4 0 0,0 1-160 0,-4 3-32 0,1 1-16 0,-1-2 0 16,0-1-304-16,4-4 160 0,3-4-160 0,1-1 128 16,-1-4-128-16,2-4 0 0,2-1 0 0,1 1 0 31,1-3-1888-31,-1-1-352 0,-1-4-80 0</inkml:trace>
  <inkml:trace contextRef="#ctx0" brushRef="#br0" timeOffset="102191.7052">9638 7871 11967 0,'0'0'528'0,"0"0"112"0,-7-9-512 0,7 9-128 0,0 0 0 0,0 0 0 0,12-10 3760 0,5 1 720 16,6 1 128-16,6 1 48 16,6 0-3504-16,3 0-704 0,3 4-144 0,2 1-32 15,0 2-272-15,2 0 0 0,4-2 0 0,1-1-8752 16,0-2-1808-16</inkml:trace>
  <inkml:trace contextRef="#ctx0" brushRef="#br0" timeOffset="102780.23">10451 7498 3679 0,'2'-14'320'0,"-2"14"-320"0,5-12 0 0,3 4 0 0,5 3 4768 0,4-1 880 15,7 1 176-15,5 2 48 0,8-2-4224 0,9 5-848 16,11 0-160-16,2 3-48 0,3 0-208 0,2 3-32 0,-2-1-16 0,0 0 0 15,-2 0-336-15,1 2 0 16,-1 2 0-16,-1 1-12480 0</inkml:trace>
  <inkml:trace contextRef="#ctx0" brushRef="#br0" timeOffset="102582.7145">10810 7438 19343 0,'-17'-4'1728'0,"-1"3"-1392"16,-1 1-336-16,2 3 0 0,2 2 1280 0,1 2 192 15,0 0 48-15,4 2 0 0,10-9-944 0,-9 12-176 16,0-2-32-16,2 2-16 0,7-12 224 0,-3 16 32 16,0-2 16-16,3-14 0 0,5 13-192 0,3 0-48 15,4-1 0-15,6-2 0 0,4 0-96 0,4 1-32 0,3-3 0 0,4 3 0 16,0-1-256-16,1 0 128 0,1 1-128 0,-2 1 0 16,-2 0 0-16,-2 0 0 0,1 0 0 0,-3 0 0 0,-1 2 0 0,0-2 0 31,0 0 0-31,-2 2-144 0,-3 1 144 0,-2 1 0 0,-2-2 0 0,-2 0 0 0,-1-2 0 15,-3 0 224-15,-4 2-48 0,-7-14-16 16,0 13-160-16,0-13 0 0,-7 11 144 0,-2-3-144 0,-5-2 144 16,-3-1-144-16,-2-2 192 0,-3 1-192 15,-3-1 992-15,-1 2 96 0,1-1 0 0,-3 1 16 32,0 0-1904-32,1 0-384 0,-3 0-80 0,-1-3-8512 0,0-4-1696 0</inkml:trace>
  <inkml:trace contextRef="#ctx0" brushRef="#br0" timeOffset="103162.7816">11564 7680 17503 0,'0'0'768'0,"7"-13"176"15,0-2-752-15,2 3-192 0,1 3 0 0,5 1 0 16,6 1 2064-16,2 0 384 0,1-2 80 0,2 0 16 0,0 3-1392 0,-1 2-288 15,0 2-48-15,0 4-16 0,1 2-464 0,2 1-80 16,1 2-32-16,1 3 0 16,-3 2-1280-16,1 0-256 0</inkml:trace>
  <inkml:trace contextRef="#ctx0" brushRef="#br0" timeOffset="102985.6706">12073 7457 14735 0,'0'0'640'0,"0"0"160"0,-5-11-640 0,5 11-160 0,0 0 0 0,0 0 0 16,0 0 3840-16,-12 7 752 0,-2 0 144 0,2 4 16 0,-2 2-3152 0,1 5-624 15,-3 1-128-15,0 1-16 0,-1-1-448 0,2 2-64 0,-3 3-32 0,1 0 0 16,0 1-288-16,1 1 0 0,1 1 0 0,-1-3 0 31,1 0-704-31,-1 1-128 0,1 0-48 0,1-4-9200 16,0 0-1840-16</inkml:trace>
  <inkml:trace contextRef="#ctx0" brushRef="#br0" timeOffset="99996.0321">9022 7875 16575 0,'-17'-13'736'0,"6"7"160"0,-1-3-720 0,2 2-176 16,10 7 0-16,-12-2 0 0,12 2 1856 0,0 0 352 15,0 0 64-15,0 0 16 0,0 0-1424 0,0 0-288 0,0 0-48 0,0 0-16 16,0 0 160-16,0 0 32 0,0 0 0 0,0 0 0 16,10 12 672-16,2-1 144 0,-12-11 16 0,17 12 16 15,-3 0-1056-15,-2-2-224 0,-12-10-32 0,11 12-16 16,-11-12-224-16,7 16 0 0,-7-16 0 0,0 0 0 15,0 17 0-15,-2-1 0 0,-3-3 0 0,5-13 0 32,-11 11-672-32,3-1-224 0,-3-1-64 0,1-2 0 0,-2 0 768 0,0 0 192 0,1-2 0 0,11-5 0 15,-12 8 0-15,12-8 0 0,0 0 0 0,0 0 0 16,0 0 128-16,0 0-128 0,0 0 160 0,0 0-160 16,0 0 144-16,24 5-144 0,4-3 128 0,7 0-128 0,3-2 128 0,5 2-128 15,3 1 0-15,8 1 128 16,5-3-368-16,4 1-80 0,3-2 0 0,-2-2-14016 0</inkml:trace>
  <inkml:trace contextRef="#ctx0" brushRef="#br0" timeOffset="103612.598">12536 7714 12895 0,'0'-17'576'0,"0"17"112"0,2-14-560 0,3 2-128 0,0 3 0 0,4 2 0 15,-1 0 2560-15,4 2 464 0,2-2 112 0,2 2 0 16,-3 2-1936-16,3 1-400 0,-1 0-80 0,3 2-16 0,-3-1-480 16,3 4-96-16,-3 0-128 0,1 1 176 0,-1-1-176 0,1 1 160 15,-16-4-160-15,15 5 160 16,-1 0-160-16,0 0 0 0,-14-5 0 0,12 9 128 0,-3 0-128 0,-9-9 0 15,0 0 144-15,0 0-144 16,0 0 256-16,0 0-32 0,0 0 0 0,-6 13 0 16,-2-4 48-16,-3-4 16 0,-1-1 0 0,-2-3 0 0,-1 1 0 0,-1 2 0 15,3-1 0-15,-1 0 0 16,0 1-288-16,14-4 0 0,-14 5 0 0,4 0 0 0,10-5 0 16,-9 11 0-16,9-11 0 0,-5 13 0 0,3 3 128 0,2 0-128 0,4-4 0 0,1 1 0 15,2 1 0-15,1 0 0 16,3 0 0-16,3 0 0 0,-1 1 0 0,3 1 0 0,-1-2 128 0,3 1-128 15,1 1 144-15,1-1-16 0,5-1-128 0,-1-2 192 16,0-2-192-16,-3-1 144 16,-2 0-144-16,-4-1 128 0,-15-8-128 0,0 0 160 15,0 0-160-15,0 0 160 0,0 0-160 0,0 0 128 0,-21 5-128 0,-4-3 128 16,-7-4 112-16,0 1 16 0,-3-3 0 0,-1 1 0 16,-2-1-256-16,0 3 144 15,2-1-144-15,1 4 128 16,4 1-1968-16,2 2-400 0</inkml:trace>
  <inkml:trace contextRef="#ctx0" brushRef="#br0" timeOffset="105388.9925">-4826 8767 30527 0,'0'0'1344'0,"0"0"288"0,0 0-1312 0,0 0-320 0,6-11 0 0,2 3 0 15,3-1 960-15,2 2 112 0,3 0 16 0,0 1 16 16,1-1-496-16,2 0-96 0,1-2-32 0,3 2 0 16,1 0-160-16,5 0-48 0,4 0 0 0,2 2 0 0,1 0-272 0,2 2 128 0,0 1-128 0,0 4 0 15,-2-2 0-15,0 0 0 16,1 1-240-16,-3 3 80 15,-1-1-1824-15,-2-1-352 0,-2-2-80 0,-3 2-11536 0</inkml:trace>
  <inkml:trace contextRef="#ctx0" brushRef="#br0" timeOffset="105584.0215">-4446 8698 25631 0,'0'0'1136'0,"0"0"224"0,-10 8-1088 0,10-8-272 16,-5 16 0-16,3 0 0 0,2-16 1472 0,3 18 224 16,1 1 48-16,1-1 16 0,-5-18-544 0,12 19-128 0,0-4 0 0,2 1-16 15,0-2-576-15,0 1-112 0,1 4-32 0,1 2 0 32,1 1-1936-32,0 1-384 0,9 4-80 0,-2 4 0 0</inkml:trace>
  <inkml:trace contextRef="#ctx0" brushRef="#br0" timeOffset="105780.7885">-3880 9048 23951 0,'4'-29'1056'0,"-1"10"224"0,2-2-1024 0,4 2-256 0,1 2 0 0,4 1 0 16,0 6 3408-16,0 3 624 0,-2 2 128 0,-12 5 32 0,14 2-3344 0,-14-2-656 15,10 10-192-15,-10-10 0 16,3 19-4064-16,-6 12-864 16,-6 4-192-16,1-22-16 0</inkml:trace>
  <inkml:trace contextRef="#ctx0" brushRef="#br0" timeOffset="104950.8551">-5997 8656 12895 0,'8'-13'1152'0,"3"-3"-928"16,2-1-224-16,3 3 0 0,1 4 1872 0,0 1 336 0,1 0 64 0,-3 2 16 16,-1 4-1904-16,-14 3-384 15,0 0 0-15,0 0-160 0,0 0 160 0,0 0 128 0,0 0-128 0,-7 17 176 16,-5 1 400-16,-2 1 96 15,-3 1 16-15,0 1 0 0,-4-4 16 0,4 2 16 0,-1 0 0 16,5-2 0-16,-1-1-272 0,3-1-48 0,5 1-16 0,0 0 0 16,6-16-192-16,0 0-32 0,2 20-16 0,3-4 0 15,-5-16-144-15,12 19 0 0,2-5 144 0,2-2-144 16,1 0 0-16,4 3 0 0,-1 1 0 0,1 1 128 16,2-1-128-16,1 3 0 0,0 0 0 0,-2 0 128 15,-1 0-128-15,1 0 0 0,1 0 0 0,-4 3 0 0,-4 0 192 0,-1 3 0 0,-3-5 16 0,-5-1 0 31,-2-1-48-31,-4-1-16 0,-5-3 0 0,-4-2 0 16,-5-2-144-16,-5 0 0 0,-5-1 144 0,-3 0-144 0,-8-1 128 0,-3 1-128 16,-5-2 160-16,-4 3-160 0,-3 2 0 0,0 2 0 15,0-5 0-15,2-1 0 0,-2-1 0 0,3-2-336 16,2-1 48-16,7-4-12864 0</inkml:trace>
  <inkml:trace contextRef="#ctx0" brushRef="#br0" timeOffset="105141.4756">-5342 9000 23951 0,'0'0'2128'0,"-3"-10"-1696"16,3 10-432-16,0 0 0 0,0 0 1808 0,0 0 288 15,0 0 48-15,0 0 16 0,0 0-1616 0,0 0-320 0,0 0-64 0,0 0-16 16,0 0-144-16,0 0 0 0,0 0 144 0,0 0-144 15,0 0-2112-15,0 0-480 16</inkml:trace>
  <inkml:trace contextRef="#ctx0" brushRef="#br0" timeOffset="108082.4119">585 9419 10127 0,'0'0'896'0,"0"0"-704"0,0 0-192 0,-12-1 0 0,12 1 1744 0,-12 0 320 16,12 0 64-16,0 0 16 0,0 0-720 0,0 0-144 15,-10-6-16-15,10 6-16 0,-7-8 160 0,7 8 16 0,0 0 16 0,0 0 0 31,0 0 496-31,0 0 112 0,0 0 0 0,0 0 16 32,0 0-2064-32,15-4-304 0,3 1-112 0,2 1-32 0,3 0 704 0,3 1 128 0,5-1 16 0,5-2 16 0,5 3-208 15,3 1-32-15,-1-2-16 0,0 0 0 16,-2 1-752 0,1-1-160-16,-4 4-16 0,0-2-14208 0</inkml:trace>
  <inkml:trace contextRef="#ctx0" brushRef="#br0" timeOffset="109916.3087">2384 9471 11055 0,'0'0'976'0,"0"0"-784"0,0 0-192 0,0 0 0 16,0 0 3184-16,0 0 592 0,0 0 112 0,0 0 16 15,0 0-3104-15,-5 14-624 0,5-14-176 0,-4 21 0 16,1-2 800-16,3-4 96 0,1 2 32 0,-1-17 0 15,0 0-304-15,9 25-64 0,1-5-16 0,1 3 0 16,-1-3-368-16,2 1-176 0,0-4 160 0,2 2-160 31,0 0-1600-31,0-3-400 0</inkml:trace>
  <inkml:trace contextRef="#ctx0" brushRef="#br0" timeOffset="110254.0414">2860 9525 20783 0,'0'0'912'0,"0"0"208"0,0 0-896 0,0 0-224 16,0 0 0-16,12-6 0 0,2 1 1136 0,0 2 176 0,1-2 32 0,1 1 16 16,1 1-336-16,2-1-64 0,5-1 0 0,2 2-16 15,4 3-624-15,-1-4-112 0,-1 1-16 0,1-1-16 0,0 1-176 0,1 1-192 16,-1 0 32-16,0 1-12912 15</inkml:trace>
  <inkml:trace contextRef="#ctx0" brushRef="#br0" timeOffset="109263.5003">1790 9454 8287 0,'0'0'736'0,"-12"5"-592"0,0 0-144 0,0 0 0 15,0 0 2432-15,0 1 464 0,0-3 96 0,-2 4 16 16,0-2-1360-16,0 2-272 0,-1-2-48 0,1 6-16 16,-2-1-656-16,2 2-128 0,2 2-16 0,0-2-16 0,0-3-336 0,0 4-160 15,0 3 160-15,0 1-160 0,-2 0 0 0,0 2 128 0,-1-1-128 0,-1 1 0 16,1-2-208-16,-1 0-96 15,1 0-16-15,1-3-10896 0</inkml:trace>
  <inkml:trace contextRef="#ctx0" brushRef="#br0" timeOffset="109641.5545">1448 9464 16991 0,'0'0'752'0,"0"0"144"0,0 0-704 0,14-3-192 0,0-1 0 0,-14 4 0 16,15-3 1552-16,-15 3 288 0,14-2 48 0,-14 2 16 15,14 0-640-15,2 0-128 0,-1 2-32 0,2 1 0 16,-1 2-464-16,1-1-112 0,2 1-16 0,2 2 0 16,1 0-256-16,1 0-48 0,-3-2-16 0,5 4 0 0,-1-1-192 0,0 1 0 15,0-1 128-15,2 1-128 16,0 0 896-16,2-2 128 0,-3 1 16 0,1 1 16 15,0-2-1920-15,0-4-384 0,0 1-80 0,-4-1-8016 16,-1 1-1600-16</inkml:trace>
  <inkml:trace contextRef="#ctx0" brushRef="#br0" timeOffset="108498.5108">1552 9348 12895 0,'-9'-15'1152'0,"6"3"-928"0,-1-2-224 0,3 2 0 0,-1 2 3200 0,2 10 608 16,0-9 112-16,0 9 32 0,0 0-2416 0,0 0-464 15,0 0-112-15,0 0 0 0,0 0-112 0,15 12-16 16,-3 2 0-16,2 1 0 0,2-1-240 0,1 2-48 16,2-1-16-16,2 3 0 0,3-5-272 0,2 1-48 0,1-2-16 0,5-1 0 15,0 1-192-15,5 0-192 0,4-2 48 0,2-1-10480 16,0-1-2080-16</inkml:trace>
  <inkml:trace contextRef="#ctx0" brushRef="#br0" timeOffset="108283.0046">1987 9176 22111 0,'-5'-17'976'0,"5"17"208"0,-7-7-944 0,7 7-240 0,0 0 0 0,0 0 0 0,-12 17 1840 0,1 2 320 15,3-2 64-15,-3 2 16 0,-1 0-1808 0,-2 2-432 16,-1 1 0-16,-1 1 0 15,-1-1 0-15,0 2 0 0,-2-1 0 0,2-1 0 16,-1-3-1376-16,1 0-320 0,0-3-64 0,0-2-16 0</inkml:trace>
  <inkml:trace contextRef="#ctx0" brushRef="#br0" timeOffset="111108.6915">4552 9516 13823 0,'0'0'1216'0,"8"-9"-960"32,-8 9-256-32,14-8 0 0,0-1 2576 0,1 2 480 15,3 0 80-15,1 2 32 0,1 2-2240 0,1-1-448 16,0-1-96-16,-1 2 0 0,1 1 208 0,-2 4 48 0,-2-2 16 0,1 1 0 15,-3 1 864-15,-1 1 160 0,-14-3 48 0,14 4 0 16,-14-4-1936 0,14 5-384-16,-14-5-80 0,0 0-16 0,0 0 688 0,0 0 176 0,0 0 16 0,3 16 0 0,-3-16 16 0,0 0 16 31,0 0 0-31,-5 13 0 0,5-13-64 0,-7 14-16 16,7-14 0-16,-9 12 0 0,9-12-144 0,-8 11 192 0,8-11-192 0,-9 12 192 0,9-12-192 0,0 0 128 15,0 0-128 1,0 0 128-16,0 0 0 0,0 0-128 0,0 0 192 0,9 14-64 15,-9-14 128-15,17 6 0 0,2 0 16 0,5-3 0 16,2-1-96-16,2-2-32 0,1 0 0 0,6 0 0 16,2-4-144-16,3 3-224 0,-2-1 48 0,4 0 16 15,1-1-2368-15,-2-2-480 0</inkml:trace>
  <inkml:trace contextRef="#ctx0" brushRef="#br0" timeOffset="110700.2013">3673 9385 23951 0,'0'0'1056'0,"4"-12"224"0,-4 12-1024 0,5-11-256 0,-5 11 0 0,10-7 0 15,0 2 896-15,-10 5 112 0,18 0 16 0,-3 4 16 16,1-1 64-16,1 2 16 0,-1 2 0 0,1 2 0 16,0-1-288-16,0 1-48 0,1 0-16 0,1-1 0 15,0 1-464-15,1-2-112 0,3 3 0 0,-1 1-16 32,1 1-1392-32,-1 0-288 0,0 2-48 0</inkml:trace>
  <inkml:trace contextRef="#ctx0" brushRef="#br0" timeOffset="110511.0627">4172 9255 20271 0,'-4'-17'1792'0,"1"8"-1424"16,-2-1-368-16,5 10 0 0,0 0 2608 0,0 0 448 15,0 0 80-15,0 0 32 0,-12 14-2192 0,1 1-432 16,1 3-96-16,-2 1 0 0,-4 0-112 0,-1 1-16 0,-2-1 0 16,0 2 0-16,-2-2-320 0,1-2 128 15,1 1-128-15,1-3 0 0,3 1 0 0,-1-1 0 16,3-1 0-16,-1 0 0 15,0 0-1648-15,2-1-288 0,0-1-64 0,-2-3-11264 0</inkml:trace>
  <inkml:trace contextRef="#ctx0" brushRef="#br0" timeOffset="113699.1702">6569 9476 2751 0,'0'0'256'0,"0"0"-256"0,0 0 0 0,0 0 0 15,0 0 3392-15,0 0 640 16,0 0 128-16,0 0 32 0,0 0-2144 0,0 0-416 15,0 0-96-15,0 0 0 0,0 0-512 0,17-2-80 0,-3 2-32 0,2 0 0 16,-1-1-256-16,3-1-48 0,-1 0-16 0,0 2 0 16,0-1-160-16,2-1-48 0,4 0 0 0,-1 2 0 15,1-2-256-15,3 2-128 0,-1 2 0 0,3 2 128 32,-2-1-1424-32,0 0-304 0</inkml:trace>
  <inkml:trace contextRef="#ctx0" brushRef="#br0" timeOffset="112632.6789">6271 9585 22799 0,'0'0'1008'0,"0"0"208"0,0 0-960 0,0 0-256 15,0 0 0-15,0 0 0 16,0 0 432-16,19 10 32 0,0-3 16 0,6-2 0 16,5 1 1120-16,8-3 208 0,7-5 48 0,5 1 16 0,3-1-784 0,4 0-144 15,2-1-48-15,1 1 0 16,4 0-592-16,-2 2-128 0,-3 4-32 0,-2 3 0 15,-5 3-1776-15,-4 2-352 0</inkml:trace>
  <inkml:trace contextRef="#ctx0" brushRef="#br0" timeOffset="112414.4819">6780 8901 20271 0,'0'0'1792'0,"0"0"-1424"0,0 0-368 0,0 0 0 32,0 0 2128-32,0 0 368 0,0 0 64 0,0 0 0 15,-14 4-1584-15,0 3-320 0,-1 3-64 0,1 6-16 0,-2 1-256 0,-1 4-64 16,-4 1-16-16,1 4 0 0,1 3-80 0,3 1-16 0,2-1 0 0,0 4 0 16,2-2-144-16,0-3 160 0,4-6-160 0,3-3 160 0,1 0-160 0,2-2 0 15,2-1 0-15,2-1 0 0,0-4 0 0,5-1 0 16,3 0 0-16,0-1 0 15,1 1-336-15,3-1-160 0,1-2-16 0,4 1-16 32,2-1-1840-32,1-3-352 0,-1-1-80 0,0-3-8352 0</inkml:trace>
  <inkml:trace contextRef="#ctx0" brushRef="#br0" timeOffset="114767.6244">8708 9088 11055 0,'0'0'976'0,"7"-5"-784"15,1-2-192-15,3 2 0 0,-1-1 3040 0,4 3 560 16,3 1 112-16,2 1 32 0,-2-1-2864 0,2 2-576 16,0-2-112-16,-2 2-32 0,-1 2 544 0,0 1 128 15,-1 1 0-15,1-1 16 0,-3 2-64 0,-1 2-16 16,1 0 0-16,-1 2 0 16,-2-1-64-16,0 1 0 0,-1 1-16 0,-2 1 0 0,-2 1-144 0,0 0-32 15,-1-2 0-15,-3 2 0 0,1 2-160 0,-4-2-32 16,-1-1-16-16,-2-1 0 15,-2 2-176-15,0-2-128 0,-2 2 144 0,-4 4-144 16,0-2 144-16,1-2-144 0,0 0 128 0,0-2-128 16,2 1 160-16,0-1-160 0,-1-1 192 0,4-1-192 0,7-8 144 0,-7 11-144 15,7-11 0-15,0 0 144 16,0 12-144-16,0-12 0 0,11 10 0 0,4-1 0 0,4-4 0 0,7-2 0 0,7 1 0 0,3-2 0 16,4-2 0-16,3 3 0 15,4 0 0-15,3 1 0 0,3-2 144 0,1-1-144 0,-3 1 160 0,-1 0-160 16,-3-6 0-16,-4 1-240 0,-5-1 32 0,-2 1-10848 15,-3 0-2160-15</inkml:trace>
  <inkml:trace contextRef="#ctx0" brushRef="#br0" timeOffset="114353.2919">7733 9383 8287 0,'0'0'368'0,"0"0"80"16,0 0-448-16,0 0 0 0,0 0 0 0,0 0 0 0,-2-9 4272 0,2 9 768 0,5-8 144 0,5 1 48 16,4 0-3008-16,3 0-608 0,4 2-112 0,7 0-32 15,3-2-704-15,5 3-160 16,2 1-32-16,5-1 0 0,2-1-352 0,0 0-80 16,0 0-16-16,-2 1 0 15,-2 3-960-15,-1 1-208 0,-2 3-48 0,-3 2 0 0</inkml:trace>
  <inkml:trace contextRef="#ctx0" brushRef="#br0" timeOffset="116901.3874">294 10388 6447 0,'0'0'576'0,"0"0"-576"16,0 0 0-16,0 0 0 0,0 0 2048 0,-12-4 320 15,12 4 48-15,-14-2 16 0,0 1-848 0,2-1-176 0,2-2-16 0,-3 1-16 16,0 0-96-16,-1-1 0 15,2 1-16-15,0-1 0 0,1-1-112 0,11 5-32 16,-8-5 0-16,8 5 0 0,0 0-256 0,0 0-48 0,0 0-16 0,0 0 0 16,0 0-256-16,0 0-48 15,8-7-16-15,3 3 0 0,2 1-336 0,5 1-144 16,-1 2 128-16,2 0-128 0,-2 4 0 0,0 1 0 0,1 4 0 0,-1 1 0 16,0 0 128-16,-1 2-128 0,-2 2 0 0,-2 2 128 15,-4-1 96-15,1 1 16 0,-4 1 0 0,0 0 0 16,-1 2 32-16,-3 0 16 0,-1 4 0 0,-1-3 0 0,-3 1-80 15,-1-2-16-15,-2-5 0 0,0-2 0 0,0-2-64 0,1 2 0 16,-5-1-128-16,3-3 192 16,-1 1-192-16,0-2 0 0,-1-2 128 0,0 2-128 15,1 0 0-15,0 2 128 0,1-4-128 0,8-5 0 0,-11 8 288 0,11-8-32 16,0 0-16-16,-8 7 0 0,8-7-48 0,0 0 0 16,0 0 0-16,0 0 0 0,0 0-192 0,20-1 0 15,1-5 0-15,5-2 0 0,3-4 128 0,8 0-128 0,6-2 0 0,5 0 0 16,2 2 0-16,5 0 0 0,4 0 0 0,5 1 0 31,1-2-1472-31,-1-3-400 16,-3-5-80-16</inkml:trace>
  <inkml:trace contextRef="#ctx0" brushRef="#br0" timeOffset="117274.9212">981 10446 14735 0,'0'0'640'0,"0"0"160"0,0 0-640 0,15-5-160 0,1 3 0 0,1 1 0 0,0-1 2368 0,2 0 432 16,2 2 80-16,1 2 32 0,2 0-928 0,1 1-192 15,-1 0-48-15,0 3 0 0,-3 1-928 0,3-1-192 16,-2 3-48-16,1 0 0 0,-3-1-352 0,3 3-80 0,-1-1-16 0,-1 2 0 31,0-5-1840-31,-1 0-368 0,-1 0-80 0</inkml:trace>
  <inkml:trace contextRef="#ctx0" brushRef="#br0" timeOffset="117084.9786">1341 10291 15663 0,'0'0'1392'0,"-15"0"-1120"0,1 2-272 0,14-2 0 15,-12 8 2560-15,3 1 464 16,1-1 96-16,1 3 16 0,-2 1-2304 0,-1 0-464 16,-1 0-96-16,-1 0-16 0,-2 0 304 0,2 2 48 15,2 0 16-15,-2 1 0 0,-4-1-416 0,3 2-80 16,1-1 0-16,-1 3-128 0,3 1 0 0,0-2-256 16,1 3 32-16,-1-2 0 15,-1-1-2400-15,3-5-464 0,-6 0-112 0,4-5 0 0</inkml:trace>
  <inkml:trace contextRef="#ctx0" brushRef="#br0" timeOffset="117483.9705">1790 10455 6447 0,'0'0'272'0,"0"0"80"0,0 0-352 0,0 0 0 16,-5-7 0-16,5 7 0 0,0 0 5744 0,0 0 1072 0,0 0 224 0,0 0 32 15,0 0-4896-15,0 0-960 16,-2 19-208-16,2 0-48 0,0 0-528 0,4 0-112 0,1 2-32 0,0 1 0 16,0 2-160-16,2-3-128 0,2-4 144 0,-1 0-144 31,3 2-1040-31,1 0-304 0,2 2-64 0</inkml:trace>
  <inkml:trace contextRef="#ctx0" brushRef="#br0" timeOffset="118993.4943">2572 10457 1839 0,'0'0'160'0,"0"0"-160"0,-14-4 0 0,14 4 0 0,-12-2 2752 0,12 2 528 16,-10-3 112-16,10 3 0 0,0 0-2288 0,0 0-464 0,0 0-80 16,0 0-32-16,0 0 992 0,0 0 192 0,0 0 32 0,0 0 16 15,0 0-256-15,0 0-48 16,0 0-16-16,15-7 0 0,6 0-480 0,1 0-112 16,3 0-16-16,0-1 0 0,3 1-384 0,3 2-64 0,4-2-32 0,3 0 0 15,0 2-352-15,1-1 128 0,-1 0-128 0,-2 2-9408 16,-3 1-1920-16</inkml:trace>
  <inkml:trace contextRef="#ctx0" brushRef="#br0" timeOffset="119222.425">2670 10268 29247 0,'0'0'1296'0,"0"0"272"0,-12-3-1248 0,12 3-320 15,0 0 0-15,0 0 0 0,0 0 960 0,0 0 144 0,0 0 32 0,0 0 0 32,5 17-224-32,1 2-32 0,0-2-16 0,1 4 0 15,0 2-480-15,2-1-80 0,0 1-32 0,3 1 0 0,1 2-272 0,3-2 0 16,-2 2 0-16,1 0 0 0,1-1 0 0,1-2 0 0,2-2 0 16,2 1 0-1,3-1-2048-15,2-2-448 0</inkml:trace>
  <inkml:trace contextRef="#ctx0" brushRef="#br0" timeOffset="119644.6812">3300 10322 6447 0,'0'0'576'0,"5"-10"-576"15,-5 10 0-15,9-9 0 0,-9 9 4016 0,12-9 688 0,-1 2 144 0,-1 1 16 16,2 0-2768-16,0 1-560 0,0 2-128 0,-12 3 0 16,17-2-128-16,1 2 0 15,1 0-16-15,0 3 0 0,1 1-816 0,-1-1-144 0,0 1-48 0,0 3 0 16,-1 1-256-16,-1 3 0 15,0 2 0-15,0 1 0 16,1 2-1904-16,-1-2-432 0,0-2-96 0</inkml:trace>
  <inkml:trace contextRef="#ctx0" brushRef="#br0" timeOffset="119440.3697">3799 10205 24879 0,'-12'-4'2208'0,"0"1"-1760"15,0 1-448-15,12 2 0 0,-14 5 1920 0,2 2 320 31,0 2 48-31,0-1 16 0,0 1-1760 0,-2 3-352 0,-2 2-64 16,-3-2 0-16,-3 0 96 0,1 3 32 0,2 4 0 0,0 2 0 16,0 2-256-16,2-1 0 0,1 1 128 0,1-3-128 15,-1 1-240-15,1 0-80 0,-2 1-32 0,1-1-9696 16,-1-4-1920-16</inkml:trace>
  <inkml:trace contextRef="#ctx0" brushRef="#br0" timeOffset="119980.253">4096 10372 6447 0,'0'0'272'0,"0"0"80"0,0 0-352 0,0 0 0 0,0 0 0 0,0 0 0 16,0 0 4832-16,0 0 896 0,7-9 176 0,-7 9 48 0,8-7-3200 0,-8 7-624 0,11-6-128 0,-11 6-16 47,15-4-1984-47,1 2-528 0,-2 2-48 0,1 0 0 0,1 2 576 0,-1 2 192 0,-1 1 0 0,-2 2 0 0,-12-7-48 0,14 10-16 16,-14-10 0-16,10 14 0 0,-10-14-128 0,6 15 0 15,-6 1 0-15,0-2 0 0,-2-2 0 0,2-12 192 0,-7 14-32 0,0-4 0 16,2 0-32-16,5-10 0 15,-7 12 0-15,7-12 0 0,-5 11 176 0,5-11 16 0,0 0 16 16,0 0 0-16,0 0-176 0,1 10-32 0,-1-10-128 0,0 0 192 16,13 9-192-16,2-4 144 0,4 0-144 0,5-3 128 15,2 0-128-15,2-2 0 0,1-4 0 0,4 2 0 16,0 1-256-16,1-3-64 16,2-1-32-16,1-2 0 15,-3 0-1600-15,1 2-320 16,-1-2-64-16</inkml:trace>
  <inkml:trace contextRef="#ctx0" brushRef="#br0" timeOffset="122599.2997">6637 10277 14735 0,'0'0'1312'0,"0"0"-1056"15,8-14-256-15,3 6 0 0,1 1 3328 0,1 3 624 0,5 4 112 16,1 0 32-16,1-1-2224 0,3 1-432 0,-1 1-96 0,2 4 0 16,1 1-368-16,-1 2-64 15,-2 3-16-15,-1-1 0 0,-2 0-688 0,0 4-208 16,-2 2 0-16,0 3 128 0,1 1-128 0,-1 5 0 0,0-3 0 0,-1 2 0 31,-1 0-1248-31,2 2-320 0,1 2-64 0,2-4-16 0</inkml:trace>
  <inkml:trace contextRef="#ctx0" brushRef="#br0" timeOffset="122424.8064">7172 10236 29711 0,'0'0'1312'0,"0"0"288"0,-2-11-1280 0,2 11-320 0,0 0 0 0,0 0 0 15,-4-10 992-15,4 10 144 0,0 0 16 0,-12-4 16 16,0 4-288-16,0 4-64 0,0 3-16 0,-2 0 0 0,0 1-512 16,1 3-96-16,-3 1-32 0,1 0 0 0,-1-3-16 0,2 4 0 15,2 3 0-15,0 1 0 0,0 0-144 0,0 1 0 16,0-1 144-16,1 0-144 0,3-1 0 0,1-1 0 0,0-1-160 0,0 0 160 31,0 1-2176-31,0-1-320 0,-1 0-64 0,1-4 0 0</inkml:trace>
  <inkml:trace contextRef="#ctx0" brushRef="#br0" timeOffset="123290.8523">7411 10529 26831 0,'-12'-12'1184'0,"12"12"256"0,-5-10-1152 0,2 1-288 16,1 0 0-16,4 1 0 0,-2 8 1088 0,8-12 176 0,3-2 16 0,-1 3 16 15,0 3-672-15,4-3-144 0,2 3-32 0,1 1 0 0,2 0-448 0,0 0 0 16,-2 2 0-16,1 2 0 0,-3 1 0 0,1 0 0 15,-3 0 0-15,-13 2 0 16,0 0 0-16,0 0 0 0,0 0 0 0,11 11 0 16,-11-11 0-16,0 0 0 0,5 14 0 0,-5-14 0 15,-3 17 0-15,-1-3 0 0,4-14-128 0,-7 13 128 16,7-13 0-16,-8 11 0 0,1-3 0 0,7-8 0 0,-7 11-176 0,7-11-16 0,0 0-16 0,0 0 0 16,-5 10 784-16,5-10 176 0,0 0 16 0,0 0 16 15,0 0-784-15,0 0 0 0,0 0 0 0,-2 12-144 31,2-12-736-31,0 12-144 0,0-12-16 0,2 16-16 0,-2-16 848 0,5 17 208 16,2-1 0-16,1-3 0 0,1 1 880 0,1 0 208 0,-1-4 64 0,1 1 0 16,2-1-896-16,2 0-256 0,0-3 128 15,0 2-128-15,0 1-752 0,-1 2-208 16,-2-5-64-16,-3 2 0 0,-8-9 832 0,7 9 192 0,-7-9 0 0,0 0 0 0,0 0 0 0,0 0 0 31,-7 10 0-31,-1-5 0 0,-4 0 784 0,-2-1 208 0,-2-1 32 16,1-1 16-16,-3-2-832 0,0 2-208 0,-3 1 0 0,0-1 0 15,2 0 0-15,2 1 0 0,1 2 128 0,2 0-128 32,2 1-816-32,2 0-208 0,1 5-32 0,3-4-8752 15,6-7-1760-15</inkml:trace>
  <inkml:trace contextRef="#ctx0" brushRef="#br0" timeOffset="121352.4486">5142 10486 13823 0,'0'0'1216'0,"-11"-5"-960"16,3-4-256-16,8 9 0 0,0 0 2400 0,0 0 432 16,3-10 96-16,4 1 16 0,5 0-2080 0,6 1-416 15,1-1-64-15,1 2-32 0,4-1 144 0,2-3 16 0,2 3 16 0,1-1 0 16,4-1-304-16,3 1-64 0,2 2-16 0,2 0 0 0,-2 0-144 16,0 4 0-16,-4 1 144 0,-2 2-8480 15,-5 4-1712-15</inkml:trace>
  <inkml:trace contextRef="#ctx0" brushRef="#br0" timeOffset="121600.6956">5321 10203 28559 0,'-13'-5'2544'0,"0"1"-2032"15,1 2-512-15,12 2 0 0,0 0 496 0,-8 9 0 0,8-9 0 0,-5 14 0 16,5-14 16-16,0 17 16 16,0-1 0-16,3-2 0 0,-3-14 224 0,9 19 32 0,1-1 16 0,4 3 0 15,1 3-352-15,3-1-80 16,-1-2-16-16,0 1 0 0,2 0-352 0,4 1 144 16,2-1-144-16,-2 1 0 15,-2 1-1792-15,-2-2-480 0</inkml:trace>
  <inkml:trace contextRef="#ctx0" brushRef="#br0" timeOffset="122141.5119">6167 10079 4607 0,'0'0'400'0,"0"0"-400"0,0 0 0 0,0 0 0 15,0 0 4928-15,0 0 896 0,0 0 176 0,0 0 32 0,0 0-4368 0,-12 17-864 16,0 0-176-16,0 2-48 0,0 7 512 0,1-2 112 16,1 0 16-16,0 2 0 0,-1-2-256 0,3 2-32 0,1-3-16 0,3 4 0 15,3 1-528-15,2 1-96 0,1 1-32 0,3-1 0 16,4 0-256-16,1-3 0 0,2 2 128 0,2-2-128 16,2-2 0-16,1-5 0 15,2-5 0-15,0-2 0 0,-2-2 0 0,0 0 160 0,2-3-160 0,2-2 128 16,2-1-128-16,1-2 0 15,0-4 0-15,2-2 128 0,0 1-128 0,-2-4 0 0,-2 0 0 0,2-3 0 16,-1-4-208-16,-2-1-32 0,-6-3 0 0,-1-1 0 16,-2-1 32-16,-3-1 0 15,-6 0 0-15,-3 2 0 0,-2-2 208 0,-1 4 0 16,-4 2-160-16,-3 1 160 0,-6 0 0 0,-3 4 0 0,-7-1 0 0,-1 4 0 16,-3 2-192-16,-3 4 192 0,-3 1-192 0,-2 3 192 15,-3 2-256-15,-1 2 80 0,-2 0 16 0,2 2 0 16,2-1-160-16,6 4-16 0,5 0-16 0,4-1 0 31,6-1-416-31,7-1-64 0,7 1-32 0,5-10-13120 0</inkml:trace>
  <inkml:trace contextRef="#ctx0" brushRef="#br0" timeOffset="125190.226">8357 10596 13823 0,'0'0'1216'0,"0"0"-960"0,0 0-256 0,14-3 0 0,3 1 2960 0,9 0 560 16,7 1 96-16,10-1 32 15,7 0-1664-15,5 1-336 16,4-3-64-16,3 1-16 0,0-4-544 0,2 0-96 0,0-2-32 0,2 4 0 16,-1 3-720-16,-1 4-176 0,-5 0 0 0,-2 5 0 31,-5 1-1824-31,-4-3-352 0</inkml:trace>
  <inkml:trace contextRef="#ctx0" brushRef="#br0" timeOffset="124990.9577">9003 10060 27583 0,'-7'-18'1216'0,"7"18"256"0,-4-12-1168 0,1 2-304 16,-2 0 0-16,0 3 0 0,5 7 800 0,-6-7 96 15,6 7 32-15,-8-7 0 0,8 7-352 0,-12-2-80 0,0 4-16 0,-2 3 0 16,-3 2-144-16,-1 3-16 0,1 4-16 0,-2-2 0 0,-2 2 80 0,-1 1 0 16,-2 1 16-16,0 0 0 15,-1-4-64-15,3 0-16 0,0 0 0 0,1 0 0 16,0-2-144-16,4-1-48 15,1 1 0-15,4-1 0 0,12-9-128 0,0 0 128 0,0 0-128 0,0 0 128 16,0 0-128-16,11 15 128 0,4-6-128 0,6 0 128 16,3-2-128-16,5-1 0 15,6-2 0-15,3-1 0 0,2 1 0 0,1-1 0 16,0-1 0-16,4-2 0 0,2 2 0 0,0 1 0 0,-3 2 0 0,0-1 128 0,-3 3-128 0,-3 0 128 16,-4 0-128-16,-2-2 128 31,-7 0-992-31,-4 2-208 0,-5 1-32 0,-16-8-9376 0,0 0-1872 0</inkml:trace>
  <inkml:trace contextRef="#ctx0" brushRef="#br0" timeOffset="125604.3882">10145 9792 7359 0,'0'0'320'0,"-12"7"80"32,0 5-400-32,2 2 0 0,1 0 0 0,-3 1 0 0,-3 4 2256 0,-1 4 368 0,-1-1 80 0,0 2 16 0,-1 2-352 0,1 3-64 15,2-3 0-15,2 0-16 0,5-2-496 0,1 1-80 0,0-3-32 0,4 2 0 16,1-1-592-16,5-3-112 0,1 1-16 0,3-2-16 16,1-2-544-16,4-1-96 15,2-2-32-15,5-2 0 0,5-4-272 0,2-1 128 16,0 4-128-16,2-3 0 0,1-1 160 0,0-3-160 0,2-1 128 15,1-1-128-15,-3-2 0 0,-2-2 128 16,-4-3-128-16,-1 0 0 0,-1 1 0 0,-4-1 0 0,-6-2 0 0,-11 7 0 16,0 0-240-16,0 0 80 15,0 0 16-15,0-14 0 0,-7 2 144 0,-5 2 0 0,-6 0-144 16,-7-1 144-16,-8 1-128 0,-9 3 128 0,-6 2-160 0,-7 0 160 16,-7-2-176-16,-2 7 176 0,-2 1-192 0,-1 3 192 15,0-1-1232 1,3 4-144-16</inkml:trace>
  <inkml:trace contextRef="#ctx0" brushRef="#br0" timeOffset="127996.3396">596 11263 11055 0,'-7'-14'480'0,"7"14"112"0,-5-12-464 0,3 3-128 0,0 0 0 0,2 9 0 0,7-8 3168 0,2 1 608 16,-1-2 128-16,3 4 32 15,1 0-3040-15,2 0-624 0,3 0-112 0,2 1-32 16,2 1 320-16,4 4 48 0,3 3 16 0,3 1 0 0,2 0-192 0,0 2-16 16,-1 0-16-16,0 3 0 0,-3 2-288 15,-2 2 128 1,-1 0-128-16,-1 2 0 0,-3-1 0 0,-3 1-272 0,0-1 16 0</inkml:trace>
  <inkml:trace contextRef="#ctx0" brushRef="#br0" timeOffset="127796.5196">996 11007 1839 0,'0'0'160'0,"0"0"-160"0,0 0 0 0,0 0 0 15,0 0 3376-15,0 0 640 0,0 0 128 0,0 0 16 16,0-12-2288-16,2 0-464 0,0-2-80 0,-2 14-32 16,0 0-144-16,3-12-48 0,0 0 0 0,-3 12 0 15,4-12 48-15,-4 12 16 0,2-12 0 0,-2 12 0 16,0 0-256-16,0 0-48 0,0 0-16 0,0 0 0 16,0 0-464-16,0 0-112 0,0 0-16 0,-12 15 0 15,-2 1-256-15,0 3 0 0,0 0 0 0,-1 5 0 0,-3 4 0 0,3 1 0 0,1 0 0 0,0 2 0 16,-1-1 0-16,-1 1 0 15,2 2 0-15,1-2 0 0,-1-5 0 0,2-4 0 16,0 0 0-16,1-3 0 0,1-3-192 0,1 1 0 0,1-1 0 0,-1-1-9648 16,2-4-1920-16</inkml:trace>
  <inkml:trace contextRef="#ctx0" brushRef="#br0" timeOffset="128208.4911">1353 11131 15663 0,'0'0'1392'0,"0"0"-1120"0,-1-12-272 0,1 12 0 0,0 0 4016 0,0 0 736 31,0 0 160-31,15 7 16 0,-3 2-3808 0,-1 5-768 16,-3 3-160-16,1 4-16 0,0 1-176 0,-3 4 192 15,0 2-192-15,-1 1 192 0,0 2-192 0,0-3 0 0,2-4 0 0,2 2 0 32,-1-2-976-32,3 0-240 0,-1 0-32 0</inkml:trace>
  <inkml:trace contextRef="#ctx0" brushRef="#br0" timeOffset="128804.4974">3119 11088 20271 0,'0'0'1792'0,"0"0"-1424"16,0 0-368-16,0 0 0 0,0 0 2416 0,0 0 400 0,0 0 96 0,0 0 16 15,0 0-1504-15,0 0-288 0,-12 11-64 0,-2 1-16 16,-1 2-480-16,1 1-80 0,0 2-32 0,-2 1 0 0,-1 2-288 0,0 1-176 15,0 1 192-15,1-1-192 16,1 0 0-16,1-4 0 0,0-1 0 0,0-1 0 31,0 2-1360-31,2-1-336 0,0 1-64 0,0-5-12720 0</inkml:trace>
  <inkml:trace contextRef="#ctx0" brushRef="#br0" timeOffset="129040.4655">2739 11176 12895 0,'0'0'1152'0,"0"0"-928"0,-1-8-224 0,1 8 0 0,0 0 3824 0,0 0 720 15,0 0 128-15,0 0 48 0,12-4-2800 0,-12 4-576 16,15-2-96-16,-1 2-32 0,-14 0-352 0,19 4-80 0,0-1-16 0,0 4 0 16,-2 4-448-16,2 1-112 0,2 2-16 0,0 1 0 0,-2 2-192 0,0 2 0 31,-4-1 0-31,2 1 0 15,-1 1-1664-15,1-1-384 0,0 2-80 0</inkml:trace>
  <inkml:trace contextRef="#ctx0" brushRef="#br0" timeOffset="129526.1719">3557 11242 5519 0,'0'0'496'0,"0"0"-496"0,0 0 0 0,0 0 0 0,0 0 3552 0,0 0 608 0,0 0 128 0,0 0 32 15,0 0-2080-15,0 0-432 16,0 0-80-16,13-7 0 0,-3 2-240 0,-10 5-32 16,12-5-16-16,2-1 0 0,0 3-544 0,-1 1-128 0,-13 2 0 0,14 0-16 15,-14 0-368-15,14 2-80 0,-14-2-16 0,0 0 0 16,0 0-288-16,0 0 0 0,0 0 0 0,7 14 0 15,-7-14 0-15,3 15 0 0,-4-1 0 0,-3-2 0 16,-1 2 128-16,0-2-128 0,-2-2 0 0,0-1 0 16,-2 0 128-16,1 1-128 0,-1-1 0 0,0 1 0 15,1 2 0-15,3 0 160 0,5-12-160 0,-6 11 128 16,6-11-128-16,-5 13 0 0,2-1 0 0,3-12 0 16,0 0 0-16,7 11 0 0,1-3 0 0,3 1-176 15,3 0 176-15,3-6 0 0,4-3 0 0,4-2 128 16,5 1-128-16,4-3 0 0,3-1 0 0,0 0 0 15,3-5 0-15,2 1 128 0,-1 0-128 0,0 2 0 32,1 2-1472-32,-1 2-352 0</inkml:trace>
  <inkml:trace contextRef="#ctx0" brushRef="#br0" timeOffset="128582.2364">1975 11394 11967 0,'0'0'528'0,"0"0"112"0,0 0-512 0,5-11-128 0,2 3 0 0,0-1 0 15,0 2 3952-15,3 2 752 0,0 0 160 0,4-2 16 16,0 2-2816-16,3 0-560 0,2 1-112 0,4 1-32 16,3-1-720-16,3 1-128 0,4 1-48 0,-1 0 0 15,1-1-464-15,2 1 0 0,3-1 0 0,0 1 0 16,-2 0-2032-16,-2-1-448 0</inkml:trace>
  <inkml:trace contextRef="#ctx0" brushRef="#br0" timeOffset="132929.4723">5461 11092 24303 0,'0'0'1072'0,"0"0"224"0,-7-11-1040 0,7 11-256 0,0 0 0 0,0-12 0 16,0 12 512-16,7-10 64 16,0 0 0-16,3 1 0 0,4 0-144 0,0 2-32 15,2 2 0-15,1 0 0 0,2 0-144 0,0 1-16 0,0 1-16 0,0 1 0 0,0 2 16 0,-2 0 0 16,0 0 0-16,-1 2 0 15,-2-2-240-15,-1 3 144 0,-13-3-144 0,16 6 128 16,-16-6-128-16,12 5 0 0,-12-5 0 0,0 0 0 0,0 0 0 0,0 0 0 16,0 0 0-16,3 14 0 0,-3-14 0 0,-3 13 0 0,3-13 0 0,-9 11 0 15,1-3 0-15,8-8 0 0,-11 7 0 0,11-7 0 16,-12 9 0-16,2-2 0 0,10-7 0 0,-10 8 0 16,1 1 0-16,9-9 0 15,-9 10 0-15,2 1 0 0,7-11 0 0,-6 14 0 16,-1-1 0-16,1-1 0 0,3-1-192 0,3-11 192 15,0 15-160-15,3-1 160 0,4 0 0 0,-1-4 0 16,-6-10-128-16,10 14 128 0,2-2 0 0,0 2 0 0,0-4-160 0,2 1 160 16,0 1 0-16,1-4 0 15,1-1 0-15,-1 2 0 0,-1-4 0 0,0 0 0 16,-4 1 0-16,1 0 0 0,-11-6 0 0,10 7 0 0,-10-7 0 16,0 0 0-16,0 0 0 0,5 11 0 0,-5-11 0 0,-3 10 0 15,3-10 0-15,-14 12 0 0,-3-3 0 0,-2-1 0 16,-2 3 0-16,-1-3 0 0,-3-1 0 0,1 2 0 15,0-4 0-15,-2-1 0 0,0-1 128 0,2 0-128 16,2 3 0-16,3-1 0 0,1 0 0 0,5-2 0 16,2 1 0-16,11-4-272 15,0 0 64-15,0 0-12608 0</inkml:trace>
  <inkml:trace contextRef="#ctx0" brushRef="#br0" timeOffset="133322.1597">5988 11200 15663 0,'3'-15'688'0,"-3"15"144"0,9-12-656 0,1 3-176 0,2 2 0 0,4 2 0 15,1 2 2048-15,2-3 384 16,0 3 80-16,5 0 16 0,4 1-928 0,-1 2-176 0,1-2-32 0,-1 6-16 0,1 1-288 0,1 3-64 16,1 4-16-16,-1 2 0 0,0 2-832 0,-1-1-176 15,0-1 0-15,-1 0-9872 16,3 3-1968-16</inkml:trace>
  <inkml:trace contextRef="#ctx0" brushRef="#br0" timeOffset="133179.9733">6490 10988 30751 0,'0'0'1360'0,"-12"-2"288"0,0 2-1328 0,0 0-320 0,12 0 0 0,-16 6 0 16,-1 1 416-16,0 1 16 0,-2 2 0 0,0 4 0 0,-4 0 400 0,4 0 64 0,0 0 32 0,0 1 0 16,2 1-240-16,1 1-48 15,3 0-16-15,2 2 0 0,3 0-400 0,1 2-80 16,3-2-16-16,1 0 0 15,-1 0-960-15,1-2-192 0,-1 2-32 0,1 0-9664 16,0-2-1936-16</inkml:trace>
  <inkml:trace contextRef="#ctx0" brushRef="#br0" timeOffset="133794.9445">6866 11218 15663 0,'-12'-12'1392'0,"12"12"-1120"16,-7-11-272-16,7 11 0 0,-5-10 1808 0,1 1 304 0,1 1 64 0,3 8 16 16,-2-9-896-16,2 9-176 15,0-12-32-15,0 12-16 0,0 0-256 0,0 0-48 0,5-9-16 0,-5 9 0 16,11-5-448-16,-1 2-96 15,-10 3-16-15,16-2 0 0,-2 2 672 0,-1 0 128 0,1 2 32 0,0-1 0 16,-14-1-800-16,15 6-224 0,-15-6 0 0,16 6 128 31,-16-6-896-31,14 9-192 0,-14-9-16 0,0 0-16 0,0 0 1584 0,0 0 320 16,5 14 64-16,-5-14 16 16,-2 14-1824-16,-1-2-352 0,3-12-80 0,-7 14-16 0,-2-4 752 0,1-1 144 0,8-9 16 0,-11 8 16 15,3 4 112-15,1-3 32 0,7-9 0 0,-11 9 0 0,3-1 208 0,8-8 0 16,-7 9-160-16,7-9 160 15,0 0 0-15,-2 10 0 0,2 2-144 0,0-12 144 16,0 0 0-16,11 11-128 0,-1-4 128 0,4-1 0 16,1 0 0-16,2 1 0 0,1-2 0 0,1 0 0 15,0 2 0-15,0 0 0 0,0 1 0 0,0 1 0 16,0 1 192-16,0-1-16 0,-4 0 0 0,-1-1 0 16,-2-1-48-16,-12-7-128 0,0 0 192 0,0 0-64 0,0 0-128 0,0 0 0 0,-2 14 144 0,2-14-144 15,-12 9 128-15,-3-3-128 0,-3 3 160 0,-2-4-160 16,-3-3 160-16,-1 1-160 15,-2 1 160-15,0-1-160 16,0 1 0-16,1-2 128 0,-1-1-128 0,3 3 0 0,1 1 0 0,1 0 0 16,0-2 0-16,4-1-13152 15</inkml:trace>
  <inkml:trace contextRef="#ctx0" brushRef="#br0" timeOffset="132151.7017">4564 11399 12895 0,'0'0'576'0,"0"0"112"0,0 0-560 0,7-12-128 0,-1 1 0 0,3 1 0 0,0-2 2464 0,3-2 464 31,2-1 80-31,3 1 32 0,2-2-1504 0,5 1-320 16,2-1-48-16,2 2-16 0,1 1-432 0,4 2-80 15,1 3-32-15,1-1 0 0,-3 4-416 0,-2 1-192 16,-3 1 160-16,-1-2-160 16,-1 3-1344-16,-1 0-352 0,0 1-80 0</inkml:trace>
  <inkml:trace contextRef="#ctx0" brushRef="#br0" timeOffset="132390.7259">4805 11043 18431 0,'0'0'1632'0,"-10"-3"-1312"0,10 3-320 0,0 0 0 15,-12-2 2336-15,12 2 400 0,0 0 80 0,0 0 0 0,0 0-1280 0,0 0-272 16,0 0-48-16,0 19-16 16,0-2-384-16,5-1-80 0,4 0-16 0,1-1 0 0,4 1-336 0,1 1-80 15,3 2-16-15,1 2 0 0,-2-1-288 0,2 3 128 16,0-1-128-16,0 1 0 15,0-3-720-15,0 3-256 0,0-4-48 0,0 0-9248 16,-2 1-1840-16</inkml:trace>
  <inkml:trace contextRef="#ctx0" brushRef="#br0" timeOffset="134451.7454">8188 11439 23951 0,'0'0'1056'0,"0"0"224"0,0 0-1024 0,0 0-256 0,0-9 0 0,0 9 0 15,11-9 1664-15,4 2 288 0,4-1 48 0,5-1 16 16,6 1-592-16,4 1-112 0,4 1-32 0,3 3 0 16,3 0-624-16,2 3-128 0,6 3-16 0,0 0-16 15,-2 1-368-15,-2 1-128 16,-3 4 0-16,-7 1-11104 16,-5 2-2288-16</inkml:trace>
  <inkml:trace contextRef="#ctx0" brushRef="#br0" timeOffset="134258.2118">8485 10892 2751 0,'0'0'256'0,"0"0"-256"15,0 0 0-15,-7-9 0 0,2 0 4592 0,5 9 864 0,0 0 176 0,-5-8 48 16,5 8-3360-16,0 0-656 16,0 0-144-16,0 0-32 0,0 0-368 0,0 0-80 0,-11-4-16 0,11 4 0 0,0 0-496 0,-13 7-96 0,1 2-32 0,-1-2 0 31,13-7 112-31,-13 12 0 0,-1-2 16 0,2-1 0 0,1 1-64 0,11-10-16 15,0 0 0-15,-8 17 0 0,8-17-240 0,-7 18-48 16,7-18-16-16,0 0 0 16,0 0-144-16,0 0 0 0,0 19 0 0,0-19 0 0,8 15 0 0,3-3 0 0,3-3 0 0,1-4 0 31,2 0 0-31,4 0 160 0,3-3-32 0,4 3-128 16,1 0 0-16,4 1 0 0,5-3 0 0,0 4 0 0,-2-2 0 0,0 2 0 0,1-2 0 0,-4 2 0 31,-4 0-1152-31,-3 0-192 15,-6 0-48-15,-2 3-8992 0,-6 1-1808 0</inkml:trace>
  <inkml:trace contextRef="#ctx0" brushRef="#br0" timeOffset="137160.0472">9338 10945 17503 0,'0'0'1552'0,"0"0"-1232"0,0 0-320 0,0 0 0 0,0 0 1920 0,0 0 336 16,0 0 64-16,0 0 16 0,0 0-1056 0,0 0-224 15,0 0-32-15,0 0-16 0,0 0-112 0,0 0-32 16,15 7 0-16,-1 0 0 0,0-2-288 0,-14-5-64 16,15 10-16-16,1-3 0 0,-2-5-16 0,1 3 0 15,-1-1 0-15,0 1 0 0,-14-5-256 0,17 5-48 0,0 0-16 0,1-1 0 0,-1-1-160 0,-2-1 0 32,1-4 144-32,-1 2-144 0,1-2 0 0,0 1 0 0,-1-3 0 0,1 1 128 15,1-1-128-15,-2 1 0 0,-15 3-128 0,18-4 128 0,-1 1-384 0,0-2 0 16,-1 0 0-16,-2-1 0 15,-4-1 48-15,0 1 16 0,-10 6 0 0,12-11 0 16,-12 11 176-16,11-12 144 0,-11 12-192 0,8-12 192 0,-8 12 0 0,5-12 0 31,-5 12 0-31,0 0 0 0,0 0 224 0,2-14 160 0,-2 14 16 16,0 0 16-16,0 0 64 0,0 0 16 0,0 0 0 0,0 0 0 16,0 0-176-16,0 0-48 0,0 0 0 0,0 0 0 0,-12 4-144 0,12-4-128 15,0 0 144 1,-7 13-144-16,7-13 128 0,-2 21-128 0,2-2 0 0,4-2 0 15,1-1 0-15,2 1 0 0,0 2 0 0,2 4 0 32,1-1-688-32,0 2-224 0,2-1-48 0,2-1-15200 0</inkml:trace>
  <inkml:trace contextRef="#ctx0" brushRef="#br0" timeOffset="139864.344">378 12172 8287 0,'0'0'368'0,"0"0"80"0,0 0-448 0,-14 5 0 15,14-5 0-15,-12 2 0 0,12-2 320 0,0 0 0 16,-12 0-16-16,12 0 0 0,0 0-304 0,0 0 0 16,0 0 128-16,0 0-128 0,0 0 288 0,0 0 0 15,-10-3 0-15,10 3 0 0,0 0 832 0,0 0 160 0,-12-6 48 0,12 6 0 16,-14-5 384-16,4 0 80 0,1 0 0 0,9 5 16 15,-9-5-368-15,9 5-80 0,0 0-16 0,0 0 0 16,0 0-592-16,0 0-128 16,0 0-32-16,0 0 0 0,0 0-320 0,0 0-64 15,0 0-16-15,0 0 0 0,14 0 256 0,2-2 32 0,3-1 16 0,1-3 0 16,5-1-176-16,2 1-16 0,4-3-16 0,4 4 0 16,-1 0-288-16,3 1 0 15,-3 2 0-15,2 4 0 16,-1 3-2160-16,1-1-432 0,14-1-96 0,-5 1 0 0</inkml:trace>
  <inkml:trace contextRef="#ctx0" brushRef="#br0" timeOffset="140312.288">955 12096 15663 0,'0'0'1392'0,"-5"-10"-1120"0,-1 1-272 0,6 9 0 0,0 0 3072 0,0 0 544 16,0 0 112-16,12-1 32 15,2 1-2032-15,0 0-416 0,0 0-80 0,3-2-16 0,2 2-128 16,4 0-16-16,1 0-16 0,3 2 0 15,6-2-672-15,3 3-144 0,1 2-32 0,2 2 0 16,3 2-208-16,-3 1 0 16,-1 0 0-16,0 1-160 0,0-3-128 0,-3 4-32 0,-4 1 0 0,-3-1 0 15,-4-2-2816-15,-4 0-560 0,5 2-112 0,-5 2-32 16</inkml:trace>
  <inkml:trace contextRef="#ctx0" brushRef="#br0" timeOffset="140086.6281">1305 12010 27519 0,'0'-14'1216'0,"0"14"256"0,-3-7-1168 0,3 7-304 15,0 0 0-15,0 0 0 0,-9 12 816 0,0 2 96 16,1 0 32-16,-1 1 0 0,-3-1-416 0,0 4-80 16,0 0 0-16,0 1-16 0,0-1-176 0,3-1-16 15,0-1-16-15,3-1 0 0,-1-3-224 0,7-12 0 16,-9 14 0-16,2-2 0 16,7-12-320-16,-7 14-144 0,2-4-48 0,5-10-9056 15,0 0-1824-15</inkml:trace>
  <inkml:trace contextRef="#ctx0" brushRef="#br0" timeOffset="140579.0735">1876 12107 12895 0,'0'0'1152'0,"0"0"-928"16,-1-13-224-16,1 13 0 0,0 0 2736 0,0 0 496 0,0-8 96 0,0 8 32 0,0 0-1840 0,0 0-368 31,0 0-80-31,0 0-16 0,0 0 224 0,0 0 32 15,7 15 16-15,-1 3 0 0,1-1-400 0,-1 0-80 16,-3-3-16-16,2 2 0 0,2-3-432 0,2 1-80 0,1-2-32 0,2 0 0 16,0-1-288-16,0 1 0 0,-1 2 128 0,1-4-128 15,2-7 0-15,-14-3 0 16,15 14-176-16,1-3-10960 16,-1-5-2176-16</inkml:trace>
  <inkml:trace contextRef="#ctx0" brushRef="#br0" timeOffset="143094.2844">3492 12070 15663 0,'0'0'1392'0,"0"0"-1120"0,2-10-272 0,-2 10 0 0,0 0 2336 0,6-9 416 0,0 1 64 0,-6 8 32 16,0 0-1200-16,0 0-240 0,0 0-64 0,0 0 0 16,0 0-64-16,13 1-32 0,-13-1 0 0,18 6 0 0,-3-3-928 15,1 4-176-15,1 2-144 16,0 1 192-16,2 0-400 0,2 1-80 16,0-3-16-16,3 3-10064 15,3 2-2000-15</inkml:trace>
  <inkml:trace contextRef="#ctx0" brushRef="#br0" timeOffset="144174.2249">3616 12215 7359 0,'0'0'320'0,"0"0"80"0,0 0-400 0,0 0 0 16,0 0 0-16,0 0 0 0,0 0 2576 0,0 0 432 0,0 0 96 0,0 0 16 15,0 0-1632-15,0 0-320 16,0 0-64-16,0 0-16 0,0 0-112 0,0 0-16 0,0 0-16 0,0 0 0 16,0 0-32-16,0 0 0 0,0 0 0 0,16-1 0 0,-3 1-320 0,5 1-64 15,1 1-16-15,0 0 0 0,-2-1 128 0,2 1 0 0,2-2 16 0,-2 2 0 16,-2-2-176-16,0 3-32 15,-1 1-16-15,-3-1 0 16,-13-3-304-16,14 4-128 0,-14-4 0 0,0 0 128 16,14 8-416-16,-14-8-96 0,10 9 0 0,-10-9-14848 15</inkml:trace>
  <inkml:trace contextRef="#ctx0" brushRef="#br0" timeOffset="142976.4112">3918 11898 29887 0,'0'0'1328'0,"0"0"272"0,0 0-1280 0,0 0-320 16,0 0 0-16,0 0 0 0,-14 8 128 0,2 1-128 16,2 0 144-16,-2 4-144 0,-2 5 480 0,0-1 0 0,-1-2 0 0,-1 1 0 15,-1 1-112-15,1 1-32 0,1-3 0 0,1 1 0 16,0-1-160-16,2-1-48 15,0-2 0-15,3 2 0 16,1 1-464-16,-1 1-112 0,1-2 0 0,-1-4-9216 16,-3 0-1856-16</inkml:trace>
  <inkml:trace contextRef="#ctx0" brushRef="#br0" timeOffset="143475.9022">4184 12108 21183 0,'0'0'1888'0,"0"0"-1504"16,0 0-384-16,0 0 0 16,0 0 1680-16,12-7 272 0,-2 2 48 0,1 2 16 15,-11 3-1040-15,14-4-208 16,-1 1-32-16,-13 3-16 0,16 0 272 0,-1 3 48 0,-1 1 16 0,0-1 0 15,0 1-608-15,-14-4-128 16,0 0-32-16,14 7 0 0,-14-7-288 0,10 12 0 0,-10-12 0 0,9 13 0 0,-9-13 0 0,0 14 0 31,0-14 0-31,-4 14 0 0,4-14 128 0,-5 14-128 16,-4-2 0-16,2-2 0 0,7-10 0 0,-10 11 128 0,0-3-128 0,-1 1 0 16,1 0 128-16,0-3-128 15,-1 0 0-15,11-6 0 0,-12 5 0 0,12-5 0 0,-8 8 0 0,8-8 0 0,0 0 0 0,0 0 0 16,0 0 0-16,0 0 0 15,8 16 0-15,-8-16 0 0,19 5 128 0,5 0-128 0,4 1 0 0,5-3 0 16,0-1 128-16,6-4-128 16,1 0 0-16,3 1 0 0,0-3 0 0,2 1 0 0,2-1-1200 15,1 2-288-15,0 2-64 0,1-1-13088 16</inkml:trace>
  <inkml:trace contextRef="#ctx0" brushRef="#br0" timeOffset="142438.1297">2724 12189 5519 0,'0'0'240'0,"0"0"64"0,0 0-304 0,0 0 0 0,0 0 0 0,0 0 0 16,0 0 3280-16,0 0 608 16,0 0 112-16,0 0 32 0,0 0-1728 0,0-12-320 15,3 0-80-15,4 4-16 0,-7 8-352 0,14-9-64 16,1 2 0-16,3 0-16 0,2-1-512 0,5-1-112 15,2 4 0-15,3 0-16 0,1-2-416 0,0 0-80 16,-2-2 0-16,-1 2-16 0,-1 0-304 0,-3 2 0 16,-3 2 128-16,-2 1-128 15,-3 0-1104-15,-3 2-288 0,1 0-48 0,-14 0-13216 0</inkml:trace>
  <inkml:trace contextRef="#ctx0" brushRef="#br0" timeOffset="142658.0031">2886 11986 14735 0,'0'0'1312'0,"-9"-9"-1056"0,2-1-256 0,1 3 0 15,6 7 2384-15,-7-7 432 16,7 7 64-16,0 0 32 0,0 0-1184 0,0 0-256 0,0 0-32 0,0 0-16 16,-5 15-112-16,1 1-32 0,4 1 0 0,2 1 0 15,1-1-432-15,4 0-80 0,3 0-32 0,6 1 0 0,3-1-480 16,2 0-80-16,-1-1-32 0,5-1 0 0,0 2-144 0,5-3 0 0,3-2 0 15,-2-3 0 1,-4-4-576-16,1 0-208 0,0 0-48 0,-1 1-15296 0</inkml:trace>
  <inkml:trace contextRef="#ctx0" brushRef="#br0" timeOffset="145174.8459">4976 12236 11967 0,'0'0'1072'0,"0"0"-864"16,7-9-208-16,-7 9 0 0,0 0 3344 0,14-7 624 0,-2 1 128 0,2 0 32 15,1 1-1904-15,3-2-384 16,-1-1-80-16,2 3-16 0,0-1-624 0,3 1-128 0,2-2-32 0,4 0 0 15,1 0-640-15,1 1-128 16,-3-7-16-16,1 7-16 0,0 0-160 0,-3 3 0 16,0-1 0-16,-1 3 0 15,0 1-1376-15,-3 1-304 0,-2 5-64 0</inkml:trace>
  <inkml:trace contextRef="#ctx0" brushRef="#br0" timeOffset="145739.8908">5834 11917 15663 0,'0'0'1392'0,"0"0"-1120"0,-2-12-272 0,1 1 0 0,1 11 2368 0,0-10 432 15,0 1 80-15,0 9 0 0,0 0-1344 0,8-8-288 0,1-1-48 0,1 0-16 16,2 3-336-16,2 0-64 15,0 3-16-15,3-2 0 0,2 1-432 0,0 3-80 16,0-1-32-16,2 0 0 0,-1-1-80 0,1 3-16 0,0-2 0 0,-2 2 0 16,-2 0-128-16,0-2 128 0,-1 4-128 0,-16-2 128 15,15 3-128-15,-15-3 0 0,0 0 0 0,0 0 0 16,0 0 0-16,0 0 0 0,0 0 0 0,0 0 0 16,-5 16 128-16,-2-4-128 15,-1-3 0-15,-3 1 128 0,-2 0-128 0,-1 1 0 0,-2-3 0 0,2 1 0 16,1 1 0-16,-1-1 0 15,2 0 0-15,1-3 0 0,11-6 0 0,-10 9 0 0,1-2 0 0,9-7 0 16,-7 9-128-16,7-9-16 0,-5 10 0 0,5-10 0 0,0 12-16 0,0-12 0 31,7 10 0-31,-7-10 0 0,11 11 160 0,-1-3 0 0,2 1-144 0,2-2 144 0,-2 0 0 0,2 0 0 16,1 0-144-16,1 0 144 16,-1-1 0-16,3 1 0 0,-1 0 0 0,0 0 0 0,0 2 0 0,1-1 0 15,-3 1 0-15,-1 0 0 0,-2-2 0 0,-12-7 0 16,10 10 144-16,-10-10-144 0,9 12 128 0,-9-12-128 15,0 0 0-15,0 12 128 16,0-12-128-16,-7 12 0 0,-5-3 144 0,0-1-144 16,-4-2 0-16,-1 1 0 0,-4-2 0 0,1 2 128 15,-3-1-128-15,1 1 0 0,-2 0 0 0,1 0 128 0,1-2-128 0,1 1 0 16,2 0 0-16,0 0 0 0,0-3 0 0,4 1 0 0,3-1 0 0,1 2 0 31,1 0-848-31,10-5-240 0,-14 7-64 0,14-7-12928 16</inkml:trace>
  <inkml:trace contextRef="#ctx0" brushRef="#br0" timeOffset="146219.0959">6398 11946 7359 0,'0'0'320'0,"0"0"80"0,7-9-400 0,-7 9 0 0,12-6 0 0,2 2 0 0,2 4 4944 0,1 4 912 16,4-1 176-16,1 4 48 0,2 2-4288 0,2 1-832 16,0 4-192-16,2-1-16 0,1 3-48 0,-1 0-16 0,-1-3 0 0,1 1 0 15,-1-3-368-15,-1 1-80 0,-2-2-16 0,1 2 0 32,-1-2-1296-32,-3 4-256 0,-2 0-48 0,-4-2-12880 0</inkml:trace>
  <inkml:trace contextRef="#ctx0" brushRef="#br0" timeOffset="146020.5347">6819 11879 21183 0,'-5'-18'1888'0,"2"10"-1504"0,-2-1-384 0,5 9 0 0,0 0 2960 0,0 0 528 16,0 0 96-16,0 0 32 0,0 0-2848 0,0 0-560 16,0 0-208-16,0 0 144 15,-14 7-144-15,2 2 0 0,-2 3 144 0,0 5-144 0,-1 4 368 0,-1 1 0 16,1 1 0-16,-1 3 0 0,0-2-144 0,-1 0-32 0,0-2 0 0,1 1 0 16,3-4-192-16,1-2 0 15,-2-3 0-15,3 1 0 0,3-4 0 0,-1-1 0 16,2-1 0-16,7-9 0 31,-7 12-896-31,4-2-80 0,-1-1-16 0,4-9-9216 0,0 0-1840 0</inkml:trace>
  <inkml:trace contextRef="#ctx0" brushRef="#br0" timeOffset="146683.5918">7173 12134 17503 0,'0'-17'768'0,"2"8"176"0,1 1-752 0,4-1-192 0,2 2 0 0,1 0 0 16,4-5 2992-16,0 4 560 0,0-1 112 0,-2 0 32 0,-2 1-2448 0,2-3-480 15,0 3-112-15,2 1-16 0,2 0-256 0,-1 0-48 31,1 3-16-31,-1 1 0 0,-3-2-160 0,-12 5-32 0,14 0-128 0,-14 0 192 16,0 0-192-16,0 0 0 0,0 0 0 0,0 0 0 16,0 0 0-16,0 0 0 0,0 0 128 0,0 0-128 0,0 0 0 0,0 0 144 0,0 0-144 0,0 0 128 15,0 0-128-15,-5 14 0 16,5-14 144-16,-5 13-144 16,5-13 0-16,0 0 0 0,-2 14 0 0,2-14 0 15,0 0 0-15,-2 16 0 0,2-16-176 0,-1 15 176 16,-1-1-192-16,2-14 48 0,2 16 16 0,-1-3 0 0,1 1 128 0,-2-14 0 15,4 14-144-15,-1 0 144 0,-3-14 0 0,5 14 0 0,2-2 128 0,-7-12-128 16,7 14 0-16,-7-14 0 16,0 0 0-16,14 12 0 15,-2-4 0-15,-12-8 0 0,10 9 0 0,-10-9 0 0,16 9-128 0,-16-9 128 16,14 8 0-16,-14-8 0 0,13 9 0 0,-13-9 0 0,14 8 128 0,-14-8-128 16,12 9 0-16,-12-9 0 0,0 0 0 0,0 0-176 15,0 0 176-15,0 0 0 0,0 0 0 0,0 0 0 16,0 0 0-16,-5 14 0 0,5-14 0 0,-10 9 0 0,-2-3 0 0,-2 0 0 15,0-3 128 1,0 1-128-16,-3-3-128 0,-2 3-112 0,-5-4-16 0,-2 1 0 31,0 3-1216-31,-5-1-256 0,-3-1-64 0,-1-2-11312 0</inkml:trace>
  <inkml:trace contextRef="#ctx0" brushRef="#br0" timeOffset="147581.8789">8501 12196 13823 0,'0'0'608'0,"0"0"128"0,-9-12-592 0,9 12-144 0,0 0 0 0,0 0 0 0,0 0 4528 0,0 0 864 16,17 2 176-16,6 0 48 0,4-1-3968 0,6 3-800 16,3-2-144-16,6-1-48 15,3-2-256-15,3-1-48 0,0 0-16 0,2 0 0 16,2 1-336-16,0 1 0 0,1 0-192 0,-3 3-10912 16,-1 4-2176-16</inkml:trace>
  <inkml:trace contextRef="#ctx0" brushRef="#br0" timeOffset="147375.1602">8813 11704 13823 0,'0'0'608'0,"-2"-13"128"0,-1-1-592 0,3 14-144 16,-2-14 0-16,2 14 0 0,0 0 2880 0,0 0 560 0,-7-10 96 0,7 10 32 0,-5-7-2656 0,5 7-528 16,-12 0-96-16,12 0-32 15,-14 1 192-15,2 5 48 0,0 1 0 0,0 1 0 16,-2-1 112-16,2-2 32 0,0 4 0 0,0 1 0 0,1 2-64 0,1 2 0 15,0 0 0-15,1-2 0 0,-1 0-144 0,3 0-48 16,7-12 0-16,-7 14 0 0,7-14-256 0,-4 14-128 16,4-14 128-16,4 14-128 0,-4-14 128 0,10 12-128 15,2-2 0-15,2-1 128 0,0-4 64 0,3 0 0 16,2 0 0-16,5 4 0 0,2-4-32 0,2 0 0 16,-2-1 0-16,1-1 0 0,3-1-160 0,-1 1 0 15,0 2 0-15,1-1 0 0,-3 1 0 0,-1 0-224 0,0 0 32 0,-2 6-10624 31,-3-1-2112-31</inkml:trace>
  <inkml:trace contextRef="#ctx0" brushRef="#br0" timeOffset="147838.2699">9683 12015 26783 0,'0'0'1184'0,"8"-12"240"0,3 0-1136 0,6 3-288 15,4 1 0-15,5-1 0 0,3 4 0 0,4 0 0 16,3-2 0-16,2 2 0 0,3 1 0 0,3 1-304 16,-1-2 48-16,0-1-11424 0</inkml:trace>
  <inkml:trace contextRef="#ctx0" brushRef="#br0" timeOffset="148217.2358">10377 11625 34847 0,'0'0'1536'0,"0"0"320"0,0 0-1472 0,0 0-384 0,0 0 0 0,0 0 0 0,8 14 256 15,1-2-32-15,-9-12 0 0,14 12 0 0,-2-2-48 0,2-3-16 16,1-2 0-16,-1 1 0 0,0 1-160 0,1-1 0 16,1-2 0-16,1 1 0 0,2-1 0 0,2-1-144 15,1-1 144-15,1-1 0 16,-1-1-576-16,1 0-16 0,-3 0 0 0,3-1 0 16,-1-3-304-16,1 1-64 0,-3-2-16 0,1-1 0 15,-4 0 400-15,1-1 64 0,-5 0 32 0,-1 0 0 0,-1 0 480 0,-11 7 256 16,8-14-16-16,-1 2-16 0,-7 12 752 0,0 0 160 15,4-14 16-15,-4 14 16 0,0 0 80 0,0 0 16 16,0 0 0-16,0 0 0 0,0 0-432 0,0 0-96 16,0 0-16-16,0 0 0 0,0 0-544 0,0 0-176 15,0 0 0-15,3 16 0 0,1-1 0 0,1 4 0 16,0 0 0-16,2 9 0 0,0 6 0 0,1 8 0 16,3 3 0-16,1 8-12096 15,2 8-2368-15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4:57:30.24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2 18767 0,'0'0'832'0,"0"0"176"0,0 0-816 0,14-2-192 0,-14 2 0 0,19 0 0 15,1-2 512-15,1 2 64 0,-2 4 16 0,2 1 0 16,-1 0 240-16,5-1 64 0,-1-4 0 0,3 3 0 16,3 1-64-16,3 1 0 0,1 0 0 0,2 2 0 0,2 1-288 0,4 1-64 0,-1 0-16 0,1-4 0 15,-1-2-208-15,-3-1-64 0,-2 0 0 0,-1-2 0 16,-4-2-192-16,-4 0 128 15,-4 1-128-15,-4-3 0 0,-4 1 128 0,-1-2-128 0,-14 5 0 0,0 0 0 16,9-9 176-16,-9 9-176 0,0 0 192 0,0 0-192 31,0 0 400-31,-5-9-16 0,5 9-16 0,-12-5 0 0,-2 2-192 0,0 1-48 16,-2 0 0-16,-1 2 0 0,0 0 16 0,1 2 0 0,3 0 0 0,0 3 0 16,13-5 16-16,-8 14 0 0,8-14 0 0,-5 17 0 15,5-2 48-15,5 6 16 0,3 3 0 0,5 2 0 16,2-2 96-16,2 6 0 0,2 3 16 0,0 1 0 15,0 6-16-15,2 3-16 0,-2 2 0 0,0 5 0 16,0 2-304-16,0-2 160 0,-2-4-160 0,0-3 128 0,2-1-128 16,-1-4 0-16,-4-4 0 0,-1-1 0 0,3 0-128 0,-2 0 128 15,-2-6 0-15,0 1 0 0,0 0 0 0,0 3 0 16,0 0-144-16,0 0 144 0,0 0 0 0,-1 2 0 16,-3 1 0-1,-1 1 0-15,0-1 0 0,-4 1 0 0,1-3 0 0,-2-2 0 16,-2-3 0-16,0-2 0 0,0-3 0 0,-2-1 0 15,0-2 0-15,0 0 0 0,-1-4 0 0,1 1 0 16,1-2 0-16,-1-1 0 0,2-13 0 0,0 18 0 0,0-3 0 0,0-15 0 16,0 17 0-16,2 1 0 0,-2-3 0 0,0 1 0 15,0-16 0-15,-2 17 0 0,2-17 0 0,-5 17 0 16,-2-3 0-16,0-2 0 16,0 0 0-16,-2 2 0 0,1 0 0 0,-1 0 0 15,-1 1 0-15,-2 1 0 0,0-1 0 0,-1-1 0 0,1 0 0 0,-3 1 128 16,-4 1-128-16,0 1 0 0,2 2 0 0,-4 2 128 15,-3 3-128-15,-2 2 0 0,-3 2 224 0,-3 3-48 16,-4-2-16-16,-12-3-11040 0,-11-7-2224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4:57:29.06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520 2 15087 0,'0'0'656'0,"0"0"160"0,0 0-656 0,0 0-160 0,0 0 0 0,0 0 0 0,0 0 688 0,0 0 96 16,0 0 32-16,0 0 0 0,0 0-272 0,0 0-48 15,0 0-16-15,0 0 0 0,-21-5-480 0,2 1 0 16,-3 4-128-16,1 2 128 0,-1 3 0 0,-1 0 0 16,-3 0 0-16,1-1 0 0,0 1 128 0,3 2-128 0,-4-4 0 0,0 3 0 0,0 1 304 0,4-1-48 15,-2 1 0-15,1-1 0 0,1-1-256 0,1 0 0 16,2 0 0-16,4-2 0 0,-1 1 0 0,4-2 160 15,12-2-160-15,-12 1 128 0,12-1-128 0,0 0 0 32,0 0 0-32,-10 7 0 0,10-7 0 0,0 0 0 15,0 0 0-15,0 0 0 0,-6 14 0 0,6-14 0 0,0 0 0 0,-1 17 0 16,1-1 0-16,0-1 0 0,0-1 0 0,0 2 0 16,0 1 0-16,0 2 160 0,0 0-16 0,-2 0 0 0,2 3 272 0,-2-1 48 0,0 2 16 0,1 2 0 31,-1 3 16-31,0 5 0 0,1 1 0 0,1-1 0 0,0-2-48 0,0 0-16 15,0-3 0-15,1 0 0 0,-1-1 80 0,4 1 0 16,-1-4 16-16,1 0 0 0,-3-3-80 0,1 1 0 16,0-1-16-16,0 3 0 15,-2 2-32-15,0 0 0 0,0 0 0 0,0 3 0 16,0 2-16-16,0-1-16 0,0-1 0 0,0 0 0 0,0 2 32 0,0 0 16 16,0 0 0-16,1 2 0 0,3-5-16 0,-1-1 0 15,-1-2 0-15,1-1 0 0,1 0-224 0,-2-2-48 16,-2-1-128-16,3-2 192 0,0-2-192 0,1-1 0 0,-1 1 0 0,-1-1 0 15,-2-16 0-15,2 19 0 0,1-2 0 0,1 0 0 16,-4-17 0-16,5 19 0 16,4-2 0-16,-1 1 0 0,-3-3 0 0,2-1 0 15,2 0 0-15,-1 0 0 0,-8-14 0 0,11 13 0 16,-4 3 0-16,-2 0 0 0,2-1 0 0,-2 1 128 16,-2 1-128-16,-1-2 192 0,0 1-192 0,-2-1 0 0,-2 3 0 0,0 1-160 0,-1 1 160 15,0 1 0-15,-1 2 0 0,1 1 0 0,-3-2 0 0,1-1 0 31,0-2 0-31,-2 0 0 0,0-2 0 0,2 0 0 0,2-1 0 0,-1-2 128 16,-1-2-128-16,5-12 0 16,-3 12 0-16,3-12 0 0,-4 12 0 0,4-12 0 0,0 0 0 0,0 0 0 15,0 0 0-15,2 14 0 0,-2-14 0 0,0 0-128 16,0 0 128-16,0 0 0 16,0 0 0-16,0 0 0 0,10 10 0 0,-10-10 0 0,0 0 0 0,11 10 0 0,-11-10 0 0,0 0 0 0,0 0 0 15,8 11 0-15,-8-11 0 0,0 0 0 16,0 0 0-16,0 0 0 15,9 12 0-15,-9-12 0 0,10 10 0 0,-10-10 128 16,16 2-128-16,-1 1 0 0,3-1 0 0,-1-2 0 0,2 0 0 0,1 0 128 16,-1 0-128-16,9 0 0 0,3 0 0 0,2 0 0 15,1 0 0-15,3 0 128 0,-1 0-128 0,2-2 0 16,0-1 128-16,2 0-128 0,-2 1 128 0,0 2-128 16,1 2 160-16,3-1-11040 0,-1 3-2192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6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05.23077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0" timeString="2021-02-23T05:00:01.37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1:51.89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-2-8 1839 0,'0'0'160'0,"0"0"-160"0,0 0 0 0,0 0 0 0,0 0 1936 0,0 0 368 16,0 0 64-16,0 0 0 15,0 0-1408-15,0 0-272 0,0 0-64 0,0 0-16 0,0 0 64 0,0 0 16 16,5-12 0-16,-5 12 0 0,0 0-48 0,0 0 0 0,0 0 0 0,0 0 0 31,0 0-96-31,0 0-32 0,0 0 0 0,0 0 0 0,0 0-256 0,0 0-64 0,0 0-16 0,0 0 0 16,0 0 0-16,0 0 0 0,0 0 0 0,10 12 0 15,-10-12 336-15,7 17 64 16,0 1 0-16,-2-3 16 0,-1 2-192 0,-1 1-32 16,-3-18-16-16,5 20 0 0,1-1-48 0,-1 0-16 15,-5-19 0-15,7 25 0 0,-4-3 128 0,2 2 32 16,1 0 0-16,-3 0 0 0,0-1-64 0,1 5-16 0,-1 3 0 0,1 5 0 16,-1 4 80-16,-1 1 32 0,0-1 0 0,-2-1 0 15,0 3-112-15,1-3-32 16,1 1 0-16,2-4 0 0,-1-1-64 0,1-4-16 0,-1 0 0 0,2 4 0 0,0 1 0 0,2 2 0 31,0 3 0-31,0 1 0 0,0 4 0 0,0 8 0 0,-2 1 0 0,2-1 0 16,0-3 0-16,0-2 0 0,-4-6 0 15,2 0 0-15,2-2-128 0,-2-1-128 0,-1-4 192 0,1 2-192 16,2 0 240-16,-2 0-64 0,-3 4-16 0,3 1 0 16,0 5-32-16,0 2-128 0,1 0 192 0,-1-1-64 15,-2-6-128-15,-1-5 0 0,-2-2 0 0,0-5 128 16,0-2-128-16,0-3 0 0,-2-2 0 0,2-1 0 15,0-3 0-15,2 3 0 0,3-1 0 0,-1-1 0 16,-1-4 0-16,2 4 0 0,0 3 0 0,2 4 0 16,0 3 0-16,0 5 0 0,2 4 0 0,-1 6 0 15,1 8 0-15,1-4 0 0,-1-3 0 0,1-1 0 0,1-3 0 0,-3-3 0 16,-1-4 0-16,2-1 0 0,1-4 0 0,1 0 0 0,-3-2 0 0,1 1 0 31,-2-1 0-31,-2 2 0 0,-2 0 0 0,3 2 0 0,-1 0 0 0,0 1 0 16,-2-1 0-16,-1 0 0 0,0-2 0 0,-2-4 0 15,0-4 0-15,0-4 0 0,0-2 0 0,0-1 0 16,-2-4 0-16,2-2 0 0,-2 0 0 0,2 3 0 16,-1-3 0-16,1 2 0 0,-2 2 0 0,0 1 0 0,0-1 0 0,-1 2 0 0,0-1 0 0,-3 2 0 31,-1 1 0-31,1 2 0 0,-1 1 0 0,-4 3 0 0,-3 0 0 0,1 1 0 16,-1-3 0-16,-2 6 0 0,1 6 0 0,1 6 0 15,0 1 0-15,0 2 0 0,1 1 0 0,0-3 0 0,3-5 0 0,1-3 0 16,3-7 0-16,-1 0 0 0,0-4 0 0,0-3 0 15,0-3 0-15,2-1 0 0,0 1 0 0,1-2 0 16,1 1 0-16,-1-1 0 0,1 0 0 0,3-14 0 16,-4 15 0-16,1 1 0 0,-2 1 0 0,0 0 0 15,-1 1 0-15,1-1 0 0,0 0-144 0,-2 0 144 16,0 1 0-16,2 1 0 0,0-2 0 0,0 4 0 16,-1 3 0-16,3-2 0 0,0 4 0 0,-3 0 0 0,5-2 0 0,1 2 0 31,1 0 0-31,1-2 0 0,0-1 0 0,1-3 0 0,1 1 0 0,1-2 0 15,0-2 0-15,-1 2 0 0,-3-3 0 0,3-1 0 16,-1 3 0-16,2-1 0 0,-1-2 0 0,-1 4-128 16,1 0 128-16,-1 0 0 0,1 2 0 0,-1 3 0 15,1 0 0-15,1 2 0 0,2 0 0 0,0-2 0 16,-4 2 0-16,6 7 0 0,3 3 0 0,0 2 0 16,-2 4 0-16,2 4 0 0,0 4 0 0,0 0 0 15,0-6 0-15,1-1 0 0,-1-7 0 0,-2 0 0 16,-1-7 0-16,-1-3 0 0,-1-1 0 0,0-3 0 15,-2-1 0-15,0-2 0 0,1-4 0 0,0 2 0 16,1 2 0-16,0 0 0 0,2-1 0 0,0-1 0 16,-3 0 0-16,3 0 0 0,0-3 0 0,-1 5 0 15,-1 4 0-15,-2 1 0 0,1 0 0 0,-3 4 0 16,0 1 0-16,-1 4 0 0,0 3 0 0,0 0 0 16,-1 1 0-16,1-1 0 0,0-3 0 0,0-4 0 0,-1-1 0 0,1-4 0 15,0-5 0-15,1-4 0 16,1-1 0-16,-1 0 0 0,-3-14 0 0,5 12 0 15,-5-12 0-15,7 10 0 0,-7-10 0 0,0 0 0 16,0 0 0-16,0 0 0 0,0 0 0 0,0 0 0 16,11 9 0-16,-11-9 0 0,0 0 128 0,0 0-128 15,0 0 0-15,0 0 144 0,12 7-144 0,-12-7 0 0,0 0 0 0,0 0 0 16,0 0 0-16,10 10 0 0,-10-10 0 0,7 10 0 16,-7-10 0-16,7 13 0 0,-7-13 0 0,0 0 0 15,0 0 0-15,0 0 0 0,7 13 0 0,-7-13 0 16,0 0 0-16,0 0 0 0,8 14 0 0,-8-14 0 15,0 0-144-15,9 16 144 0,-9-16 0 0,10 15 0 16,-5 1 0-16,2 1 0 0,-1-1 0 0,-1 1 0 16,-2-2 0-16,-1 4 0 0,-2 2 0 0,0 0 0 15,-4 1 0-15,3 2 0 0,-4-1 0 0,1-1 0 0,1-1 0 0,-1-2 0 16,-1-2 0-16,0-1 0 16,1-1 0-16,1-1 0 0,0-4 0 0,1 3 0 15,2-13 0-15,-4 13 0 0,4-13 0 0,-3 11 0 0,3-11 0 16,-2 10-128-16,0 0 128 0,1 2 0 0,1-1 0 0,0 1 0 15,0 0 0-15,-2 0 0 0,2-12 0 0,-2 17 0 0,1-1 0 16,-1-1 0-16,0 1 0 0,0-1 0 0,-1 1 0 0,-2-4 0 16,0-2 0-16,-1 1 0 0,6-11 0 0,-7 14 0 0,2-2 0 0,5-12 0 31,-7 12 0-31,2 0 0 0,5-12 0 0,-5 15 0 0,5-15 0 0,-3 14 0 16,3-14 0-16,0 0 0 15,0 0 0-15,-2 16 0 0,2-16 0 0,0 0 0 16,0 0 0-16,0 0 0 0,2 15 0 0,-2-15 0 0,0 0 0 15,3 18 0-15,-3-18 0 0,5 17 0 0,0-2 0 0,-5-15 0 16,7 18 0-16,0 2 0 0,0 4 0 0,0 6 0 16,-2 4 0-16,2 4 0 0,0 2 0 15,0 0 0-15,2-1 0 0,-1-2 0 0,1-6 0 0,1-5 0 0,-3-4 0 0,0-5 0 16,-2-3 0-16,-5-14 0 0,5 10 0 0,-5-10 0 16,0 0 0-16,0 0 0 0,0 0 192 0,0 0-64 15,0 0-128-15,0 0 192 16,0 0 0-16,-7 9 0 0,-1 3 0 0,-1 0 0 0,0 0-64 0,1 2-128 15,1 0 176-15,-2 0-176 0,1 1 176 0,1 1-176 0,0 1 160 0,3-1-160 16,4-16 0-16,0 15-128 16,2-1-16-16,5 0-10880 15,-7-14-2176-15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1:56.56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-10887 166 4607 0,'0'0'400'0,"0"0"-400"0,0 0 0 0,0 0 0 31,0 0 1040-31,0 0 128 0,0 0 32 0,0 0 0 16,0 0-528-16,0 0-96 0,0 0-32 0,11-9 0 0,-11 9 96 0,0 0 32 15,0 0 0-15,0 0 0 16,10-10 256-16,-10 10 48 0,0 0 16 0,0 0 0 16,0 0-96-16,0 0 0 0,0 0-16 0,0 0 0 0,0 0-608 0,16 0-112 0,-16 0-32 15,17 2 0-15,-3-2-128 0,1 0 0 0,1 0 0 16,3 1 0-16,0 1 0 0,3-2 0 0,4-2 0 0,3 1 0 15,4-1 128-15,3 2-128 16,6 0 192-16,1 0-64 0,0-2 144 0,2 1 32 16,2 1 0-16,-3 0 0 0,-2-4-128 0,1 2-32 15,2 1 0-15,2-1 0 0,-1 0-144 0,4 4 128 16,0 1-128-16,5 1 128 0,2-1-128 0,2 2 128 16,0 1-128-16,-2-1 128 0,-4-2-128 0,1 1 0 0,-2-3 0 0,3 1 0 0,5 0 0 0,6 1 0 15,3-1 0-15,8 0 0 0,6-2-128 0,-2 0 128 16,-1-2 0-16,-6 0 0 15,-1 1 0-15,1-3 0 0,3 2 0 0,6 1 0 0,4-1 0 0,1 2 0 16,1 2 0-16,-6-4 128 0,-9-3-128 0,2 1 0 16,4 1 0-16,1 1 0 0,2-5 0 0,3 6 0 15,4 1 0-15,-4-2 0 16,-5 0 0-16,0 0 0 0,0 1 0 0,4-1 0 16,1 0 0-16,9 0 0 0,4-1 0 0,-3 0 0 15,-3 1 0-15,-1 0 0 0,-2-3 0 0,1 1 0 16,4 3 0-16,5-1 0 0,4-1 0 0,-4-3 0 15,-9-2 128-15,1-1-128 0,3 0 0 0,5 6 128 0,2 1-128 0,-4 2 192 0,-1 0-192 0,-6-3 192 16,-6-6-192-16,1 4 0 0,0 3 0 0,6 4 0 16,3-2 0-16,-2 0 0 0,-2-3 0 0,-6-1 0 15,-6-1 0-15,2 0 128 0,1 1-128 0,2 4 0 32,4 0 0-32,0 0 0 0,0-1 0 0,-5-5 0 0,-9-4 0 0,2 1 0 0,0 3 0 0,2 4 0 31,-2 9 0-31,1-2 0 0,3 0 0 0,-1 0 0 15,-5 0 0-15,-4-5 0 0,-8-5 128 0,0 2-128 0,0 3 0 0,0 0 0 16,-2 0 0-16,4 3 0 0,2 2 0 0,0-1 0 16,-3-2 0-16,1-4 128 0,-3 0-128 0,-3-1 0 15,-4-4 0-15,-1 2 0 0,1-2 0 0,-1 2 0 0,-1 1 0 0,0 2 0 16,0 4 0-16,3 0 0 0,2-2 0 0,-2 0 0 16,-1 0 0-16,-3-4 0 15,-1-3 0-15,0-1 0 0,2-1 0 0,7 2 0 0,1 0 0 16,4 2 0-16,2 4 0 0,5 1 0 0,3 0 176 0,0 0-176 15,0-4 224-15,-5-1-48 0,-5-2-16 0,-3 2 0 0,-1 1-160 0,-1 3 0 32,-2-1 0-32,-2 4 128 0,-2 1 32 0,3-1 0 15,-6 0 0-15,-4-1 0 0,-3 1 160 0,-3-2 16 0,-4-2 16 16,-5 1 0-16,-7-1-176 0,-1 0-48 0,-4 2 0 16,0 0 0-16,-4-2-128 0,1 1 0 0,0-1 0 0,2 0 0 0,0 0 0 0,-1 1 0 0,2 1 0 0,0 0 0 31,-2 1 0-31,-1 3 0 0,-2-1 0 0,-14-3 0 15,13 6 0-15,-13-6 0 0,0 0 0 0,0 0 0 16,0 0 0-16,9 8 0 0,-9-8 0 0,0 0 0 0,0 0 0 16,0 0 0-16,0 0 0 0,-7 11 0 0,7-11 0 15,-9 8 0-15,9-8 0 0,-10 7 0 0,10-7 0 0,0 0 0 16,-10 10 0-16,10-10 128 0,0 0-416 0,-7 12-96 0,0-1 0 16,2 1-7456-16,5-12-1488 0</inkml:trace>
  <inkml:trace contextRef="#ctx0" brushRef="#br0" timeOffset="37888.3235">-6413 92 10527 0,'0'0'464'0,"0"0"112"0,0 0-576 0,0 0 0 15,0 0 0-15,0 0 0 0,0 0 1008 0,0 0 80 16,0 0 32-16,0 0 0 0,0 0 48 0,0 0 16 0,0 0 0 0,0 0 0 16,0 0-336-16,0 0-64 15,0 0-16-15,0 0 0 0,14 3-400 0,0 1-96 16,1-1-16-16,-1-1 0 0,0-4-256 0,0 2 0 0,-1 0 0 0,1 0 0 16,-14 0 0-16,14 2 0 15,-14-2 0-15,0 0 0 0,0 0-160 0,0 0-96 0,0 0 0 0,0 0-16 16,0 0 272-16,0 0 0 0,0 0-128 0,0 0 128 15,0 0 0-15,-12-5 0 0,12 5 0 0,-14-4 0 16,0 1 0-16,2 1 0 0,12 2 0 0,0 0 0 16,-12-5 0-16,12 5-256 0,0 0 16 0,0 0 16 31,0 0-1408-31,0 0-288 0,0 0-48 0,0 0-16 0,0 0 768 0,0 0 160 16,14 0 32-16,-14 0 0 0,14-2 1024 0,-14 2 304 0,15 2 16 0,-15-2 0 0,14 0 704 0,-14 0 128 15,0 0 48-15,0 0 0 0,0 0-48 0,0 0-16 16,0 0 0-16,0 0 0 15,0 0-240-15,0 0-64 0,0 0 0 0,0 0 0 16,0 0-320-16,0 0-80 0,0 0-16 0,0 0 0 0,0 0 0 0,0 0 0 16,0 0 0-16,0 0 0 15,0 0 16-15,0 0 0 0,0 0 0 0,0 0 0 16,0 0 80-16,0 0 32 0,0 0 0 0,0 0 0 0,0 0-256 0,0 0-48 16,-3 15-16-16,3-15 0 0,0 16 96 0,0-1 0 0,-2 1 16 0,2 1 0 15,-2 1-160-15,2-3-48 0,-1 2 0 16,1 1 0-16,0-1 48 0,0 0 0 15,0-1 0-15,0 1 0 0,0-17-176 0,3 19 192 16,0-4-192-16,1-3 192 0,-1-1-16 0,1 1 0 16,-1-2 0-16,2 8 0 0,1-1 16 0,0 0 16 0,0-3 0 15,1 3 0-15,-1 2-16 0,3 0-16 16,0 0 0-16,-1 2 0 0,3 1-32 0,-1 1 0 16,-1-1 0-16,-1-1 0 0,1 1-144 0,1-1 0 15,-1 0 144-15,-2-1-144 0,0-2 128 0,0-1-128 16,1-3 128-16,-1 0-128 0,-7-14 0 0,5 15 0 0,1 1 0 0,-3-3 0 0,-3-13 0 0,0 0 0 15,5 16 0 1,-5-16 0-16,5 14 160 0,-5-14-32 0,0 0-128 0,6 15 192 0,-3-1-192 16,-3-14 176-1,0 0-176-15,5 16 160 0,-5-16-160 0,7 17 0 0,-7-17 0 0,7 15 0 16,-7-15 0-16,9 18 0 0,-3-6 0 0,1 2 0 0,0-1 0 16,0 1 0-16,-2 0 0 15,-5-14 0-15,7 17 0 0,-2 0 0 0,1 1 0 16,-1-3 0-16,-2 3 0 0,1-1 0 0,-1 2 0 0,-1 0 0 0,0 1 0 0,-1 5 0 15,1-3 0-15,2-1 0 0,-3-4 0 0,3 0 0 16,-1-1 0-16,2 1 0 16,1-1 0-16,0-1 0 0,1-1 0 0,-1 0 0 0,-1 1 0 0,0-1 0 15,2-2 0-15,0-1 0 0,0-1 0 0,-7-10 0 16,3 14 0-16,2 0 0 0,0-1-144 0,-5-13 144 0,6 16 0 16,-3-2 0-16,-3-14 0 0,2 19 0 15,-2 0 0-15,0-4 0 0,0-15 0 0,1 19 0 16,1 0 0-16,-2-3 0 0,0-16 0 0,0 17 0 15,2 0 0-15,0-1 0 0,-2-16 0 0,1 20 0 0,3-2 0 16,-1-1 0-16,-1 0 0 0,3-1 0 0,-1-1 0 0,-4-15 0 16,3 19 0-16,1-1 0 0,-1-3 0 15,-1 2 0-15,-2-1 0 0,0-1 0 0,0 1 0 16,0 1 0-16,0 2 0 0,0-3 0 0,0-16 0 0,-2 17 0 16,-1 0 0-16,1-1 0 0,0-2 0 0,0-1 0 15,1 5 0-15,1-3 0 0,3 2 0 0,1 1 0 16,-3-1 0-16,3 0 0 15,-1 0 0-15,1 1 0 0,-3-3 0 0,1 3-128 0,0 1 128 0,0 0 0 16,-1-2 0-16,1-2 0 0,-2-15 0 0,0 21 0 0,-2-2 0 16,1 2 0-16,-3-2 0 0,1 0 0 15,-3 1 0-15,1-1 0 0,0 0 0 0,2 0 0 16,-1-1 0-16,2-1 0 0,1-2 0 0,-1 4 0 16,0 2 0-16,1 0 0 0,1-2 0 0,1 2 0 15,1-1 0-15,1 1 0 0,-1 0 0 0,2 1 0 0,-3-3 0 0,3 2 0 16,-2-1 0-16,1 3 0 15,0-1 0-15,1 4 0 0,-1-3 0 0,-1-3 0 0,-2 1 0 16,0 2 0-16,0-1 0 0,-2 2 0 16,-1-1 0-16,-1 1 0 0,-1 2 0 0,0 0 0 15,2-2 0-15,-1 2 0 0,1-2 0 0,1 2 0 0,0-2 0 16,2 0 0-16,0 0 0 0,0 2 0 16,0 0 0-16,2-2 0 0,0 0 0 0,1-1 0 0,1-3 0 15,-1 1 0-15,1-4 0 0,-1-1 0 16,0-2 0-16,1-1 0 0,-1 1-128 0,-3-14 128 0,4 14 0 15,-2-2 0-15,-2-12 0 0,1 14 0 0,1-2 0 0,-2-2 0 0,0-10 0 0,0 14 0 16,0 0 0-16,0-2-128 16,-2 0 128-16,1 0 0 0,1-12 0 0,-2 14 0 0,2-14-128 0,-2 16 128 15,2-16 0-15,-3 15 0 16,3-15 0-16,-2 14 0 0,2-14 0 0,2 14-160 0,-2-14 160 0,3 14-128 16,-3-14 128-16,0 0 0 15,0 0 0-15,0 17 0 0,0-17-128 0,0 0 128 16,5 17-128-16,-5-17 128 0,0 0 0 0,4 16-160 15,-4-16 160-15,3 15 0 0,-3-15-160 0,0 0 160 0,2 19-128 0,0-2 128 16,-2-17 0-16,-2 19 0 0,0-3 0 0,2-1 0 16,-2 1 0-16,1 0-128 0,-1-1 128 0,0-1 0 15,1 0 0-15,1 1-128 0,0 2 128 0,0 2 0 16,-2 2 0-16,2 0 0 0,0 1 0 0,2-1 0 16,-1 0-160-16,1-2 160 0,0-4-192 0,1 3 192 15,1-3-256-15,-1 2 64 0,-1 1 16 0,1-1 0 16,1 0 0-16,-3-3 0 0,1 0 0 0,0-2 0 15,0 0 176-15,-2 0 0 0,0-12-144 0,0 15 144 0,0-2 0 16,0-13 0-16,-2 15 0 0,2-15 0 16,0 0 0-16,-2 14 0 0,-1 0 0 0,3-14 0 15,-2 14-144-15,2-14 144 0,0 0 0 0,0 17 0 16,0-17-128-16,2 17 128 0,-2-17 0 0,3 17 0 0,-3-17-224 0,4 18 64 16,-4-18 16-16,5 17 0 0,-5-17 144 0,5 15 0 0,-5-15-144 0,0 0 144 15,5 16 0-15,-5-16 0 16,0 0 0-16,0 0 0 0,0 0 0 0,0 0 0 15,0 0 0-15,0 0 128 0,0 0-128 0,0 0 0 16,0 0 0-16,0 0 0 0,0 0 0 0,0 0 0 16,0 0 0-16,4 15 0 0,-4-15 0 0,0 0 0 15,0 0 0-15,0 0 0 0,0 0 0 0,0 0 0 16,0 0 0-16,0 0-176 0,0 0 176 0,0 0 0 0,0 0 0 16,0 0 0-16,0 0 0 0,0 0 0 0,0 0 0 0,0 0 128 15,0 0-128-15,0 0 144 16,0 0-144-16,0 0 160 0,0 0-32 0,0 0-128 0,0 0 192 0,0 0-64 15,0 0-128-15,0 0 0 16,0 0 0-16,0 0 0 0,0 0 0 0,0 0-144 0,0 0 144 0,0 0 0 16,0 0-144-16,0 0 144 0,0 0 0 0,0 0-144 15,0 0 144-15,0 0 0 0,8 14 0 0,-8-14-128 16,0 0 128-16,0 0 0 0,0 0 0 0,0 0 0 16,0 0 0-16,0 0 0 0,0 0 0 0,0 0 0 15,0 0 128-15,0 0-128 0,0 0 128 0,0 0-128 0,0 0 0 0,0 0 128 16,0 0-128-16,0 0 0 15,0 0 0-15,0 0 0 0,0 0 0 0,0 0 128 16,0 0-128-16,0 0 0 0,0 0 0 0,0 0 0 16,0 0 0-16,0 0 0 0,0 0 0 0,0 0-128 0,0 0 128 0,0 0 0 15,0 0 0-15,0 0 0 0,0 0 0 0,0 0 0 16,0 0 0-16,0 0 0 16,0 0 0-16,0 0 144 0,0 0-144 0,0 0 0 15,0 0 0-15,0 0 0 0,0 0 0 0,0 0 0 16,11 14 0-16,-11-14 0 0,0 0 0 0,0 0 0 15,0 0 0-15,8 14 0 0,-8-14 0 0,0 0 0 0,0 0 0 16,0 0 0-16,0 0 0 0,9 14-192 0,-9-14 192 0,0 0 0 16,0 0 0-16,0 0 0 0,0 0 0 0,0 0 0 0,0 0 0 0,0 0 0 15,0 0 0-15,0 0 0 16,0 0 0-16,0 0 0 0,0 0 128 0,0 0-128 16,0 0 0-16,0 0 0 0,0 0 0 0,0 0 0 0,0 0 0 0,0 0 0 15,14 7 0-15,-14-7 0 16,0 0 0-16,0 0 0 0,0 0 0 0,0 0 0 15,0 0 0-15,0 0 0 0,0 0 0 0,13 6 0 0,-13-6 0 0,0 0 0 16,0 0 0-16,0 0 0 0,0 0 0 0,0 0 0 16,0 0 0-16,0 0 0 0,0 0 128 0,0 0-128 15,0 0 160-15,0 0-32 0,0 0 0 0,9 14 0 16,-9-14 240-16,2 14 32 0,-2-14 16 0,-2 16 0 16,2-16-144-16,-5 15-16 0,0-1-16 0,3 0 0 15,0 1-2576-15,2-4-512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08.11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-2 34 6447 0,'0'0'576'16,"0"0"-576"-16,0 0 0 0,0 0 0 0,0 0 704 0,0 0 48 16,0 0 0-16,0 0 0 0,0 0-304 0,0 0-48 15,0 0-16-15,0-10 0 0,0 10 128 0,0 0 32 0,0 0 0 0,2-12 0 16,-2 12 32-16,0 0 0 0,3-14 0 0,-3 14 0 0,0 0 288 0,0 0 64 31,0 0 16-31,0 0 0 0,0 0 16 0,0 0 0 0,0 0 0 16,0 0 0-16,0 0-384 0,0 0-80 0,0 0-16 0,4 19 0 15,-3-2-80-15,-1-17-16 0,0 18 0 0,0-18 0 16,0 17-160-16,0-17-32 0,0 17-16 0,0-17 0 16,4 19-48-16,-4-19 0 0,3 16 0 0,-3-16 0 15,5 20 64-15,1-2 16 0,-6-18 0 0,3 19 0 0,1 0 0 0,1 1 0 16,2 1 0-16,-2 5 0 0,0 3-208 0,-2 2 144 16,4 4-144-16,2 5 128 0,-2 4 0 0,2 3 0 15,-1-2 0-15,-1 0 0 0,-2 0-128 0,-1-2 160 16,-1-2-160-16,1-1 160 0,-3 0-160 0,1 1 128 15,0 0-128-15,1 1 128 16,1 3 0-16,-1 1-128 16,2 3 192-16,0 2-64 0,1 5 112 0,1-3 16 15,1-3 0-15,1-3 0 0,1-4 16 0,4-2 16 0,2-4 0 0,1-3 0 16,2-5 80-16,1 1 16 0,3-3 0 0,-1 3 0 0,1-3 16 0,-1 4 16 16,2 4 0-16,-5 3 0 0,-1 2-416 0,-3 5 0 15,-1 1 0-15,0 2 0 0,-2 3 0 0,-4-5 0 16,-1-3 0-16,-1-3 0 15,-1-4 0-15,2-3 0 16,0-2 0-16,-1-2 0 0,0 1 0 0,-1-1 0 0,2-1 0 0,0 3 0 0,1 5 0 0,4 5 0 16,0 1 0-16,1 4 0 0,-1 8 0 0,0-1 0 15,0 3 0-15,0-5 0 0,0 1 0 0,-2-2 0 16,-1-7 0-16,0-1 0 0,-1-4 0 0,-1 0 0 16,-3 2 0-16,-3 3 0 0,-1 5 0 0,0 9 0 15,0 9 0-15,0-1 0 0,0-4 0 0,0-5 0 16,2-5 0-16,1-5 0 0,-1-8-128 0,2-3 128 15,1-4 0-15,0-2 0 0,-2-1 0 0,3-2 0 16,-1-1 0-16,2 0 0 0,0 0 0 0,-1 3-176 16,3 1 176-16,0 4-192 0,-2 3 192 0,0 6 0 15,-1 3 0-15,3 1 0 0,0 3 0 0,-2-1 0 0,-4-5 0 16,2-1 0-16,0-3 0 0,2-1 0 0,-2-3 0 16,2 3 0-16,-3 1 0 0,1 5 0 15,-2-3 0-15,1 9-192 0,-1 5 192 0,3 4 0 16,-3 3 0-16,2-3 0 0,0-4 0 0,1-5 0 0,-1-5 0 0,2-5 0 15,0-8 0-15,1-2-128 16,1-3 128-16,1 1 0 0,2 0 0 0,-1-1 0 16,-3 4 0-16,3 2-128 0,-1 0 128 0,0 5 0 0,-1 7 0 0,0 1 0 0,-1 3 0 0,-3 2 0 15,-3 0 0-15,-2-3-128 0,-3-3 128 0,-3 0 0 16,-4-2 0 0,-4 2 0-16,0 3 0 0,1 2 0 0,-3 2 0 0,1 10 0 15,1 10 0-15,0 1 0 0,0-4 0 0,0-5 128 16,2-11-128-16,0-4 0 0,0-6 0 0,3-2 0 0,4-3 0 0,0 0 0 15,-2-2 0-15,0 2 0 16,2 2 0-16,2 7 0 0,-1 4 0 0,3 5-128 16,-1-1 128-16,-2-2 0 0,1 1 0 0,-1-6 0 0,1-3 0 0,0-3 0 15,-3-6 0-15,1-2 0 0,2 1 0 0,-2-1-128 16,-2 1 128-16,1 5 0 0,1 3 0 0,0 7 0 16,-2 7 0-16,2 1 0 0,0 1 0 0,-2-4 0 15,0-1 0-15,0-6 0 0,0-5 0 0,0-5 0 16,2-3 0-16,2-4 0 0,-1-2 0 0,3-1 0 15,-1-2 0-15,0-2 0 0,0 2 0 0,4 0 0 16,3-2 0-16,0 0 0 0,1-2 0 0,1 1 0 16,-1 3 0-16,1-2 0 0,0 0 0 0,0 0 0 15,-2-1 0-15,0-1 0 0,1 1 0 0,-3 1 128 16,-3 2-128-16,0-1 128 0,0 3-128 0,-2 0 0 0,-1-1 0 0,1 3 0 16,0-3 0-16,-1-3-128 0,-2-1 128 15,1-1-192-15,3-1 192 0,-1-2 0 16,2-2 0-16,0 1 0 0,0-3 0 0,0-15 0 15,7 17 0-15,-7-17 0 0,0 0 0 0,8 16 0 16,-8-16 0-16,11 14 0 0,-11-14 0 0,0 0 0 16,14 10 0-16,-14-10 0 0,0 0 0 0,15 10 0 0,-15-10 0 0,14 11 0 15,-14-11 0-15,10 15 0 0,-1-3 0 16,-4 4 0-16,-3 1 0 0,1 4 0 0,1 1 0 0,-1 4 0 16,1 0 0-16,-1 2 0 0,1-6 0 0,1-1 0 15,0-2 0-15,0-4 144 16,2-1-144-16,2-5 0 0,-9-9 192 0,17 5-192 0,4-5 192 0,6-2-192 15,8-3 352-15,4-4-32 0,5-1-16 0,-3-2 0 0,-5 0-560 0,-3 0-96 0,-7 0-32 16</inkml:trace>
  <inkml:trace contextRef="#ctx0" brushRef="#br0" timeOffset="1361.2298">-209 166 5519 0,'0'0'496'16,"0"0"-496"-16,9-11 0 0,-9 11 0 0,12-7 1152 0,1 0 144 16,3 0 32-16,0 1 0 0,-1-1-992 0,1 1-192 15,-3 0-144-15,1 0 192 0,0 3-192 0,-14 3 0 0,16-5 0 0,-3 0 128 16,-13 5-128-16,14-7 0 15,-2 0 0-15,-12 7 0 0,14-7 288 0,-14 7 32 16,14-5 0-16,-14 5 0 0,0 0 128 0,15-6 16 16,-1 1 16-16,-14 5 0 0,16-1-288 0,1 4-48 0,0 2-16 0,1-1 0 0,1-3-128 0,1 3 128 15,4-1-128-15,4 2 128 0,5 1-128 0,10-3 0 16,9 1 0-16,6-1 128 16,5-1 256-16,2-2 64 0,2-4 0 0,4-1 0 0,3-4 320 0,6 4 64 15,4 0 0-15,11 2 16 0,12-1-208 0,-5-3-64 16,-7-6 0-1,3 0 0-15,4 1-160 0,7 5-32 0,8 4-16 0,-1-4 0 0,-4-5-208 0,-1 0-32 16,-3-2-128-16,11 5 192 16,9 8-192-16,-4-4 0 0,-4-7 128 0,-3-1-128 15,0 1 0-15,6 4 0 0,3 4 128 0,-2-3-128 16,-3-6 0-16,-2-3 0 0,-2 0 0 0,8 6 0 0,4 3 432 0,-5-3-16 16,-6-9 0-16,-4 3 0 0,-6 3 96 0,5 4 0 15,2 4 16-15,-3 1 0 0,-6-3-272 0,-8-1-64 0,-6-3-16 0,-1 6 0 0,2 2 64 0,4 1 16 16,3 0 0-16,-3-1 0 15,-8-4-48-15,-4 0 0 0,-6 2 0 0,2 1 0 16,1 8-32-16,2 3-16 0,6 1 0 0,-7 3 0 16,-9-4-160-16,-3-2 0 0,-4-5 0 0,-7 2 0 15,-6 1 0-15,3 0 128 16,3-1-128-16,6 2 0 0,5 6 128 0,-1-1-128 0,1-2 0 16,2-4 128-16,-1-3 48 0,1 0 0 0,-3 2 0 0,1 3 0 15,2 5-176-15,1 2 160 0,5 2-160 0,-1 2 160 16,-6-3-160-16,-4-2 0 0,-4-6 0 0,-4 0 0 0,-3 0 0 0,-5-1 128 15,0-1-128-15,-2 2 0 16,1 2 144-16,6 2-144 0,2 1 160 16,3 1-160-16,2 1 256 0,2-2-64 0,1-1 0 0,0-2 0 15,1 1-192-15,-5 1 144 0,1 3-144 16,2 0 128-16,1 0-128 0,0-1 0 0,-1-3 0 0,0-1 128 0,-3-2-128 0,-2 0 0 16,-2-1 0-1,-2 1 0-15,-7-3 128 0,-2 1-128 0,-3 2 0 0,1 1 128 16,3-1-128-16,1 0 0 0,-2 0 144 0,0 4-144 0,1-1 0 0,3 1 0 15,-4-2 0-15,0 0 0 0,-1 0 0 0,1 0 0 16,0-2 0-16,-3 0 0 0,-5-2 0 16,1 3 0-16,1-3 0 0,-1 2 0 0,-1-1 0 0,-2-1 0 15,-2 1 0-15,-3-1 0 0,-5-1 0 0,-1 1 0 16,-1-1 0-16,-3-2 0 0,-6-2 0 0,-2 0 0 16,-3 1 0-16,0 1 0 0,-12 0 0 0,18 0 0 15,-3 0 0-15,6 0 0 0,3 0 0 0,4 0 0 16,-1 0 0-16,4 0 0 0,2 1 0 0,0 1 0 0,0 0 0 0,0 0 0 0,-6-1 0 0,1-1 0 15,1 2 0-15,-1 0 0 0,-2-2 0 0,-2 0 0 16,-3 0 0-16,-2 0 0 0,-2 0 0 0,-2-2 0 16,-1 0 0-16,-14 2 0 15,0 0 0-15,0 0 0 0,11-7 128 0,-11 7-128 16,0 0 304-16,0 0-16 16,0 0 0-16,0 0 0 0,0 0-144 0,0 0-16 15,0 0-128-15,0 0 192 0,5-12-192 0,-5 12 128 16,0-12-128-16,0 12 0 15,0 0-848-15,-12-5-272 0,-6 2-48 0</inkml:trace>
  <inkml:trace contextRef="#ctx0" brushRef="#br0" timeOffset="3973.6027">630 9223 13823 0,'0'0'608'0,"-5"-10"128"0,5 10-592 0,0 0-144 0,-7-10 0 0,7 10 0 16,0 0 1552-16,0 0 288 0,0 0 48 0,0 0 16 15,10-9-1472-15,-10 9-304 0,12-9-128 0,-12 9 128 16,10-7 320-16,4 2 48 0,0 0 16 0,3 2 0 16,4-1 48-16,7 1 16 15,6-1 0-15,9 1 0 0,7-1 112 0,9 3 16 0,8 1 16 0,9 0 0 16,7-2-176-16,0-3-32 0,-4-4-16 0,9 0 0 16,7 1-80-16,11 3-16 0,9 1 0 15,3-1 0-15,-3-4-96 0,-1 4-32 0,-2 0 0 0,7 7 0 0,7 3-80 0,-3-2 0 16,-6-4-16-16,-3-1 0 0,-5 0-176 15,5 4 0-15,3 3 144 0,-3-1-144 0,-3-6 224 0,-6-2-32 16,-3-2 0-16,5 2 0 0,7 2 64 0,3-1 0 16,-1-4 0-16,-6-3 0 0,-5-8-80 0,6 3-16 15,5-1 0-15,1 1 0 0,2-1-160 0,-7-6 128 16,-7-9-128-16,1 3 128 16,-3 0-128-16,6 6 0 0,5 3 0 0,-5 2 0 0,-9-2 0 0,-5 3 0 15,-7 6 0-15,3 1 0 0,6 6 0 0,3 3 0 16,4 0 0-16,-8 0 0 0,-6-2 0 0,-5 2 0 15,-3 0 0-15,3 4 0 0,1 1 0 0,2 0 0 16,0-3 0-16,-1-2 0 0,-5-4 0 0,0-3 0 16,-1-3 0-16,5 0 0 0,4-1 0 0,6 1 0 15,6 0 0-15,-3-1 0 0,-4-3 0 0,-4 2 0 16,-8 2 0-16,1 3 0 0,4 2 0 0,-1 0 0 16,-1 1 0-16,-1 1 0 0,-4-1 0 0,-4 1 0 15,-4-1 0-15,3 3 128 0,1 1-128 0,5 1 0 16,2 1 0-16,-1 2 0 0,-4-3-144 0,-1 1 144 15,-5-2-192-15,-3 0 192 0,-1-2 0 0,2 2 0 16,2 0 0-16,1-1 0 0,4-1 0 0,-3-2 0 0,3-1 192 0,-5-2-48 16,-6-1-144-16,-3-3 0 0,-7-1 0 0,0 2 0 15,-2 0 0-15,-2 3 0 0,-3-2 0 0,1 0 0 0,-3-3 0 0,-5 2 0 16,-5-2 0-16,0-2-176 0,-2 2 176 0,2 0-128 16,2 2 128-16,0-1-128 15,-1 3 128-15,-1 1 0 0,-2 0 0 0,-3 3-128 16,-3-3 128-16,-3 0 0 0,-1 1 0 0,-2 0 0 15,-1 1 0-15,-3 0 0 0,-1-2 0 0,-1 0-128 0,-1-1 128 0,-3 1 0 16,-2 0 0-16,-2-2 0 0,1 1 0 0,-3 1 0 16,1-4 0-16,1 4 0 0,1 0 0 0,4 4 0 15,-1 0 0-15,5 1 128 0,2 0 0 0,1 2 16 16,-1 2 0-16,1 1 0 0,2 2-144 0,-1 1 0 16,-3 1 0-16,1-1 0 0,-2 3 0 0,-2 0 0 15,-3 1 0-15,-5 6 0 16,-4 3-1920-16,-2 0-400 0,1-2-96 0,-1-2-16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48.38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98 0 2751 0,'0'0'128'0,"0"0"16"0,-12 9-144 0,0 0 0 0,-2-2 0 0,0 0 0 16,2-1 2720-16,2 3 512 0,0-4 96 0,10-5 32 0,-12 9-1792 0,12-9-352 15,0 0-80-15,0 0-16 16,0 0-272-16,0 21-48 0,3-1-16 0,4-1 0 16,-7-19-176-16,14 19-32 0,0 0-16 0,-1 0 0 0,-2 0-32 0,3 0 0 15,-1-2 0-15,1 4 0 0,0 0 16 0,-2 1 0 16,-2 1 0-16,1 3 0 16,-1 1-80-16,-1 4-16 0,-2 2 0 0,1 0 0 0,1 1-64 0,-4-4-32 0,-1-3 0 0,-1 1 0 15,2 0-16-15,0-2 0 0,-1-1 0 0,1-4 0 16,-2-2-48-16,3-2-16 15,0 1 0-15,1-1 0 0,-1-2-272 0,2 1 160 16,3-4-160-16,1 4 128 0,-2-1-128 0,2 1 0 0,2-1 0 0,1 1 0 16,-1-2 0-16,0 5 0 15,0 1 0-15,0 1-176 0,1 1 176 0,-1 3 0 16,-4-3 0-16,-1 4 0 0,0 3 0 0,-1 2 0 0,1 4 0 0,-4-4 0 0,-2-4 0 0,-1 1 0 31,-2-2 0-31,0 0 0 0,0-2 0 0,-2 0 0 0,1-1 0 0,-1-3 0 16,0-1 0-16,1 0 0 0,1 0 0 0,0 0 0 15,1 0 0-15,1 2 0 0,1 0 0 0,1-2 0 0,-4-2 0 0,3 2 0 16,-1 0 0-16,0 5 0 0,0 2 0 0,-1 2-128 16,-1-3 128-16,0 7 0 0,0 4 0 0,0 3 0 15,0 3 0-15,2-2 0 0,-2-2 0 0,0 1 0 16,0-2 0-16,-2-5-128 0,1-2 128 0,1-3 0 16,0-1 0-16,3 0 0 0,0 0 0 0,4-2 0 15,0-3 0-15,2-4-128 16,0-1 128-16,-1-1 0 0,1 1 0 0,-9-16 0 0,10 15 0 0,1-3 0 15,-11-12 0-15,12 12 0 0,-12-12 0 0,0 0 0 16,0 0 0-16,0 0 0 0,0 0 0 0,0 0 0 16,0 0 0-16,0 0 128 15,0 0-128-15,0 0 144 0,0 0-144 0,13-8 160 0,-4-4 48 0,-2 1 16 16,-7 11 0-16,7-17 0 0,-2-4 96 0,-2 1 32 16,1-1 0-16,-1 2 0 0,3 3-96 0,-1-1-32 15,0 0 0-15,0 1 0 16,-5 16-96-16,5-13-128 0,-5 13 176 0,7-14-176 15,-7 14 0-15,0 0 0 0,4-16 0 0,-4 16 0 16,0 0 0-16,-6-12 0 0,6 12 0 0,-10-7 0 0,-2 7-160 0,0 5-144 16,0 4-16-16,0 0-10144 15,1-1-2016-15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51.20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18 51 16415 0,'0'0'720'0,"-9"-8"160"0,2-1-704 0,7 9-176 0,-3-8 0 0,3 8 0 15,0 0 1024-15,0 0 192 0,0 0 16 0,8-11 16 16,-8 11-960-16,9-8-288 0,-9 8 128 0,7-7-128 0,-7 7 416 0,0 0 16 0,17 3 0 0,-17-3 0 31,14 10 352-31,-2 4 80 0,-2 7 16 0,1 1 0 0,-3 1 48 0,-1 1 16 16,0 2 0-16,-2 0 0 16,-1 0-160-16,-2 0-16 0,-1-1-16 0,1 3 0 15,0 1-512-15,1 3-112 0,-1 2 0 0,3 6-128 0,2 3 128 0,2 7-128 0,1 5 0 0,2 2 0 16,0 2 0-16,2-7 0 15,0-4 0-15,1-3-192 0,1-2 192 0,-1-2 0 16,1-1 0-16,1 1-144 0,0 4 144 16,2 5 0-16,-1 4 0 0,-3 5 0 0,1 4-128 0,-1-2 128 0,-1-4-128 0,2-5 128 15,-4-8 0-15,0 1-160 0,-4-7 160 0,1-1 0 0,-2-5-144 16,0 3 144-16,-2-2 0 0,0 3-144 0,-1 5 144 0,-3 6 0 16,-1 5 0-16,0 3 0 15,0 0 0-15,0 0-128 0,0 1 128 0,2-6 0 16,0-5 0-16,0-2 0 0,-2-4 0 0,3-2 0 15,2-5 0-15,2 5 0 0,0 1 0 0,2 1-128 16,1-1 128-16,0 4 0 0,-1 6 0 0,1-1 0 16,-1-1 0-16,1 1 0 0,-1-2 0 0,0-2 0 0,-3-5 0 0,1-2 0 15,-3-1 0-15,-2-3-128 0,-2-1 128 0,-2-1 0 16,-2-3 0-16,-1 8 0 16,-2 3 0-16,-3 5 0 0,-2 4 0 0,2 8 0 15,-1 7 0-15,3 0 0 0,1-3 0 0,1-4 128 16,1-7-128-16,4-4 0 0,4-8 0 0,2-5 128 0,4-3-128 0,-1-6 0 15,1-5 0-15,1-1 0 0,1-2 0 0,-1-2 0 16,2-2 0-16,-1-1 0 0,-11-9 0 0,13 8 0 16,-13-8 0-16,16 9 0 0,-2-2 0 0,-14-7 0 15,14 10 0-15,-14-10 0 0,0 0 0 0,12 12 0 16,-12-12 0-16,0 0-128 0,0 0 128 0,7 12 0 16,-7-12 0-16,5 14 0 0,-5-14 0 0,5 16 0 0,-5-16 0 15,5 15 0-15,-5-15 0 0,3 16 0 0,-1-2 0 0,-2-14 0 16,0 0 0-16,9 13 0 0,-9-13 0 0,0 0 0 15,8 14 0-15,-8-14 0 16,11 12 0-16,-11-12 0 0,10 12 0 0,-10-12 0 0,9 14 0 0,-2 0 0 16,-7-14 0-16,7 17 0 15,-2 2 0-15,-2 0 128 0,1 2-128 0,-3-2 0 16,-1 2 0-16,0-1 0 0,-1 4 0 0,-1-1 0 0,0-2 128 0,4-1-128 0,-2 1 176 0,0-4-48 16,0-1 0-16,0 1 0 0,2-3 96 0,-1-4 16 15,-1-10 0-15,7 14-9840 16,2 2-1984-16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25.12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-8985 249 6735 0,'0'0'288'0,"0"0"80"0,0 0-368 0,0 0 0 0,0 0 0 0,0 0 0 15,0 0 464-15,0 0 32 0,0 0 0 0,0 0 0 16,0 0-176-16,0 0-48 16,0 0 0-16,0 0 0 0,0 0-64 0,0 0-16 0,0 0 0 0,0 0 0 15,0 0-64-15,0 0-128 0,0 0 176 0,0 0-176 16,0 0 416-16,0 0-32 0,0 0 0 0,0 0 0 0,0 0 320 0,0 0 48 31,0 0 16-31,4 15 0 0,-4-15-208 0,-2 14-48 0,2-14 0 0,0 0 0 16,-2 14-192-16,2-14-64 0,0 0 0 0,-1 14 0 0,1-14-16 0,0 0-16 15,0 14 0-15,0-14 0 16,3 13 64-16,-3-13 16 0,0 0 0 0,9 14 0 16,-9-14-48-16,8 12 0 0,-8-12 0 0,12 11 0 15,-12-11-112-15,13 10-16 0,-13-10-128 0,8 10 192 16,-8-10-192-16,7 12 0 0,-7-12 128 0,0 0-128 0,0 0 192 15,5 13-16-15,-5-13 0 0,0 0 0 16,2 13 304-16,-2-13 64 0,0 0 16 0,0 0 0 16,0 0-176-16,0 0-48 0,0 0 0 0,0 0 0 0,0 0-48 0,0 0-16 0,0 0 0 0,0 0 0 15,0 0 80-15,0 0 16 0,0 0 0 0,0 0 0 16,0 0-112-16,15 5 0 0,-15-5-16 0,0 0 0 16,13 9-80-16,-13-9-16 15,10 10 0-15,-10-10 0 0,0 0-144 0,9 16 160 0,-3 0-160 0,-2-1 160 16,-1-1-32-16,-1 0-128 15,0-2 192-15,-2 0-64 0,0-12-128 0,0 17 0 16,0-5 144-16,0 0-144 0,0-12 128 0,0 14-128 0,0-14 160 0,2 14-160 16,-1-2 208-16,-1-12-48 0,2 14-16 0,-2-14 0 0,2 14 48 15,1-2 16 1,-3-12 0-16,4 15 0 0,-1 1-32 0,1-1-16 0,-4-15 0 16,3 14 0-16,-3-14 32 0,5 16 16 0,-5-16 0 0,5 17 0 0,-1-3-80 0,-4-14 0 31,3 17-128-31,1 0 192 0,-1-1-192 0,-1-1 176 0,-2-15-176 0,2 18 160 15,-2-18-160-15,3 17 0 0,-3-2 0 0,0-15 0 16,0 0 0-16,4 16 128 0,-4-16-128 0,3 17 0 16,-3-17 0-16,3 17 0 0,-3-17 128 0,2 18-128 0,0-3 160 0,-2-15 0 15,3 16 0-15,-1-1 0 16,-2 1 16-16,0-16 0 0,2 17 0 0,-2-1 0 0,0-16-176 0,0 17 160 16,0-2-160-16,1 1 160 0,-1-1-160 0,2 1 128 15,-2-1-128-15,2 1 128 0,-2-2 64 0,3 1 0 16,1 3 0-16,-1-1 0 0,1-5-192 0,-3 2 0 0,-1 0 0 0,2-1 0 15,2 1 0-15,1 0 0 0,0 2 0 0,-2-1 192 16,1-1-192-16,-2 1 0 16,-1 1 0-16,1 1 0 0,-2-17 0 0,0 17 128 0,-2-1-128 15,1-2 0-15,1-14 0 0,-2 15 0 16,0 1 0-16,2-2 0 0,0 1 0 0,0-15 0 16,4 16 0-16,-4-16 0 0,3 15 0 0,-3-15 0 0,5 16 0 0,0-1 0 15,-5-15 0-15,7 16 0 0,-7-16 0 0,7 15 0 16,-7-15 0-16,9 16 0 0,-9-16 0 0,5 19 0 15,4 0 0-15,-2-2 0 0,-1 0 0 0,1-1 0 16,-1 1 0-16,-3 2 0 0,0 0 0 0,1 2 0 16,-2 1 0-16,-1 4 0 15,-1 0 0-15,0 0 0 0,0 0 0 0,0 0 0 0,0 0 0 0,2-2 0 16,-2-2 0-16,2-3 0 0,-2-1 0 0,2-1 0 0,1 0 0 16,-1-3 0-16,-2-14 0 0,1 17 0 0,1 0 0 15,-2-17 0 1,0 0 0-16,4 18 0 0,-3-1 0 0,3 0 0 0,-4 0 0 0,2-1 0 15,-2-2 0-15,0-14 0 0,0 17 0 0,0-3 0 16,-2 1 0-16,0 1 0 0,2-16 0 0,-5 19 0 16,0-2 0-16,0 0 0 0,-1-1 0 0,3 1 0 15,-1-1 0-15,1-1 0 0,0 1 0 0,3-16 0 16,-2 17 0-16,-2-3 0 0,4-14 0 0,-1 15 0 0,1-15 0 0,-2 18 0 0,0-3 0 16,2-15 0-1,-2 16 0-15,2-2 0 0,0-1 0 0,0 1 0 0,0-14 0 0,-1 17 0 16,1 1 0-16,0-1 0 0,0 0-160 0,1-1 160 15,1 1 0-15,0-1-144 0,0-3 144 0,-1 3 0 16,1 1-144-16,-2-1 144 0,0-1 0 0,2 1 0 16,-2-2 0-16,0-1 0 0,0-1-144 0,0 0 144 15,0 2 0-15,0-2 0 16,0-12 0-16,-2 16 0 0,0-2 0 0,2-14 0 0,0 17 0 0,2-1 0 16,0-3 0-16,-2-13 0 15,2 16-144-15,-2-16 144 0,3 17 0 0,-3-17-144 0,3 16 144 0,1 1 0 0,-1-2 0 16,-3-15-128-16,6 16 128 0,-6-16 0 15,5 21 0-15,-2-4-128 0,1 0 128 0,-1 0 0 0,-1-1 0 16,-2 1-128-16,0 1 128 0,0-1 0 0,0 0 0 0,0 2 0 16,0-2 0-16,0 4 0 0,0 0 0 0,0 3 0 15,0-2 0-15,0 1 0 16,-2-4 0-16,2 0 0 0,0 0 0 0,0-2 0 0,0 0 0 0,0-1 0 16,2-1 0-16,-2-1 0 0,0-2 0 0,2 2 0 15,-1-4 0-15,1 1 0 0,-2-11 0 0,3 14 0 0,-3-14 0 0,6 15 0 16,-3-3 0-16,-3-12 0 15,0 0 0-15,5 14 0 0,-5-14 0 0,5 14-128 0,-5-14 128 0,4 15 0 16,-2 1 0-16,-2-16 0 16,1 14 0-16,-1-14 0 0,0 15 0 0,0-15 0 15,-1 16 0-15,1-16 0 0,-4 19 0 0,1-4 0 0,3-15 0 0,-2 14 0 16,2-14 0-16,0 16 0 0,0-16 0 0,3 15-192 16,-3-15 192-16,2 16-192 0,-2-16 64 0,5 17 0 15,-5-17 0-15,7 17 0 0,-7-17-128 0,9 16 0 0,-9-16-16 0,7 17 0 16,-7-17 816-16,7 15 160 0,-7-15 48 0,7 16 0 47,-7-16-1552-47,5 16-304 0,-5-16-64 0,5 15-16 0,-2-1 800 0,-3-14 144 0,0 15 48 0,0-15 0 15,0 19 192-15,-1-3-144 0,-5-2 144 0,6-14-128 16,-3 15 128-16,1-3 0 0,2-12 0 0,-1 12-128 0,1-12 128 16,0 0 0-16,0 0 0 0,-4 12 0 0,4-12 0 0,-2 11 0 0,2-11 0 0,0 0 0 31,-5 10 0-31,5-10 0 0,0 0 0 0,0 0 0 0,-5 12 0 15,5-12 0-15,0 0 0 0,0 0 0 0,-7 9 0 0,7-9 0 16,0 0 0-16,0 0 0 16,0 0 0-16,-5 10 0 0,5-10 0 0,0 0 0 0,0 0 0 15,0 0 0-15,0 0 0 0,0 0 128 0,0 0-128 0,0 0 0 0,0 0 0 0,0 0 0 16,0 0 0-16,0 0 0 0,0 0 0 0,0 0 0 16,0 0 0-16,0 0-128 0,0 0 128 0,0 0-128 15,0 0 128-15,0 0 0 0,0 0-144 0,0 0 144 16,2 12 0-16,-2-12 0 15,0 0 0-15,0 0 0 0,0 0 0 0,3 12 0 0,-3-12 0 0,0 0 0 16,5 14 0-16,-5-14 0 16,0 0 0-16,6 12 0 0,-6-12 0 0,0 0 0 0,5 12 0 0,-5-12 0 15,0 0-144-15,5 12 144 0,-5-12 0 0,0 0 0 16,5 13 0-16,-5-13 0 0,0 0 0 0,3 13 0 16,1-2 0-16,-4-11 0 0,0 0 0 0,3 14-160 15,-3-14 160-15,0 0 0 0,0 0 0 0,4 13 0 16,-4-13 0-16,3 12 0 0,-3-12 0 0,0 0 0 15,0 0 0-15,0 0 0 0,0 0 0 0,0 0 0 16,0 0 0-16,4 14 0 0,-4-14 0 0,0 0 128 16,0 0-128-16,0 0 0 0,1 14 0 0,-1-14 0 0,0 0 0 15,0 0 0-15,2 14 0 0,-2-14 0 16,0 0 0-16,0 0 0 0,4 14 0 0,-4-14 0 0,0 0 0 0,0 0 0 16,5 17 0-16,-2-3 0 15,-3-14 0-15,0 0 0 0,0 0 0 0,5 14-128 0,-5-14 128 0,4 13 0 16,-4-13 0-16,0 0 0 0,5 14 0 0,-5-14 0 15,0 0 0-15,0 0 0 16,7 14 0-16,-7-14 0 0,0 0 0 0,0 0 0 16,0 0 0-16,0 0 0 0,0 0 0 0,7 15 128 0,-7-15-128 15,0 0 0-15,0 0 0 0,0 0 0 0,0 0 0 0,0 0 0 16,0 0 0-16,0 0 0 0,0 0 0 0,0 0 0 0,0 0 0 0,0 0 0 16,0 0 0-16,0 0 0 15,0 0 0-15,0 0 0 0,3 16 0 0,-3-16 0 16,0 0 0-16,0 0 0 0,0 0 0 0,0 0 0 0,0 0 0 0,0 0 0 15,0 0 0-15,0 0 0 16,0 0 0-16,0 0 0 0,0 0 0 0,0 0 0 0,0 0 128 0,0 0-128 0,0 0 128 0,0 0-128 16,0 0 160-16,0 0-160 15,0 0 144-15,0 0-144 16,0 0 128-16,0 0-128 0,0 0 0 0,0 0 0 16,0 0 0-16,0 0 0 0,0 0 0 0,0 0 0 0,0 0 0 15,0 0 0-15,0 0 0 0,0 0 0 0,0 0 0 0,0 0 0 0,0 0 0 0,0 0 0 0,0 0 0 0,0 0 0 31,0 0 0-31,0 0 128 0,0 0-128 0,0 0 0 0,0 0 160 0,0 0-160 16,0 0 192-16,0 0-192 0,0 0 208 0,0 0-64 16,0 0-16-16,0 0 0 0,0 0-128 0,0 0 0 15,0 0 0-15,0 0 0 0,9-9 0 0,-9 9 0 16,0 0 0-16,0 0 0 16,0 0 0-16,0 0 0 0,0 0 0 0,0 0 0 0,0 0 144 0,16-5-144 0,-16 5 160 0,13-5-160 31,-13 5 192-31,0 0-48 0,0 0-16 0,0 0 0 0,0 0-128 0,0 0 128 15,0 0-128-15,0 0 128 0,0 0-128 0,0 0 0 16,0 0 0-16,0 0 128 0,0 0-128 0,0 0 128 16,0 0-128-16,0 0 128 15,0 0-128-15,0 0 0 0,0 0 0 0,0 0 0 0,9-7 0 0,-9 7 0 0,0 0 0 0,0 0 0 16,0 0 0-16,0 0 128 16,0 0-128-16,0 0 192 0,0 0-48 0,0 0 0 0,0 0 0 0,0 0 0 0,0 0-16 0,0 0 0 15,0 0 0-15,0 0 0 0,0 0-128 0,0 0 0 31,0 0 0-31,0 0 128 0,0 0-128 0,9-8 0 0,-9 8 0 16,0 0 0-16,12-7 128 0,-12 7 0 0,0 0 0 0,17 1-10288 16,2 6-2064-16</inkml:trace>
  <inkml:trace contextRef="#ctx0" brushRef="#br0" timeOffset="-8763.3869">-10591 1671 5519 0,'0'0'496'0,"13"0"-496"16,-13 0 0-16,16-3 0 0,-1-1 1392 0,1 2 176 15,-2 1 32-15,1 1 16 0,4 0-832 0,0 0-160 0,0 0-48 0,0 0 0 16,5 0-80-16,1-2-32 0,-3-2 0 0,2 1 0 16,2 0 96-16,3-1 16 0,1-1 0 0,4 0 0 0,4 0 0 0,5 1 0 15,4-1 0-15,6 3 0 16,4 2-192-16,7 0-16 0,4 2-16 0,1-4 0 0,-2-5-128 0,0 2-32 16,-1 0 0-16,5 0 0 15,6-4 48-15,8 2 0 0,5 2 0 0,3 0 0 0,2 0 16 16,-7 0 16-16,-11-4 0 0,3 0 0 15,3 1 112-15,5-1 32 0,3 2 0 0,1 2 0 16,-1 1 112-16,-6-1 32 0,-8 0 0 0,-1-3 0 0,-2-3-224 0,4 4-32 16,5 4-16-16,3-1 0 0,4 1-160 0,-4-1-128 15,-5-1 144-15,-1-2-144 0,-6-3 144 0,2 3-144 16,2 2 128-16,5 3-128 0,3 2 0 0,0 0 0 16,-1-2 128-16,-6 1-128 0,-8-3 320 0,1-1 48 0,1-2 0 0,1 5 0 15,0 6-176-15,6 1-48 16,1 0 0-16,-4-1 0 0,-4-4-144 0,-6 0 0 0,-8-4 144 15,1-1-144-15,1 0 0 0,1 1 128 0,2 3-128 0,3 1 0 16,4 3 0-16,0 1 144 0,1-3-144 0,-3-2 0 16,-5-5 176-16,2 3-176 0,1 1 160 0,4 2-160 15,3 0 0-15,5 4 0 0,6 3 0 0,1 0 0 16,-1-1 0-16,-6-2 128 0,-6-6-128 0,1 2 0 16,2 2 0-16,3 1 0 0,4 3 0 0,3-1 0 15,1 2 144-15,-3-4-16 0,-4-3 0 0,-3-2 0 16,-3-1 240-16,1 1 32 0,-1 4 16 0,4 1 0 15,1 3-208-15,0-1-32 0,-4-2-16 0,-8-1 0 16,-7-2-160-16,-1 2 128 0,0 1-128 0,-1 1 128 16,1-1-128-16,0 2 0 15,-1 4 0-15,6-1 0 0,4-1 0 0,-1-2 0 0,2-3 0 0,-4 0 0 0,-6-2 0 0,3-2 0 16,0-3 0-16,4 2 0 0,0-1 0 0,4 2 0 16,6 1 0-16,0 1 0 15,-2 0 224-15,-5 0 16 0,-5-2 0 0,-2 2 0 16,-1 0 80-16,-1 2 0 0,2 1 16 0,2 2 0 0,-3 0-80 0,-1 2-32 15,-3 0 0-15,-2-3 0 0,-1-1 48 0,-1-1 16 16,-1 0 0-16,-2-2 0 0,-3 0 160 0,-4-2 16 16,0-2 16-16,0-1 0 15,0-2-224-15,0 2-64 0,-1 2 0 0,-1 1 0 0,1-1-192 0,-1-1 0 16,1 1 0-16,-3-1 0 16,-1 1 0-16,5-1 0 0,-1-1 0 0,-4 0 0 0,-2 2 0 0,0-3 0 15,-1-1 0-15,-1 2 0 0,3 2-144 0,-1-1 144 16,0-1 0-16,0 3-144 0,2 2 144 0,2 2-160 15,0 2 160-15,3-1-160 0,2-1-16 0,-4 1 0 16,-5 2 0-16,-1-1 0 0,-6-6-64 0,1 4-16 0,-6 0 0 0,-2-2 0 16,-3-2 80-16,-2 0 16 0,-1-1 0 0,-2 1 0 15,-2 0-32-15,2-1 0 0,-1 1 0 0,3-3 0 16,1 0-48-16,2 1-16 0,0 1 0 0,2-1 0 31,0 1-176-31,1 1-32 0,4 0-16 0,0 1 0 0,0 1 272 0,1-2 48 0,-1-1 16 0,0 1 0 16,-2 5 144-16,-3 2 192 0,-5-3-32 0,-16-2-16 15,0 0 112-15,0 0 32 0,0 0 0 0,-18 7-15600 0</inkml:trace>
  <inkml:trace contextRef="#ctx0" brushRef="#br0" timeOffset="-27395.8435">2 56 5519 0,'0'0'496'0,"0"0"-496"0,0 0 0 0,0 0 0 0,0 0 1408 16,0 0 192-16,0 0 48 0,7-11 0 15,-7 11-144-15,0 0-32 0,0 0 0 0,5-10 0 0,-5 10-192 0,0 0-64 16,2-12 0-16,-2 12 0 0,0 0-480 0,0 0-96 16,0 0-32-16,2-11 0 0,-2 11-64 0,0 0-16 0,2-12 0 15,-2 12 0-15,0 0-320 0,0 0-64 0,0 0-16 0,0 0 0 16,0 0-128-16,10 16 0 0,-1 1 0 0,-1 2 0 15,-1 0 192-15,-2 5 48 0,1 0 16 0,-1 2 0 16,-2 0-64-16,1 5 0 0,-1 0 0 0,1 6 0 0,-1 4-64 0,-1 0-128 16,-1 4 176-16,3 4-176 0,-1 1 208 0,-1-4-64 15,0-1-16-15,0-2 0 16,-2-1 112-16,0-3 16 0,0-2 0 0,1-3 0 16,3-6 48-16,-1 5 16 0,-1 3 0 0,1 5 0 15,1 4 96-15,-1 2 32 0,1 4 0 0,-1 8 0 16,-1 8-64-16,1-6 0 0,1-9 0 0,1-2 0 15,0-4-256-15,4-3-128 0,-1-1 128 0,4-4-128 0,1-4 208 0,-1 1-32 16,0-1-16-16,0 3 0 0,2 4 0 0,-2 6 0 16,0 3 0-16,0 5 0 0,2 4-160 0,-2-4 0 0,-2-10 0 0,2-2 0 15,-1 0 0-15,-3-5 0 16,-3-3 0-16,-1-3 0 0,-2-1 0 0,-2-3 0 16,-4 1 0-16,1 4 0 0,-3 5-144 0,1 5 144 0,0 7-192 0,2 9 192 15,-1 7 0-15,4-3 0 0,2-2 0 0,0-4 0 16,-2-9-128-16,3-1 128 0,1-2 0 0,-1-4 0 15,0-5 0-15,3 4 0 0,1 3 0 0,-1 4 0 16,1 3 0-16,0 5 0 0,0 4 0 0,0-1 0 16,0 1 0-16,-2-7 0 0,0-6 0 0,0-1 0 15,1 0 0-15,-1-3 0 16,-2-6 0-16,-1 2 0 0,-2 2 0 0,0 4 0 16,-2 5 0-16,-1 9 0 0,-1 15-192 0,3-1 192 15,1-1-192-15,0-4 192 0,0-8 0 0,3-4 0 0,1-3 0 0,1 0 0 16,0-2 0-16,4 7 0 0,-1 2 0 0,3 6 0 15,1 6-128-15,0-4 128 0,1-3 0 0,0-10 0 16,-7-9 0-16,1-6-128 0,-1-3 128 0,-1-3 0 0,-2-3 0 0,-1-1 0 16,-2-1 0-16,2 1 0 0,1 4 0 0,-1 1 0 15,-2 2 0-15,0 8 0 0,2 4 0 0,-2 2 0 16,0-2 0-16,0 2 0 0,3-1 0 0,0-3 0 16,-1-4 0-16,2-3 0 15,-3-2 0-15,3 1 0 0,1 0 0 0,2 3 0 16,-2 0 0-16,2 8 0 0,-2 4 0 0,0 8 0 0,-1 6 0 0,-3-1 0 15,-2-4 0-15,1-5 0 0,1-7 0 0,1-5 0 16,-2-9 0-16,2 0 0 0,0-1 0 0,1-3 0 0,1-1 0 0,-1 2 0 16,2-3 0-16,0 2 0 0,1 3 0 0,-3 1 0 31,0 2 0-31,1 0 0 0,-1 0 0 0,-1 2 0 16,0-4 144-16,0 2-144 0,-2-2 128 0,1 0-128 0,1-4 192 0,0-3-64 15,-1-2 0-15,3-1 0 0,-1-1 32 0,3-1 0 16,-1 0 0-16,0 3 0 15,-2 8-1792-15,-1 0-352 0,-4 1-80 16,1 2-16-16</inkml:trace>
  <inkml:trace contextRef="#ctx0" brushRef="#br0" timeOffset="24972.9297">-7911 6638 6447 0,'0'0'576'0,"0"0"-576"0,0 0 0 0,0 0 0 15,0 0 1280-15,0 0 128 0,0 0 48 0,0 0 0 16,0 0-816-16,0 0-144 0,0 0-48 0,10 7 0 0,-10-7-96 0,7 14-32 16,-5-2 0-16,-2 2 0 0,-4 1 64 0,1 3 16 15,-2-1 0-15,0-2 0 0,-2 1-96 0,0 0-32 0,0-3 0 0,0-2 0 16,0-3 400-16,2 3 80 0,-2-1 16 0,0 0 0 15,2 1 528-15,2 1 112 0,-1 0 32 0,2 2 0 16,1 1-368-16,1 3-80 16,0 1-16-16,0 0 0 0,1 1-192 0,3 1-32 0,-2-2-16 0,1 2 0 15,-1-2-112-15,1 1-32 16,-1 3 0-16,-2-1 0 0,0-1-272 0,0 0-48 16,0-2-16-16,0 3 0 0,-4 2-256 0,3 2 160 0,-1 2-160 0,0 1 128 15,2 0-128-15,0 2 0 16,2 6 0-16,0 1 0 0,1 0 0 0,1 1 0 0,1-1 0 0,3 0 0 0,-1-1 0 0,2 1 0 15,-2-4-144-15,1-1 144 16,3 0 0-16,1-1 0 0,-2-2-128 0,1-1 128 0,-3 0 0 16,3 4 0-16,-1 3 0 0,-1 1 0 0,-3 4 0 0,0 7 0 15,-3 6 0-15,-1 3 0 0,-4-4 0 0,0-3 0 16,-3-3-192-16,0-4 192 0,-4-1 0 0,1-6 0 16,-3-3 0-16,1-1 0 0,-2-2 0 0,2-1 0 15,1 2 0-15,2-1 0 0,2-1 0 0,0-1 0 0,1-3 0 0,3 0 0 31,-1-3 0-31,2-1 0 0,0-2 0 0,2 0 0 0,-1 0 0 0,3-2 0 16,-3 2 0-16,3-2 0 0,1-1 0 0,0-1 0 16,-1 1-160-16,-1 1 160 0,1 0 0 0,-1 1 0 15,2 1 0-15,-1 1 0 16,-3-1 0-16,3 0 0 0,-2 2 0 0,-2 1 0 16,0 1-144-16,1 1 144 0,3-5-160 0,-2 2 160 0,-2-1 0 0,1 5 0 15,3 0 0-15,-1 0 0 0,-1 0 0 0,1 3-144 16,1 1 144-16,-2 4 0 0,3 0 0 0,0 2 0 15,0-1 0-15,2-1-128 0,2-4 128 0,-1-3-160 0,1-2 160 0,-2-5-160 16,0-1 160-16,0-3 0 0,-1-1 0 0,-6-14 0 16,11 8 0-16,-11-8 0 0,12 7 0 0,-12-7 0 15,0 0 0-15,15 2 144 0,-1-2-144 0,-14 0 0 16,0 0 176-16,0 0-176 0,0 0 160 0,12-7-160 16,-12 7 240-16,0 0-48 15,0 0-16-15,0 0 0 0,0 0 16 0,4-14 16 16,-4 14 0-16,1-15 0 0,-1 1-32 0,4 2-16 0,3 0 0 0,7-7-10560 15,5-9-2112-15</inkml:trace>
  <inkml:trace contextRef="#ctx0" brushRef="#br0" timeOffset="-23746.3523">-10144 9174 7359 0,'0'0'320'0,"0"0"80"0,0 0-400 0,0 0 0 0,0 0 0 0,0 0 0 0,0 0 1424 0,10-7 208 15,0-4 32-15,2 3 16 0,-1-1-464 0,2 1-80 0,1-1-32 0,0 0 0 32,2 1 240-32,1-1 32 0,2 0 16 0,2 1 0 15,1 1-496-15,6 2-80 0,3 0-32 0,2 1 0 0,1 2-176 0,2 1-32 16,1 1-16-16,-1 0 0 16,-2-2-384-16,1 2-176 0,-2 0 160 0,1 0-160 0,1 0 0 15,3 0 128-15,3 2-128 0,4 1 0 0,2 1 0 0,4 1 0 16,5 0 128-16,2 2-128 0,4 3 0 0,0-3 0 0,-1-3 0 0,-2-3 0 15,-2-2 0-15,1-1 0 0,1 0 0 0,5 2 0 16,3 0 0-16,7 4 0 0,6 1 0 16,3 2 0-16,1-1 0 0,-1-4 0 0,-2-5 0 15,4 1 0-15,1 2 0 0,7 3 0 0,9 3 0 0,1-3 0 16,1-3 0-16,-2 0 0 0,-4-2 0 0,6 2 0 0,5 4 0 0,3 1 0 16,2 0 0-16,-7-1 0 0,-9-6 0 0,0 2 0 15,4 2 0-15,4 3 0 0,4 0 0 0,-1-2 0 31,-6-4 128-31,-3-3-128 0,-3 1 0 0,3 3 0 0,4 3 0 0,1-1 0 16,-1 0 0-16,-6-4 0 0,-8-5 0 0,3 2 0 16,2 0 0-16,5 1 0 0,3 3 0 0,-1-3 0 0,-3-3 0 15,-3-1 0-15,-1-3 0 0,0 3 0 0,2 2 0 0,1 5 0 16,4 1 0-16,-5-2 0 0,-6-5 0 0,-3 2 0 16,-3 0 0-16,1 5 0 0,0 3 0 0,2 2 0 0,4 2 0 0,-8-2 0 15,-2-1 0-15,-5-1 0 0,-1-3 0 0,-2 2 0 31,1 0 0-31,1 1 128 0,5 2-128 0,0 1 192 16,0-3 176-16,-2-5 16 0,1-6 16 0,-3 1 0 0,4 0-144 0,4 2-48 16,3 0 0-16,5-1 0 0,4 1-208 0,-4-5 176 15,-7-7-176-15,1 1 160 0,-3 2-160 0,4 2 0 16,0 2 0-16,-1-1 0 0,-1-1 224 0,-3-1-32 0,-2-6-16 0,-3-2 0 16,-6 0 128-16,-1 0 16 0,-2 6 16 0,2 3 0 15,-1 1-48-15,5 1-16 0,-1-4 0 0,-2 4 0 16,-4 0-144-16,-3-1-128 0,-3-1 144 0,-3 2-144 15,-2-1 128-15,0 1-128 0,-4 0 0 0,4-2 0 16,0 1 0-16,-3 1 128 0,-6 0-128 0,-3-3 0 16,0 0 0-16,-7 2 0 15,-2 1 0-15,-6 0 0 0,-3-1 0 0,-1 3 0 16,-4-3 128-16,-1 1-128 0,-2 1 288 0,-2 2 16 0,1 2 0 0,-1 2 0 0,0-1 128 0,-1 1 16 16,-16 3 16-16,0 0 0 0,14-4-160 0,-14 4-48 15,0 0 0-15,0 0 0 0,0 0-256 0,0 0 0 16,0 0 0-16,0 0 0 15,0 0 0-15,0 0 0 16,0 0 0-16,0 0 0 16,0 0-304-16,0 0-112 0,0 0-32 0,-7 14 0 15,7-14-2608-15,0 0-528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3:52.49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0 7359 0,'0'0'320'0,"0"0"80"0,0 0-400 0,0 0 0 0,0 0 0 0,0 0 0 16,0 0 608-16,0 0 32 0,0 0 16 0,0 0 0 16,0 0-160-16,0 0-48 0,0 0 0 0,0 0 0 0,0 0-320 0,0 0-128 15,0 0 0-15,0 0 0 16,0 0 0-16,0 0 0 0,0 0 0 0,0 0 0 15,0 0 0-15,0 0 144 0,0 0-144 0,0 0 192 16,0 0 304-16,0 0 64 0,0 0 16 0,0 0 0 0,0 0-192 0,0 0-48 16,0 0 0-16,0 0 0 15,0 0 32-15,0 0 0 0,0 0 0 0,0 0 0 16,0 0 112-16,0 0 32 0,0 0 0 0,7 14 0 16,-7-14-80-16,0 0-16 0,0 0 0 0,0 0 0 15,9 16-224-15,-9-16-32 0,0 0-16 0,0 0 0 0,12 12 112 0,-12-12 0 16,0 0 16-16,0 0 0 0,14 8 48 0,-14-8 16 0,0 0 0 0,12 11 0 15,-12-11-16-15,0 0-16 16,0 0 0-16,0 0 0 0,7 19-48 0,-7-19-16 0,0 17 0 0,0-17 0 16,0 17-16-16,0-17 0 0,0 0 0 0,0 17 0 15,0-17-224-15,5 19 176 0,-5-19-176 0,7 18 160 16,0-3-160-16,-7-15 160 0,8 17-160 0,1-1 160 16,0 0 0-16,-9-16 0 0,10 17 0 0,-1-3 0 15,-1-1-16-15,-1 1 0 0,-2 0 0 0,1 2 0 0,-1 1-144 0,-2 0 192 16,-1 2-192-16,0 3 192 0,-1 4-64 0,3 0-128 15,-2 0 192-15,-1 0-64 0,-1-4 0 0,2 3 0 16,0-1 0-16,-1 0 0 0,3-2 0 0,-1-1 0 0,1 0 0 0,-4 0 0 16,0-4-128-16,0 2 0 0,2 0 144 0,1 0-144 15,-1 0 144-15,1-2-144 0,2-1 192 0,-1-1-192 16,1 4 256-16,0-2-48 16,-5-17-16-16,7 23 0 0,2-1 96 0,-2-1 16 15,0-2 0-15,-1 2 0 0,1-2-128 0,0 1-32 16,-2-1 0-16,2 2 0 0,-2 1-144 0,1 3 0 15,-1-3 144-15,0 2-144 0,2 0 0 0,-2 2 144 0,-1-2-144 0,-1 1 0 16,0-5 208-16,3 4-64 16,-3-1-16-16,2-1 0 0,0-1 32 0,1 0 0 15,-1-1 0-15,0-2 0 0,0-3 80 0,0 1 16 0,1-2 0 0,-1 1 0 16,2 4-256-16,0-2 176 16,-2 1-176-16,0-1 160 0,0-2-160 0,2 3 128 15,-2-1-128-15,-1 2 128 0,-1 3-128 0,-1-1 0 0,-2 0 0 16,1-1 128-16,1 1-128 0,2 2 0 15,1-3 0-15,0 3 0 0,-2 1 0 0,4 0 0 16,2-1 0-16,0-3 0 0,-1 3 160 0,1-4 0 16,-2-2 0-16,1 0 0 0,3 0 48 0,-1 2 16 15,0-1 0-15,1-1 0 0,-1 0-224 0,1 0 128 0,-1 1-128 0,-1 1 0 16,-1-2 0-16,1 2 0 0,-2-2 0 0,-2 2 0 16,-2 0 0-16,-1 0 0 0,0-2 0 0,0 2 0 15,-2 2 0-15,1 2 128 0,3 1-128 16,-3 2 0-16,3 1 0 0,-1 3 0 0,1-3 0 0,1 4 0 0,4 2 0 15,-1 2 0 1,-1-1 0-16,2-1 0 0,-1-4 0 0,3 1 0 0,-1-6 0 0,4 0 0 0,0-2 0 0,-2 1 0 16,0-2 0-16,0-1 0 0,2-1 0 0,-4-2 0 15,-1-1 0-15,-1 1 0 0,-1 4 0 0,-2-2 0 16,-1-2 0-16,-2 0 0 16,-2 2 0-16,0 0 0 0,-2-1 0 0,2 4 0 15,-2 6 0-15,2-1 0 0,-2 3 0 0,2 3 0 0,0 1 0 0,2 2 0 0,2 4 0 0,1 0 0 31,2-4 0-31,3-3 0 0,0-2 0 0,3 0 0 0,-1-5 0 0,0 0 0 0,0-4 0 0,2 2 0 16,-1-3 0-16,-1 0 0 0,1-2 0 0,-3 0 0 16,-1 1 0-16,-1 3 0 15,-1-1 0-15,-2 1 0 0,0-4 0 0,-1 7 0 16,-4 6 0-16,0 5 0 0,0 4 0 0,-2 6 0 16,-1 6 0-16,1 1 0 0,0-3 0 0,0 1 0 15,1-7 0-15,1-4 0 16,0-4 0-16,0-1 0 0,0 0 0 0,0-6 0 0,0-6 0 0,0 2-128 15,1-4 128-15,1 4 0 0,-2 2 0 0,2 1 0 0,-2-2 0 0,0 8 0 16,-2 1 0-16,0 6 0 0,1 4 0 0,-3 1 0 16,-1-1 0-16,0-1 0 15,-2-2 0-15,-2 1 0 0,1-6 0 0,-3 0 0 0,-1-2 0 0,0 0 0 16,0-3 0-16,4 3 0 16,1 4 0-16,1 1 0 0,3 1 0 0,3-1 0 0,3 6 0 0,1-2 0 0,1-4-128 0,2 0 128 15,0-3 0-15,2-3 0 16,-1-1 0-16,1-1-128 0,-1-3 128 0,1-3 0 15,-2-1 0-15,0 0-128 0,-2-2 128 0,0 0 0 0,-1-1 0 0,-1 3-128 16,-3 3 128-16,-2 2 0 16,-1 5 0-16,-4 4 0 0,2 3 0 0,-2 4 0 15,2 4 0-15,-4-4 0 0,1-2 0 0,-1-2 0 16,0-5 0-16,1-2 0 0,1-3 0 0,0-4 0 16,2-1 0-16,1-2 0 0,-1-2 0 0,3 0 0 0,1 0 0 0,-1-1 0 15,2-4 0-15,0 3 0 0,0 6 0 0,0 1 0 0,0 2 0 0,-2 2 0 16,-1 2 0-16,-1 3 0 15,1 3 0-15,-1 0 0 0,-1-3 0 0,-2 0 0 0,0 0 0 16,-1 0 0-16,-1-7 0 0,2-1 0 16,-1-3 0-16,1 1 0 0,0 0 0 0,0-1 0 15,-4-1 128-15,5 0-128 0,0-4 0 0,3 3 0 16,-1 0 0-16,1 1 0 0,1-3 0 0,1 1 0 16,1 2 0-16,0 0 0 0,3 0 0 0,0 1 0 0,1 1 0 0,-1-1 0 15,1-2 0-15,1 1 0 16,0-2 0-16,0 0 0 0,1 0 0 0,-1-2-128 0,-2 1 128 0,-1-4 0 15,0-2 0-15,-1 0 0 0,-1-1 0 0,0-2 0 0,0-14 0 16,-1 17 0-16,-3-1 0 0,2-1 0 0,1-1 0 0,-3 0 0 31,4-14 0-31,-3 17 0 0,-2-3 0 0,1 1 0 16,-1 1 0-16,2-1 0 0,3-15 0 0,-2 18 0 0,-2 1 0 0,3 0 0 16,1-2 0-16,1 4 0 0,1 1 0 0,0 0 0 15,-2-1 0-15,2 2 0 0,1-1 0 0,-1 2 0 16,-2 2 0-16,0 0 0 0,-2-2 0 0,2 0 0 0,-2 2 0 15,1 0 0-15,-1 0 0 0,0 0 0 0,0-2 0 0,1 2 0 16,1-2 0-16,-2-2 0 16,0-1 0-16,-1 0 0 0,1-2 0 15,2-2 0-15,0-3 0 0,0-14 0 0,-2 15 0 0,2-15 0 0,0 0 0 0,0 16 0 16,0-16 0-16,0 0 0 16,0 0 0-16,4 16 0 0,-4-16 128 0,0 0-128 15,0 0 0-15,0 0 0 0,3 15 0 0,-3-15 0 0,0 0 0 16,5 16 0-16,-5-16 0 0,6 20 0 15,-3 1 0-15,0 0-128 0,1-1 128 0,-1 3 0 0,-1-2 0 0,-2-1 0 16,0-1 0-16,2 0 0 16,-2-1 0-16,2-3 0 0,1-3 0 0,-3-12 0 0,0 0 0 0,3 12 0 15,-3-12 0-15,0 0 144 0,0 0-144 0,0 0 160 0,9 9-160 0,-9-9 160 16,0 0 32-16,0 0 0 16,10 9 0-16,-10-9 0 15,9 12-64-15,-4 1-128 0,-3 6 192 0,0 2-64 0,1 2-128 0,-3 1 0 16,-3-4 0-16,1 3 128 0,-1-1 0 0,-3-3-128 15,3-1 192-15,-1-1-64 16,3-5-1280-16,4 0-272 0,4 3-48 0,-7-15-13616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3:56.38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42 21 5519 0,'0'0'496'0,"0"0"-496"0,0 0 0 0,0 0 0 0,0 0 1344 0,0 0 160 0,-5-3 32 0,5 3 16 16,0 0-704-16,0 0-144 0,-2-10-16 0,2 10-16 15,0 0-224-15,0 0-32 16,0-9-16-16,0 9 0 15,0 0-48-15,0 0-16 0,0 0 0 0,0 0 0 0,0 0 48 0,0 0 16 0,0 0 0 0,0 0 0 16,0 0 160-16,0 0 16 0,0 0 16 0,-7 5 0 0,1 4-80 0,-1 1 0 31,0 1-16-31,0 2 0 0,0 3 128 0,2 1 16 16,0 0 16-16,1 2 0 0,2 2-16 0,1 0 0 0,-3 0 0 0,4 1 0 16,4 0-208-16,-1-1-48 15,2 0-16-15,2 3 0 0,2 0-96 0,1 4-16 0,1 1 0 0,1 2 0 16,0-1 96-16,0 2 16 0,2 3 0 0,-1 3 0 15,-1 1 0-15,1 1 0 0,-3-4 0 0,0 1 0 16,-1-1-32-16,0 0 0 0,-3-1 0 0,0-4 0 16,-1-2-16-16,-2-3 0 0,1 2 0 0,-1 3 0 0,1 0 64 0,-1 2 0 15,-1-1 0-15,1 5 0 0,2 1-160 0,1 1-32 16,-1 3 0-16,2 4 0 16,0 4 0-16,-1-3-16 0,1-4 0 0,2 2 0 15,0-5 0-15,-1-1 0 0,-1-1 0 0,0-1 0 0,0-3-16 0,0-1 0 16,-2 0 0-16,0-1 0 15,-1-2 32-15,-1 3 0 0,-1-1 0 0,0 3 0 0,-1-1 0 0,1 3 16 16,-2 1 0 0,0 1 0-16,0 1-64 0,2-2-16 0,-1-3 0 0,3-1 0 0,-1 1-128 0,3-3 0 15,0-1 0-15,5 14 128 0,-1-7-128 0,1-1 0 0,-3-3 0 0,-1 2 0 32,-2 1 0-32,0 4 0 0,2 2 0 0,0 7 0 0,0 5 0 0,-2 2 0 15,0-3 0-15,1-2 0 0,-1-6 0 0,0-1 0 16,-2-3 0-16,3-5 0 0,-1 0 0 0,0-3 0 15,-2-1 0-15,1 0 0 16,-1 0 0-16,1 5 0 0,-1 3 0 0,1 2 0 16,-1 4 0-16,-1 5 0 0,-2-1 0 0,-2 3 0 0,-1-2 0 0,-1-2 0 15,-1-4 0-15,-2 1 0 0,-3-1 0 0,1 3 0 16,-1-1 0-16,-1 6 0 0,1 4 0 0,5 8 0 0,2 5 0 0,1-4 0 16,-2-3 0-16,4-7 0 0,4-5 0 0,-1-4 0 15,2-5-144-15,1-5 144 0,-1-2 0 0,2-1 0 16,-2-2 0-16,2 3-128 0,-2 0 128 0,0 2 0 0,0 2 0 0,-1 5 0 15,-3 5 0-15,-1 0 0 0,-3 0-144 0,0-2 144 0,-3 0 0 16,1 1-144-16,0-4 144 0,0-1 0 0,-2-2 0 0,2 5 0 16,0 3 0-16,1 5 0 15,2 3 0-15,4 8 0 0,0 3 0 0,3 0-128 16,2-7 128-16,0-5 0 16,1-7 0-16,1-7-128 0,0-5 128 0,-1-1 0 0,1-5 0 0,0 1-160 15,-1 0 160-15,-1 0 0 0,0 1-144 0,-2-1 144 16,-1 0 0-16,1 1-144 0,0 4 144 0,0 0 0 0,-1-1 0 0,-3-1-128 15,1-3 128-15,-2-1 0 16,-3 1-144-16,-1 0 144 0,-1-4 0 0,0 1 0 16,0-3 128-16,-2 3-128 0,0-1 0 0,2 0 0 0,0 2 0 0,-1 4 0 15,3 3 0-15,1 0 0 16,0 3 0-16,2 4-176 0,2 7 176 0,3-5 0 16,2-4 0-16,2-4 0 0,0-2 0 0,1-3 0 15,0-4-144-15,1-5 144 0,-1 0-176 0,-1-5 48 16,-3-2 0-16,1-1 0 0,-1-2 128 0,0-1 0 0,0 0 0 0,-3 0 0 15,-3-14 0-15,2 15 0 0,-2-15 0 0,2 19 0 16,-1-1 0-16,3-5 0 16,-1 3 0-16,-1-1-128 0,-2-15 128 0,0 21 0 0,-2 0 0 0,2 3 0 15,0-2 0-15,0 3 0 0,-2-1 0 0,2 5 0 0,2 6 0 0,0-1 0 16,0 2 0-16,1-1 0 0,-1-6 0 0,0 1 0 16,1-1 0-16,0-1-128 15,-1-1 128-15,0-4 0 0,0-4 0 0,-2 0 0 0,0-2 0 0,-2 0 0 16,-2-1 0-16,1-1 0 0,-2 2 0 0,-4-1 0 15,1-1 0-15,-1 1 0 0,0 1 0 0,1 1 0 16,-1-3 0-16,2 4 0 0,0 3 0 0,0 4 0 16,0 4 0-16,4 1 0 0,-1 0 0 0,3 2 0 15,-1-1 0-15,0 1 128 0,2-2-128 0,4-1 0 16,-1-1 0-16,2-3 0 0,1-2 0 0,0 0 0 16,1-1 0-16,0-1 0 0,0-3 0 0,2-2 0 15,-1-3 0-15,1 0 0 0,-4 0 0 0,0-2 0 16,-5-12 0-16,6 14 0 0,-6-14 0 0,0 15 0 15,0 1 0-15,-2-2 0 0,2-14 0 0,-5 15 0 16,-2-1 0-16,3 1 0 0,-1 1 0 0,2-1 0 16,-1-1 0-16,4-14 0 15,-5 14 0-15,5-14 0 0,-3 17 0 0,1-1 0 0,2-16 0 16,0 17 0-16,0-1 0 0,0-16 0 0,5 15 0 0,-5-15 0 16,7 17 0-16,0-1 0 0,-7-16 0 0,7 17 128 15,-2-1-128-15,-2-1 0 0,1-1 0 0,-1 0 0 0,-1 0 0 0,0 0 128 16,0-2-128-16,-2 1 128 15,-2 3-128-15,0 1 128 0,0-3 0 0,1 0 0 16,1-2 0-16,0 2 0 0,0 5 32 0,0-2 16 0,0 2 0 0,0-2 0 16,0 2-176-16,0 2 0 0,-2-4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4:07.64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0 396 11103 0,'0'0'496'16,"0"0"96"-16,0 0-464 0,0 0-128 0,0 0 0 0,17 2 0 0,-17-2 768 0,16-3 128 15,-2-3 16-15,-1 5 16 0,-13 1-224 0,18 0-64 16,-3-2 0-16,1 0 0 0,-1 2-240 0,2-2-48 15,4-3-16-15,5 4 0 0,2 1 32 0,-1-2 0 0,3-3 0 0,2-1 0 16,3 1-16-16,-1 2 0 0,1 1 0 0,-2-1 0 16,-2-2 32-16,-2-1 16 15,-1 1 0-15,3 2 0 0,2-1-128 0,1 3-16 0,1 1-16 0,1 0 0 0,4-2-240 16,-1 4 0-16,1 1 0 0,7 0 0 0,4-1 320 0,1 0-48 31,-2-4 0-31,0 2 0 0,0 0-272 0,0-2 0 0,0-3 0 0,7 0 0 0,4-2 144 0,4 2-144 16,6-4 0-16,5 4 144 0,3 2-144 0,-1-1 0 15,-7-3 0-15,-5-1 128 0,-4-3-128 0,0 1 0 16,-2 3 0-16,2 0 0 0,2 0 352 0,4 2-16 16,4 3 0-16,-1 1 0 0,-4-3 192 0,-3 1 48 15,-4-1 0-15,-1-1 0 0,0-3-352 0,1 1-64 16,2 1-16-16,4 3 0 16,5 1-144-16,-1 4 192 0,1 0-192 0,0-4 192 0,-6-3-192 15,-2-2 0-15,-3-3 0 0,0 1 128 0,1 0-128 0,1 4 0 16,4 2 144-16,1 3-144 0,4 0 144 0,-2 0-144 15,-4 0 192-15,-1 0-192 16,-3 0 208-16,-3-2-64 0,-1-7-16 0,0 4 0 0,-2 2-128 0,2 1 160 16,2 2-160-16,5 2 160 0,3 3-32 0,-1-2-128 0,-1-4 192 0,-3-1-64 31,-3-2-128-31,0-1 0 0,1-3 0 0,1 1 128 0,1 2-128 0,5 3 0 0,4 2 144 0,1 0-144 16,1 0 128-16,-1-4-128 0,-6-1 128 0,-2-3-128 15,-4-5 0-15,1 1 0 0,-1 0 0 0,4 2 0 16,0 1 0-16,3 4 0 0,4 3 0 0,-4 1 0 15,-3-1 0-15,-5-2 144 0,-6-1-144 0,-1 0 0 0,-2-2 144 0,-2 2-144 16,-3 2 0-16,4 1 144 0,1 2-144 16,3 7 0-16,1 1 144 0,3 6-144 0,1 3 0 0,3-3 0 15,-3-5 0-15,-1-2 0 16,-5 0 0-16,2 0 0 0,1 0 0 0,2-1 0 16,-2 1 0-16,2 2 0 0,2 0 0 0,4-1 0 15,5 3 0-15,-3-3 224 0,-1-3-48 0,-3-3-16 0,-3-7 160 0,-1 0 16 16,-2 0 16-16,2 1 0 0,0 2-352 0,4 6 128 15,3 1-128-15,1 2 0 0,3-2 0 0,-3 0 0 0,-1-3 0 0,-5-2 128 16,-2 0-128-16,0 0 192 0,-4-2-64 0,1 2 0 16,-1 4-128-16,2 1 0 15,1 4-128-15,2-1 128 0,4 1 0 0,1-1 0 16,-6-1 0-16,-2 0 128 0,-2-7-128 0,-1-1 0 16,-2-1 0-16,0 0 0 0,0 0 0 0,2 2 0 15,3 2 0-15,4 2 0 0,5-3 0 0,-2 1 0 0,0 0 0 0,-2-2 0 16,-3-2 0-16,-3 0 0 0,-2 1 0 0,-2-1 0 15,-2-3 0-15,0 3 0 0,-1 2 0 0,3 3 0 16,2 1 0-16,1 1 0 0,4-2 0 0,-3 3 0 16,-4-5 0-16,0-1 0 15,0-1 0-15,-2-3 0 0,-3-1 0 0,-2 0 192 0,0 0-32 0,1-2-16 32,-3 0-16-32,4 0 0 0,0 0 0 0,0 2 0 15,1 1-128-15,3 3 0 0,1-1 0 0,-4 0 0 0,-3-1 0 0,0-2 0 16,1-1 0-16,-3 1 0 0,-3 0 0 0,-2 0 0 0,1 0 0 0,-5-2 0 15,-2 3 0-15,-3 1 0 0,-1 1 0 0,2 2 0 16,1 0 0-16,0 2-176 0,-3-2 48 0,2 3 0 0,0 2 128 0,-3 1 0 16,0-3 0-16,-1 1 0 15,0-1 0-15,-2 0 0 0,-3-3 0 0,-3 0 0 16,-16 0 0-16,14-1 0 0,-14 1 0 0,0 0 0 16,10-5 0-16,-10 5 0 15,0 0 0-15,0 0 0 0,0-14 0 0,0 3 0 0,0 11 0 0,-7-10 0 16,-1 1 0-16,-1 3 0 0,2-3 0 0,7 9 0 15,-7-7 0-15,7 7 0 0,0 0 0 0,0 0 0 0,0 0 0 0,0 0 0 0,0 0 0 16,0 0 0 0,0 0 0-16,0 0 176 0,0 0-48 0,0 0 0 15,0 0-128-15,0 0 0 0,-15 5 0 0,15-5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10.96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11211 193 3679 0,'0'0'160'0,"0"0"32"0,0 0-192 0,0 0 0 15,0 0 0-15,0 0 0 0,3-12 2288 0,-3 12 400 16,0 0 96-16,0 0 16 0,0 0-1200 0,0 0-224 16,0 0-48-16,0 0-16 0,0 0-96 0,0 0-32 15,0 0 0-15,14-3 0 0,-14 3-480 0,14 1-112 16,0 6-16-16,-1 2 0 0,-13-9-48 0,14 17-16 16,0 2 0-16,0 2 0 0,0 1-192 0,-2 4-64 15,-2 2 0-15,-1 6 0 0,-1 8 0 0,1 3-16 0,-4 3 0 0,-2 0 0 16,-1-1-112-16,-4-1-128 0,-1-2 176 0,-2-3-176 15,-4 2 208-15,-3-5-64 0,-2-2-16 16,-3 1 0-16,-2-1 48 0,2 4 0 0,0 3 0 0,3 10 0 16,2 11-176-16,2 2 160 0,1-4-160 0,2-2 160 0,2-3 16 15,1-3 0-15,3-4 0 0,1-5 0 0,1-4-176 0,3 2 0 32,1 2 0-32,0 10 0 0,0 13 0 0,1 6 0 0,-3 5 0 0,0-1 0 15,-1-6 0-15,-2-6 0 0,0-6 0 0,-2-3 0 16,-1-5 0-16,-2 5 0 0,-4 7 0 0,-1 10 0 15,0 11 0-15,-4-8 0 0,-7-4-160 0,-1-8 160 0,-1-6 0 0,-1-9 0 16,-2-8 0-16,0 2 0 0,2 1 0 0,2 5 0 31,0 4 0-31,4 8 0 0,5 5-128 0,2 1 128 0,4-5 0 0,4-2-144 16,1-9 144-16,2-7 0 0,0-9 0 0,0-2 0 0,0-1 0 0,-2-2-128 16,1-1 128-16,-1-3 0 15,-3 2 0-15,0 1 0 0,-2 1 0 0,-4 5 0 16,-2 7 0-16,-1 6 0 0,0 1 0 0,-1 1-128 0,-4 5 128 0,1-6 0 15,0-2 0-15,0-5 0 0,1-1 0 0,3 1 0 0,4 3 0 0,6 6 0 0,4 7 0 0,11 8-160 32,4 14 160-32,6-3-160 0,0-4 160 0,3-8 0 15,3-8 0-15,4-9-128 0,0-8 128 0,2-3 0 0,-2-2 0 0,-2 1 0 16,-3-3 0-16,-3 1 0 0,-4-4 0 16,-2 7 0-16,0 3 0 0,0 4 0 0,-1 0 0 0,-1 5 128 15,-1-3-128-15,-2-3 0 16,-5 0 0-16,2-1 0 0,-1-5 0 0,1-2 0 15,-1-3 0-15,1 0 0 0,-2-1 0 0,0 3 0 16,0-1 0-16,0 6 0 0,-1 1 0 0,1 6 0 0,0 5 0 0,2 0 0 0,-1-2 0 0,3 0 0 16,1-5 0-16,0-2 0 0,0-2 0 0,2-6 0 15,-2-8 0-15,0-1 0 0,0-2 0 0,-2 1 0 16,1-3 0-16,-3 4 0 16,-1 0 0-16,-2 0 0 15,-1-2 0-15,-3 3 0 0,-1 3-128 0,0 1 128 0,-1 3-128 0,1 1 128 0,-2 1 0 0,2 0 0 16,2 1 0-16,1 2 0 15,1-2 0-15,2-3 0 0,3-1 0 0,3-2 0 16,-2-5 0-16,1-2 0 0,1-5 0 0,2-2 0 0,-1 0 0 0,1 1 0 16,-3 1 0-16,1-2 0 15,1-3 0-15,1 1 0 0,-2 1 0 0,-1-1 0 0,-11-15 0 16,10 16 0-16,-10-16 0 0,10 15 0 0,-3 1 0 16,-7-16 0-16,5 19 0 0,-1-2 0 0,-4-17 0 0,0 19 0 15,0 2 0-15,-2 0 0 0,-3-1 0 0,1 4 0 16,3 2 0-16,-1 0 0 0,-1-2 0 0,1 4 0 15,2 1 0-15,2 1 0 0,1-3 0 0,0 1 0 16,1-2 0-16,1-2 0 0,2-2 0 0,0-3 0 16,0-1 0-16,1-3 0 0,1-1 0 0,0 2 0 15,-9-16 0-15,8 15 0 0,-8-15 0 0,5 16 0 0,-8 1 0 0,-4 0 0 0,-5 0 128 16,-5 2-128 0,-4 4 160-16,-1 4-160 0,-2 5 352 0,-2 2-32 0,-2 6 0 0,1 3 0 0,-1 9-32 0,2-1-16 31,2 0 0-31,2 2 0 0,3 1-2144 0,1-6-432 15</inkml:trace>
  <inkml:trace contextRef="#ctx0" brushRef="#br0" timeOffset="170954.3138">11381 2047 5519 0,'0'0'240'0,"0"0"64"0,0 0-304 0,0 0 0 16,0 0 0-16,-5-5 0 0,-2-1 992 0,7 6 144 0,-7-3 16 0,0 0 16 16,-2-3-288-16,1 3-64 15,-1 1-16-15,0 0 0 0,1-1 448 0,1 0 96 16,7 3 0-16,-7-2 16 0,-2 0-176 0,9 2-32 15,0 0-16-15,0 0 0 0,-8 5-432 0,8-5-64 16,-11 5-32-16,3 4 0 0,1 3 240 0,0 2 48 0,0-2 16 0,2 5 0 16,1 4-208-16,1-2-64 15,-1 0 0-15,1 9 0 0,-1-4-192 0,4-2-64 16,2-3 0-16,2 2 0 0,-1-2-128 0,2 3-48 16,0-1 0-16,4 1 0 0,1 6-16 0,3 0-16 0,-3 1 0 0,2 4 0 15,2 1 0-15,-2 4 0 0,-2 2 0 0,1 0 0 16,-1-4 96-16,0-2 32 0,-1-4 0 0,0-1 0 15,-3-5-64-15,3-1-16 0,0-3 0 0,-2-1 0 16,0-1-224-16,1-3 0 0,1-1 0 0,-2 0 0 16,-2 0 0-16,2-1 0 0,0 1 0 0,-7-14 0 15,5 16 0-15,-5-16 0 0,8 15 0 0,-1 1 0 16,-7-16 0-16,4 19-128 0,-4-19 128 0,2 19 0 0,-2 2 0 0,0-2 0 16,-2-4 0-16,0 4 0 0,-1 0 0 0,-1 0 0 15,1-2 0-15,-1 4 0 0,3 1 0 0,-1 1 0 16,-2-1 0-16,3 4 0 0,-1 2 0 0,2-1 0 15,0-2 0-15,0-1 0 0,0 0 0 0,0 0 0 16,2-3 0-16,-2 0 0 0,0-2 0 0,0 1 0 16,0 1 0-16,0-2 0 0,0-4 0 0,0 3 0 15,0 1 0-15,0-2 0 0,-2-1 0 0,0-1 0 16,-1-1 0-16,1 1 0 0,2-15 0 0,0 21 0 0,2 0-160 0,1-2 160 16,1-4 0-16,1 4 0 0,0 2 0 0,4 1 0 15,1-1 0-15,0 2 0 0,-1-3 0 0,1 4 0 16,2 2 0-16,1 2 0 0,-3 0 0 0,2-1 0 15,-2-1 0-15,1 0 0 0,-1-4 0 0,0-1 0 16,-1 0 0-16,-2-2 0 16,-2-2 0-16,-1-1 0 0,-1 1 0 0,0-3 0 0,-3 0 0 0,-1-2 0 15,1-12 0-15,-2 15 0 0,0-1 0 0,1-2-128 16,-1 2 128-16,2-2 0 0,0-12 0 0,0 17 128 16,0-3-128-16,0-14-128 0,2 17 128 0,-2-1-192 15,0-16 192-15,3 19 0 0,0 0 0 0,3-2 0 16,-6-17 0-16,7 19 0 0,-2-2 0 0,2 1 0 15,-2-1 0-15,-5-17 0 0,7 19 0 0,-4-2 0 16,1-1 0-16,-3-1 0 0,-1-15 0 0,0 19 0 16,0 0 0-16,-1-2 0 0,-3 1 0 0,2 1 0 0,-1 1 0 0,0 3 0 15,-3-3 0-15,3 1 0 0,1 0 0 0,0 0 0 16,1 1 0-16,1 0 0 0,0 3 0 0,3-3 0 16,1 0 0-16,-1 1 0 0,1 1 0 0,1 0 0 15,2 0 0-15,-1-3 0 0,1-4 0 0,0 1 0 0,0-1 0 0,-2 0 0 16,-1-1 0-16,-1 1 0 15,-1 0 0-15,-2-17-128 0,-2 16 128 0,1 1 0 16,-3 0 0-16,-1 2 0 0,0-2 0 0,-2 2 0 16,-2-1 0-16,2-1 0 0,0 0 0 0,1 2 0 15,-1 0 0-15,1 2 0 0,1 0 0 0,0 1 0 16,0 1 0-16,1 1 0 0,1-4 0 0,1 3 0 0,1-2 0 16,-1 1 0-16,0-1 0 0,0-1 0 0,2 3 0 0,0-1 0 15,0 1 0-15,0-1 0 16,0-1 0-16,0 0 0 0,0-1 0 0,0-1 0 0,2-1 0 0,-2-1 0 15,0-17 0-15,0 21 0 0,-2-1 0 0,2-3 0 16,-1 1 0-16,-1-1 0 0,0-1 0 0,0 1 0 16,2-2 0-16,-1 3 0 0,-1-1 0 0,2 0 0 15,0 0 0-15,0 2 0 0,-2 2 0 0,1 1 0 16,1 3 0-16,0 1 0 0,0-1 0 0,0 3 0 16,0-2 0-16,1 0 0 0,1-2 0 0,1 4-128 0,1-1 128 0,1-1 0 15,2 0 0-15,0-2 0 16,2 2 0-16,3-2 0 0,3-3 0 0,1 0 0 0,-3-2 0 0,3 1 0 15,0 1 0-15,-3 0 0 16,-2-4 0-16,-3 2 0 0,-1 0 0 0,-2 2 0 16,-1-1 0-16,-4 3 0 0,-2 1 0 0,-1 0 0 0,-2 2 0 0,-2 2 0 15,-2 1 0-15,2 2 0 0,0-3 0 16,0-1 0-16,0 1 0 0,0-2 0 0,1-2 0 0,-1 2 0 16,0-2 0-16,2-3 0 15,-1-4 0-15,1 4 0 0,2-2 0 0,-1 0 0 0,1 0 0 0,1-2-128 16,2-2 128-16,0 1-128 0,0-16 128 0,4 21 0 15,-1-2 0-15,0 0 0 0,-3-19 0 0,6 22 0 0,-1 2 0 0,0-1 0 16,0-1 0 0,-1-1-128-16,-1 1 128 0,-1 4-128 0,0 0 128 0,-1 3 0 15,-1 1 0-15,-1 3 0 0,-1-1 0 0,-2 1 0 0,-3-5 0 0,2 1 0 16,0 0 0-16,-2 1 0 0,-1-4 0 0,1-2 0 0,2-3 0 16,3 1 0-16,0-3 0 0,2-2 0 15,2 0 0-15,3-1 0 0,-5-16 0 0,10 16 0 16,-1-3 0-16,1-1 0 0,1-1-144 0,-11-11 144 15,13 14 0-15,-2-1 0 16,-11-13 0-16,12 14 0 0,-12-14 0 0,0 0 0 16,10 16 0-16,-10-16 0 0,5 17 0 0,-3-1 0 0,-2-16 0 15,-2 20 0-15,-3-1 0 0,0 0 0 0,-4 0 0 0,1 0 0 16,-1 0 0-16,1 2 0 0,-3 1 0 0,4 4 0 16,0 4 0-16,2-3 0 15,-2-1 0-15,4-3 0 0,-1-3 128 0,3-3-128 0,1 1 128 0,0-1-128 16,0-7 0-16,0 1 0 0,0-11 0 0,1 12 0 0,-1-2 240 0,0 1-48 15,0-11 0-15,-1 12 0 0,-3 0-192 0,1-2 144 16,-2 0-144-16,-1 1 128 0,0-3-128 0,-1 3 128 16,-2 1-128-16,0 0 128 0,1-2 0 0,-1 1-128 15,0 1 192-15,9-12-64 16,-6 12 48-16,6-12 0 0,0 0 0 0,0 0-10688 16,0 0-2144-16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5:10.79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0 378 2751 0,'0'0'256'0,"0"0"-256"16,0 0 0-16,0 0 0 0,0 0 1872 0,0 0 336 15,0 0 64-15,0 0 16 0,6-12-1264 0,1 3-256 16,0 0-64-16,-7 9 0 0,9-8-480 0,-9 8-96 15,12-9-128-15,-2 2 176 0,-10 7-48 0,12-5 0 0,-12 5 0 0,14-5 0 16,-14 5 0-16,14-5-128 0,-14 5 192 0,14-2-64 0,-14 2-128 0,15 0 128 16,-1-5-128-16,2 1 128 15,-2 6 144-15,3 0 32 0,2-2 0 0,3 0 0 16,4 0 368-16,2 0 80 0,-1 0 16 0,6 0 0 0,3 0-272 0,1-2-48 0,-5 0-16 0,1 1 0 16,-2-6-192-16,2 3-48 0,0 2 0 0,1 1 0 31,3-3-192-31,1 3 144 0,0 2-144 0,3-1 128 0,0-1-128 0,4 1 128 15,5 0-128-15,0 0 128 0,-1 0-128 0,1 0 0 0,0-2 0 0,-2 2 0 16,-3 0 0-16,-2-2 0 0,0-1 0 0,4-1 0 31,0 1 0-31,3-1 128 0,0 1-128 0,1 1 0 0,3 2 0 0,-1 0 0 16,1 0 0-16,-1-2 0 0,1 2 160 0,-2-1-160 16,-6-3 192-16,1 1-192 0,-2-2 0 0,1-2 0 15,3 0 0-15,3 2 0 0,-1 1 208 0,3 2 144 16,3 1 32-16,1-1 0 0,1 0 64 0,0-1 32 15,-2-1 0-15,-4-1 0 0,-4-3-256 0,-3-1-48 16,1-1-16-16,-1 4 0 0,3-1-160 0,-1 2 0 16,-1 2 0-16,-1 3 128 0,1 2-128 0,-1-1 0 0,1-1 0 0,-2 0 0 15,-2 0 0-15,-2 2 0 0,-3-5 0 0,-1-1 0 16,-5-1 0-16,1 0 0 0,-5 0 0 0,0-1 0 16,-1 1 144-16,4 2-144 0,2-1 160 0,0 3-160 0,1-1 208 0,1 0-48 15,1 0-16-15,4 2 0 16,3 4-144-16,2-2 0 0,1-2 0 0,1 0 0 15,1 0 0-15,-1-2 160 0,-2-2-160 0,-2 1 160 0,-3-2-160 0,1 1 192 16,2 3-192-16,0 1 192 0,1 0-192 0,-3 3 0 16,0 1 0-16,3 1 128 0,-1 3-128 0,2-1 0 15,-1 0 144-15,1-2-144 16,2-1 0-16,-4-4 128 0,-2-2-128 0,3-1 0 16,-3-3 0-16,4 1 0 0,0 0 0 0,3 0 0 15,2 1 0-15,4 3 0 0,-1-1 0 0,6 2 0 0,5 2 0 0,-2-2 0 16,-2-2 0-16,-1 0 0 0,-6-3 0 0,-1 0 0 0,-3-2 0 0,1 2 128 15,5 0-128-15,-2 5 0 16,1 0 0-16,-1 3 0 0,1 2 0 0,-1-1 128 16,1-1-128-16,-2 1 128 0,-1-4 32 0,-1-2 16 15,-1-5 0-15,-3 2 0 0,1-2 64 0,1 2 16 16,2 0 0-16,-1 1 0 0,-3 2-96 0,4 2-16 16,0 4 0-16,2-1 0 0,2-1-144 0,-1-2 128 15,1-5-128-15,-1 0 128 16,-3-2-128-16,0 0 0 0,0-4 144 0,0 5-144 0,0-3 224 0,1 5-32 15,-1 1 0-15,1 3 0 16,1 0 96-16,2-2 16 0,1 2 0 0,0 0 0 0,0 0-80 0,-1-3-16 0,-1-2 0 0,1 0 0 16,-1-1-208-16,-1 3 176 0,0 1-176 0,0 6 160 15,1 1-160-15,2 2 128 0,2 0-128 0,-3 1 128 0,-2-1-128 0,-1 0 0 32,1-4 0-32,-2-1 0 0,-5-2 0 0,0 2 0 15,0 0 0-15,-2-1 0 0,0 1 0 0,-1 0 0 0,-3 0 0 0,1 1 0 16,-2 2 0-16,3 0 128 0,3 1-128 0,-1-3 128 15,-2 0-128-15,1-1 0 16,-1-2 0-16,0 0 0 0,1-2 0 0,-3 1 0 0,-1-3 0 0,0 3-176 0,0-3 176 0,2 2 0 16,-2 2 0-16,2 0 0 15,-1 2 0-15,1 2 0 0,0-1 0 0,1 0 0 0,4-1 0 0,0 0 0 16,-4 0 0-16,1-2 0 0,-2 0 0 0,-1 0 0 16,1-2 0-16,-2-2 0 0,-4 1 0 0,1 0 0 15,-1-3 0-15,-1 3 0 0,0 1 0 0,0 2 0 16,0 0 0-16,-2 2 128 0,0 1 112 0,0 1 16 0,2-2 16 0,-1 1 0 15,1 2-272-15,2-1 0 0,-1-1 128 0,-1-1-128 16,-4 0 0-16,4-2 0 16,-2 0 0-16,0-2 0 0,0 0 128 0,-1 0-128 15,-1-1 192-15,-1 1-192 0,-2-1 128 0,1 1-128 16,1 0 0-16,-2 1 0 0,-2 1 368 0,0 0 16 0,2 0 0 0,-2 1 0 31,2 1-128-31,-2 1-32 0,0 3 0 0,-1-3 0 16,-1 1-96-16,-1 1 0 0,0 0-128 0,-2 0 192 0,0 0-192 0,-2-1 0 15,0-3 128-15,0 3-128 0,-3-1 0 0,-2 1 144 16,-12-4-144-16,14 0 128 0,-14 0 0 0,0 0-128 16,12-2 192-16,-12 2-64 0,0 0-128 0,0 0 128 15,0 0-128-15,0 0 128 0,-12-9-128 0,-7 6 128 0,-10 3-128 0,-6 0-11392 16,-3-3-2368-16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5:15.12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-2295 5585 6447 0,'0'0'576'0,"0"0"-576"0,0 0 0 0,0 0 0 16,0 0 2176-16,0 0 336 0,0 0 64 0,0 0 16 15,0 0-1136-15,7-10-240 0,0 1-32 0,-7 9-16 16,8-9-400-16,1 2-64 0,-1-1-32 0,5 1 0 15,-1-4-192-15,0 5-32 0,-2-1-16 0,4 1 0 0,1 0-224 16,1 2-32-16,-2 1-16 0,1-1 0 0,2 1 160 0,1-2 16 16,-1 1 16-16,0 1 0 15,2 1 160-15,-1 0 48 0,-1-1 0 0,2 4 0 16,0 3-32-16,0-1 0 0,-2-1 0 0,2 3 0 16,-2-1-64-16,1 3-16 0,-1 0 0 0,-2 1 0 15,-1 3-192-15,-2-1-32 0,-3 0-16 0,-2 4 0 16,-2 2-80-16,-2 1-128 0,-1-2 176 0,-2 4-176 0,-2 2 160 0,-1 0-160 15,-4 0 128-15,-2-1-128 16,-3-3 144-16,-2 2-144 0,-3-1 160 0,0-3-160 0,0 1 240 0,-1-1-48 16,1 1-16-16,0-2 0 0,1-4-48 0,1 2 0 0,-2 2 0 0,3-5 0 15,14-9 64-15,-12 6 0 16,12-6 0-16,0 0 0 0,0 0-192 0,0 0 128 16,0 0-128-16,0 0 128 0,0 0-128 0,0 0 0 15,14 11 0-15,1-4 0 0,2-2 128 0,2 0-128 16,2 0 0-16,3 0 128 0,2-1-128 0,0-2 0 15,-2-1 0-15,-1 3 0 16,-1-1-528-16,0 1-144 0,-1-1-32 0,0 1 0 16,-2-3-832-16,-2-1-160 0,-3 0-32 0</inkml:trace>
  <inkml:trace contextRef="#ctx0" brushRef="#br0" timeOffset="228.8925">-2318 5861 20559 0,'0'0'896'0,"0"0"208"0,-8-7-880 0,8 7-224 16,-6-12 0-16,6 3 0 15,0 9 992-15,7-8 160 0,4-1 16 0,3 1 16 16,1 2-704-16,2 1-144 0,4 0-16 0,5-2-16 0,3 4-176 0,4 1-128 0,3 2 192 0,6 3-192 15,3 1 0-15,5-1-144 0,0 1-16 0,5-6-11360 16</inkml:trace>
  <inkml:trace contextRef="#ctx0" brushRef="#br0" timeOffset="1503.4658">-1494 5262 18255 0,'0'0'800'0,"0"0"176"0,0 0-784 0,0 0-192 0,0 0 0 0,0 0 0 16,0 0 832-16,0 0 128 0,0 0 32 0,-11 10 0 15,11-10-256-15,-8 13-48 16,8-13-16-16,-7 13 0 0,7-13-368 0,-4 18-80 16,2 1-16-16,4 0 0 15,0-4-1264-15,1 2-256 0</inkml:trace>
  <inkml:trace contextRef="#ctx0" brushRef="#br0" timeOffset="840.4369">-1570 5864 22623 0,'0'0'1008'0,"0"0"208"0,-9-8-976 0,9 8-240 0,-3-9 0 0,3 9 0 16,0 0 512-16,0 0 48 0,0 0 16 0,0 0 0 16,0 0-224-16,0 0-32 0,0 0-16 0,0 0 0 15,13 9 208-15,-13-9 64 0,18 3 0 0,-3 1 0 16,1 1-272-16,-3-2-48 0,-13-3-16 0,18 2 0 16,-1 0-240-16,-1 0 176 0,-1-2-176 0,-15 0 160 15,14 0-160-15,-14 0 0 0,14 1 0 0,-14-1 0 0,0 0 0 0,13-3 128 16,-13 3-128-16,0 0 0 15,0 0 0-15,0 0 0 0,0 0 128 0,0 0-128 0,0 0 0 0,0 0 128 0,0 0-128 0,0 0 128 16,0 0-128-16,0 0 0 0,0 0 0 0,0 0 0 16,0 0 0-16,0 0 0 0,0 0 0 0,0 0 0 15,0 0 0-15,0 0 0 0,0 0 0 0,0 0 0 0,0 0 0 0,0 0 0 32,0 0-144-32,0 0 144 0,0 0 0 0,0 0 0 15,14 17 0-15,0-7 0 0,-14-10 0 0,17 7 0 0,-17-7 0 0,18 4 0 16,-3-2 0-16,-15-2 0 0,16 1 0 0,-16-1 0 15,14 2 0-15,-14-2 0 16,13-2 0-16,-13 2 0 0,16-3 0 0,-16 3-128 0,14-7 128 0,-14 7 0 16,0 0-144-16,12-10 144 0,-2-3 0 0,-1 5-144 0,-9 8 144 0,7-11 0 15,-2-1 0-15,0-1 0 0,-2-1 0 0,3 2 0 16,-6 12 0-16,5-18 0 0,0 1 0 0,-2 3 0 0,-3 14 0 0,2-13 0 31,0-3 0-31,0 4 0 0,-2 12 0 0,0 0 0 16,1-16-528-16,-1 16-80 0,-5-12-16 15</inkml:trace>
  <inkml:trace contextRef="#ctx0" brushRef="#br0" timeOffset="4814.7518">-1995 5992 10767 0,'0'0'464'0,"0"0"112"0,0 0-448 0,0 0-128 0,0 0 0 0,0 0 0 15,0 0 1296-15,0 0 240 16,0 0 64-16,0 0 0 15,7-12-256-15,-7 12-64 0,0 0 0 0,0 0 0 0,0 0-640 0,0 0-144 0,0 0-32 0,0 0 0 16,0 0-288-16,0 0-176 16,0 0 192-16,0 0-192 0,0 0 0 0,0 0 0 15,0 0 0-15,0 0 0 0,0 0 176 0,0 0-176 0,0 0 160 0,0 0-160 16,0 0 272 0,0 0-32-16,-5 9-16 0,0-2 0 0,-2 0 64 0,0-1 16 0,0 1 0 0,7-7 0 15,-7 7 16-15,0 0 0 16,-2-2 0-16,3 2 0 0,-1-2-192 0,7-5-128 0,-7 9 144 15,0-2-144-15,0 0 128 0,7-7-128 0,0 0 0 0,-7 7 144 16,7-7-144-16,-5 8 0 0,5-8 0 0,0 0 0 16,0 0 0-16,-5 11 0 0,5-11 0 0,-6 10 128 15,6-10-128-15,0 0 0 16,0 0 0-16,-5 10 0 0,5-10 0 0,0 0 0 0,0 0 0 0,0 0 0 16,0 0 0-16,0 0 0 15,0 0 0-15,0 0 0 0,0 0 176 0,0 0-48 16,0 0-128-16,0 0 192 0,0 0 32 0,0 0 0 15,0 0 0-15,0 0 0 0,0 0-96 0,18-1 0 16,-5-1-128-16,3-1 192 0,-1-1-192 0,1 2 128 0,-2-1-128 0,1 1 0 0,3 0 128 0,-1-1-128 16,-2 1 0-16,1 1 144 0,-1-1 64 0,4 2 16 15,0 0 0-15,0 0 0 0,0 0 32 0,-1 0 0 16,-1 0 0-16,0 0 0 16,0 2-112-16,1-1-16 0,-3 1 0 0,2 1 0 15,2 1-912-15,0-2-192 0,-1 1-48 16</inkml:trace>
  <inkml:trace contextRef="#ctx0" brushRef="#br0" timeOffset="5940.5042">-842 5921 13823 0,'0'0'608'0,"0"0"128"0,0 0-592 0,0 0-144 0,0 0 0 16,0 0 0-16,0 0 1920 0,10-12 368 0,2 0 64 0,4 2 16 15,-1 1-1712-15,4 1-336 0,2-3-64 0,3 4 0 0,2 2-256 0,2 0 0 16,-1 0 0-16,3 1 0 16,1 4 0-16,0-1 0 0,-3 1 0 0,1 0-6848 15,0 1-1392-15</inkml:trace>
  <inkml:trace contextRef="#ctx0" brushRef="#br0" timeOffset="5747.2676">-837 5593 20207 0,'0'0'896'0,"-3"-12"192"0,3 12-880 16,-2-12-208-16,2 2 0 0,2 3 0 0,-1-2 1248 0,1 1 208 15,2-1 32-15,-1 1 16 0,-1 1-304 0,1 0-64 16,1 0-16-16,-1-2 0 0,1 2-352 0,-1 2-80 16,0 0-16-16,3-2 0 0,-6 7-416 0,7-3-96 15,1 1-16-15,3 0 0 0,1 0-144 0,0 1 0 16,2 2 0-16,-1 3 0 0,1-1 0 0,0 2 0 15,0 1 0-15,1 1 0 16,1-1-336-16,-1 3-112 0,-1 0 0 0,-2-1-16 16,-1 1-2352-16,-3-2-480 0</inkml:trace>
  <inkml:trace contextRef="#ctx0" brushRef="#br0" timeOffset="7611.8782">-2459 7035 2751 0,'0'0'256'0,"0"0"-256"15,0 0 0-15,0 0 0 0,0 0 3888 0,0 0 720 0,7-11 160 0,-7 11 32 16,5-12-2752-16,0 0-560 0,2 0-96 0,0 3-32 16,0-1-384-16,1 1-80 15,1 1 0-15,5-1-16 0,1 1-528 0,3-1-96 0,-1 0-32 0,2 2 0 16,0-1-224-16,0 1 0 0,0-2 128 0,0 2-128 15,-2 2 0-15,0 0-160 0,1 0 32 0,-1 0-12656 16</inkml:trace>
  <inkml:trace contextRef="#ctx0" brushRef="#br0" timeOffset="8147.4241">-2012 6615 8287 0,'0'0'368'0,"0"0"80"0,0 0-448 0,7-12 0 0,-7 12 0 0,8-8 0 16,-8 8 2320-16,14-7 384 0,-4 0 80 0,-10 7 16 0,0 0-1888 0,14-7-368 15,-14 7-80-15,11-5-16 0,-11 5 448 0,0 0 96 16,15-2 16-16,-1 0 0 0,-14 2-192 0,16 0-48 16,-3 4 0-16,1 1 0 0,-14-5-176 15,16 5-32-15,-16-5-16 0,13 7 0 0,-13-7-96 0,13 7 0 16,-13-7-16-16,0 0 0 0,13 10-144 0,-13-10-32 0,0 0 0 0,7 14 0 15,-7-14-80-15,0 0-32 16,4 19 0-16,-4-19 0 0,-2 15 32 0,2-15 0 0,-2 18 0 0,2-18 0 16,-7 19 0-16,-1-4 0 0,-3-3 0 0,1-1 0 15,10-11-176-15,-12 12 192 16,2 2-192-16,1-2 192 0,9-12-16 0,-12 10 0 0,12-10 0 0,-9 10 0 16,9-10-48-16,-7 12 0 0,7-12 0 0,0 0 0 15,-5 16-128-15,5-16 128 0,0 0-128 0,0 0 128 16,0 0-128-16,12 10 128 0,2-1-128 15,3-4 128-15,4-3-128 0,3-2 0 0,2-4 144 0,2 1-144 0,-1-4 0 0,3 2 144 16,1-2-144-16,-2 0 0 31,-1 0-416-31,-1 2-192 0,-1 2-32 0,-2-4-9296 16,-1-5-1856-16</inkml:trace>
  <inkml:trace contextRef="#ctx0" brushRef="#br0" timeOffset="8503.1752">-1405 6496 12895 0,'0'0'1152'31,"0"0"-928"-31,0 0-224 0,0 0 0 0,0 0 976 0,0 0 160 16,0 0 16-16,-12 14 16 0,4 0-336 0,-3-2-80 16,-1-2-16-16,4 1 0 0,1 2 480 0,0 1 80 0,7-14 32 0,-7 16 0 15,7-16-400-15,-2 19-80 0,2-19-16 0,0 20 0 16,0-20-352-16,0 18-80 15,0-18-16-15,0 0 0 0,0 0-96 0,9 19-32 16,3-7 0-16,-12-12 0 0,17 8-64 0,-1-4 0 0,-16-4-16 0,17 3 0 0,-2-1-176 0,1-2 192 31,-1-3-192-31,3-1 192 0,-1 1-192 0,2-3 160 16,0 1-160-16,-2-2 160 0,0 2-160 0,1 2 0 0,1-2 144 0,-2-1-144 16,-1-1 0-16,-3 1 0 0,-1-1 0 0,-12 7 0 0,0 0 0 0,4-12 144 15,-4 12-144-15,-7-12 0 16,-5-2 0-16,-4 2 0 0,-3 6 0 15,-3 0 0-15,-4-1 0 0,-2 3 0 0,-1 1-192 0,1 4 48 32,1 1-528-32,-1 2-96 0,1-1-32 0,4 2-7904 0,4-1-1568 0</inkml:trace>
  <inkml:trace contextRef="#ctx0" brushRef="#br0" timeOffset="8920.0231">-923 6477 13823 0,'0'0'1216'16,"0"0"-960"-16,0 0-256 0,0 0 0 0,-10 5 0 0,10-5-128 15,0 0 128-15,-11 9-208 0,11-9 976 0,0 0 208 16,0 0 48-16,0 0 0 0,0 0-96 0,0 0-16 16,0 0 0-16,0 0 0 0,0 0-464 0,-2 16-80 0,2-16-32 0,0 0 0 0,7 15 176 0,-7-15 16 31,11 14 16-31,-11-14 0 0,12 12-32 0,0-2 0 0,-12-10 0 16,15 9 0-16,-15-9-64 0,18 10 0 0,-18-10-16 0,17 12 0 15,-2-5-16-15,-15-7 0 0,14 11 0 0,-14-11 0 0,16 8-128 0,-16-8-32 0,14 9 0 16,-14-9 0-1,0 0-128-15,0 0-128 0,0 0 144 0,0 0-144 16,0 0 0-16,0 0 128 0,0 19-128 0,0-19 0 16,-7 15 0-16,-4-4 0 0,11-11 128 0,-12 14-128 0,0-4 0 0,2-3-240 15,-1-2 48-15,11-5 16 32,-12 3-800-32,12-3-176 0,-13 4-16 0,0-6-10624 0</inkml:trace>
  <inkml:trace contextRef="#ctx0" brushRef="#br0" timeOffset="9132.3581">-1053 6544 11055 0,'0'0'976'0,"0"0"-784"15,14-10-192-15,2 0 0 0,1-2 1616 0,4-2 288 16,-1 0 48-16,3 0 16 0,-1-1-1264 0,2-1-256 0,1 2-64 0,1 1 0 0,1-3-160 0,4 1-32 15,2 1-16-15,2 2 0 0,-1-2-176 0,2 5 0 32,1 2 0-32,-5 4-5952 0,-1-2-1216 0</inkml:trace>
  <inkml:trace contextRef="#ctx0" brushRef="#br0" timeOffset="10332.7448">-1856 7394 14735 0,'0'0'1312'0,"0"0"-1056"15,0 0-256-15,0 0 0 0,10-9 2080 0,2 0 352 16,4 1 80-16,3-1 16 0,2 1-1504 0,4-1-288 0,5-1-64 0,3-1-16 16,1 1 0-16,2-4 0 15,4-2 0-15,5-1 0 0,5-2-272 0,7 0-48 16,5 2-16-16,7 5 0 0,5 2-320 0,-1-1 144 0,-4-1-144 0,-4 0 0 16,-6 0 128-16,-4 0-128 15,-5 2 0-15,-3 3 0 16,-2 3-240-16,-4 4-144 0,-6 4-48 0,-8-1-12480 0</inkml:trace>
  <inkml:trace contextRef="#ctx0" brushRef="#br0" timeOffset="10804.4612">-1487 7382 13823 0,'0'0'1216'0,"0"0"-960"16,0 0-256-16,0 0 0 0,0 0 1648 0,17-2 272 15,-1 0 64-15,-2 4 16 0,-14-2-1488 0,14 7-320 0,-14-7-48 0,13 8-16 32,-13-8 336-32,11 12 64 0,-11-12 16 0,10 14 0 15,-10-14 176-15,10 14 48 0,-1 0 0 0,-9-14 0 0,9 15-320 16,-9-15-64-16,10 14-16 0,-10-14 0 0,12 14-32 0,-1 0 0 15,-11-14 0-15,13 12 0 0,-1-2-128 0,-12-10-16 0,16 9-16 16,-16-9 0-16,15 7-176 0,1-5 160 0,0-1-160 0,-1-1 160 16,1-1-160-16,-1-3 128 15,-1-1-128-15,3 0 128 0,2-2-128 0,-2-2 128 0,-3 1-128 0,0 1 128 0,0 0-128 0,0-2 0 16,-2 1 0-16,-2-1 0 0,-1-3 0 0,-2 1 0 31,-7 11 0-31,8-8 128 0,-8 8-128 0,7-9 0 0,-7 9 0 0,0 0 128 0,0 0 112 0,0 0 16 16,7-10 0-16,-7 10 0 15,0 0 320-15,0 0 80 0,0 0 16 0,0 0 0 16,0 0-240-16,12 10-48 0,-3 2-16 0,-1 0 0 16,-1 0-48-16,0 1-16 0,-7-13 0 0,7 15 0 0,0 1-176 0,0 1-128 0,0 0 192 15,2 2-192 1,-1-2 128-16,1 1-128 0,-1-1 0 0,-1 4 0 16,0 3 0-16,2 2 0 0,5 3 0 0</inkml:trace>
  <inkml:trace contextRef="#ctx0" brushRef="#br0" timeOffset="19401.3466">-2408 7879 10655 0,'0'0'464'0,"0"0"112"0,0 0-576 0,0 0 0 16,0 0 0-16,0 0 0 0,-7-9 1216 0,7 9 144 0,0 0 32 0,-7-9 0 15,2 1-144-15,5 8-32 16,-6-9 0-16,6 9 0 0,0 0-176 0,-3-10-32 0,-1 1-16 0,4 9 0 0,0 0-304 0,0 0-64 31,-1-8-16-31,1 8 0 0,0 0-192 0,0 0-32 0,0 0-16 0,0 0 0 0,0 0-192 0,0 0-48 16,0 0 0-16,15-2 0 0,1 4 128 0,-1-1 0 16,1-2 16-16,-2 1 0 0,-14 0 0 15,17 0 0-15,-2 1 0 0,-15-1 0 0,18 2-48 0,-4 0-16 0,-14-2 0 16,15 5 0-16,-15-5 32 0,0 0 0 15,14 9 0-15,-14-9 0 0,12 6-32 0,-12-6 0 0,9 14 0 0,-9-14 0 16,5 17-48-16,-2-1-16 16,-3 0 0-16,0-1 0 0,0-15-144 0,-3 17 128 15,-1-1-128-15,4-16 128 0,-3 15-128 0,3-15 192 16,-2 14-192-16,2-14 192 16,-2 14-192-16,2-14 160 0,0 0-160 0,0 0 160 15,-1 16-160-15,1-16 0 0,0 0 0 0,0 0 0 0,0 0 0 0,0 0 0 16,0 0 128-16,0 0-128 0,8 13 0 0,-8-13 0 15,0 0 144-15,0 0-144 0,0 0 144 0,0 0-144 0,0 0 192 0,14 14-192 16,-14-14-256-16,0 0-176 16,0 0-16-16,10 14-16 15,-10-14-960-15,0 0-192 0,0 0-48 0,0 0-6896 16,0 0-1376-16</inkml:trace>
  <inkml:trace contextRef="#ctx0" brushRef="#br0" timeOffset="20415.712">-2552 7984 11919 0,'0'0'512'0,"-12"0"128"0,0-2-512 0,12 2-128 0,0 0 0 0,0 0 0 15,0 0 1104-15,0 0 192 0,-10-3 48 0,10 3 0 16,0 0-64-16,0 0-16 0,0 0 0 0,0 0 0 0,8-11-640 0,3 4-128 0,-1 2-32 0,2 0 0 16,-12 5-464-16,16-5 0 0,-2 0 0 0,1 1 0 31,-1 1 288-31,-14 3 16 0,15-4 0 0,1 3 0 0,-1-1 208 0,1 0 32 16,0 1 16-16,-1-1 0 15,1 0-112-15,-1 0 0 0,-1-1-16 0,0 1 0 16,0 0-256-16,1 2-48 0,1 0-128 0,-3-1 192 0,1-1-64 0,0 2-128 0,-14 0 176 0,17 0-176 15,-3-2 272-15,-14 2-48 16,16 2-16-16,-16-2 0 0,15 3-64 0,-15-3-16 16,0 0 0-16,0 0 0 0,0 0-128 0,0 0 0 15,0 0 144-15,0 0-144 16,2 18 128-16,-2-18-128 0,0 0 160 0,-7 15-160 0,-2 1 176 0,-1-4-176 0,0-4 192 0,-2 1-192 16,0 0 144-16,-2-2-144 0,0 0 0 0,0-1 144 0,-1 3-144 0,1 0 0 15,0-2 0-15,0 1 0 16,0 1 0-16,1-2 0 0,-1-4 0 0,2 4 128 15,12-7-128-15,-11 10 160 16,11-10-160-16,-8 11 160 0,8-11 0 0,0 0 0 16,0 0 0-16,-2 17 0 0,2-17 0 0,0 0 0 15,0 0 0-15,10 16 0 0,-10-16 64 0,16 12 16 16,-2-4 0-16,1-2 0 0,1-5-16 0,-1 1 0 0,1-2 0 16,1-2 0-16,0 1-96 0,2-5-128 0,2 1 176 0,-2 0-176 0,3 0 128 0,3 0-128 15,0-1 0-15,1 1 0 16,0 0 144-16,2 0-144 0,-2 0 0 15,0 0 144-15,-4 1-144 0,-1 1 0 0,-2-3 0 0,-2 3 0 32,-3 1-1280-32,-14 2-352 0,0 0-64 0,0 0-7472 0,0 0-1504 15</inkml:trace>
  <inkml:trace contextRef="#ctx0" brushRef="#br0" timeOffset="23970.3681">-2265 8595 17855 0,'0'0'784'0,"0"0"176"0,0 0-768 0,-2-10-192 16,2-3 0-16,0 5 0 0,0 8 1344 0,4-10 224 0,-1 1 48 0,-3 9 16 15,7-12-624-15,2 1-128 0,1-2-32 0,4 2 0 0,-1 3-576 0,3 1-112 16,1-2-32-16,2 2 0 0,0 0-128 0,0 4 0 16,0-1 0-16,2 3 128 0,0 1-128 0,-1 0 0 0,-1 0 144 0,-1 3-144 15,-3 1 0-15,1 2 0 16,-4 1 0-16,-12-7-8128 15,0 0-1632-15</inkml:trace>
  <inkml:trace contextRef="#ctx0" brushRef="#br0" timeOffset="24190.2606">-2210 8678 4607 0,'0'0'192'0,"0"0"64"0,0 0-256 0,0 0 0 15,0 0 0-15,0 0 0 0,0 0 3584 0,0 0 656 16,0 0 144-16,0 0 32 0,5-12-2304 0,2 1-448 0,3 1-80 0,4 1-32 16,4 1-848-16,1-1-160 15,1 0-32-15,3 3-16 0,1-1-192 0,0 0-48 0,0 2 0 0,2 1 0 16,2 1-256-16,1 1 0 0,0 2 128 0,1 3-128 16,-1 3 0-16,0-1 0 0,-3 0 128 0,0 0-8688 15,-3-1-1744-15</inkml:trace>
  <inkml:trace contextRef="#ctx0" brushRef="#br0" timeOffset="23415.4011">-2048 8053 4607 0,'0'0'400'0,"0"0"-400"15,0 0 0-15,0 0 0 0,0 0 3264 0,0 0 560 16,0 0 112-16,0 0 32 0,0 0-2816 0,0 0-576 0,0 0-96 0,0 0-32 15,0 0-64-15,0 0 0 16,0 0-16-16,0 0 0 0,14 10 336 0,-14-10 64 16,12 14 0-16,-1-2 16 0,-11-12-208 0,13 11-64 15,1-5 0-15,-14-6 0 0,16 7-96 0,-3-1-32 0,3-1 0 0,-2-2 0 16,-14-3-96-16,17 5-32 0,-3-1 0 0,0-2 0 16,-14-2-64-16,15 0-32 0,-15 0 0 0,14 1 0 0,-14-1-160 0,0 0 0 15,0 0 144-15,0 0-144 0,0 0 128 0,0 0-128 31,0 0 160-31,0 0-160 0,10-5 160 0,-10 5-160 0,0 0 160 0,7-9-160 16,-7 9 0-16,0 0 128 16,0 0-128-16,0 0 0 0,4-13 0 0,-4 13 0 0,5-12 0 0,-5 12 0 15,0 0-176-15,5-13-80 0,-5 13 0 0,0 0-16 0,0 0 144 0,0 0 128 32,7-10-192-32,-7 10 192 0,0 0-192 0,0 0 64 0,0 0 128 15,0 0-208-15,0 0 208 0,14-2-176 0,-14 2 176 0,15 2-160 0,-15-2 160 0,16 7 0 16,-16-7 0-16,14 5 0 0,-14-5 0 0,13 7 0 0,-13-7 0 15,14 2 0-15,0 1 0 0,-14-3 0 0,14 5 0 0,-14-5 0 32,14 0 0-32,-14 0 0 0,0 0 0 0,15-1 0 0,-15 1 0 0,0 0 0 15,14-5 0-15,-14 5 0 0,0 0 0 0,14-6 0 0,-14 6 0 0,0 0 128 16,12-8-128-16,-12 8 0 16,10-7 0-16,-10 7 0 0,11-9 0 0,-11 9 0 0,8-10 0 0,-8 10 128 0,0 0-128 15,9-12 0-15,-9 12 0 0,0 0 0 0,7-12 0 0,-7 12 0 16,0 0 0-16,0 0 128 15,2-16-432-15,-2 16-80 0,0 0 0 0,-6-15-16 32,3-1-368-32,3 16-80 0,-10-14-16 0,1 0 0 0,0-1-1696 15,1 5-320-15,8 10-80 0,-18-16-16 0</inkml:trace>
  <inkml:trace contextRef="#ctx0" brushRef="#br0" timeOffset="22095.0285">-1929 8017 5519 0,'0'0'496'0,"0"0"-496"0,0 0 0 0,0 0 0 16,0 0 3232-16,0 0 544 0,-5-9 128 0,5 9 0 16,0 0-1840-16,0 0-368 0,0 0-80 0,0 0-16 15,0 0-1024-15,0 0-224 0,0 0-32 0,14 0-16 16,-14 0-304-16,0 0 0 0,16 7 0 0,-3 0 0 16,-1 2 0-16,-12-9 0 0,12 8 0 0,-12-8 0 0,14 9 0 0,-14-9 128 0,12 8-128 0,-12-8 0 15,0 0 128-15,0 0-128 16,0 0 0-16,0 0 0 0,0 0 128 0,14 9-128 15,-14-9 0-15,0 0 0 0,0 0 128 0,0 0-128 16,0 0 144-16,14 2-144 0,-14-2 144 0,0 0-144 0,0 0 128 0,10-5-128 16,1-1 0-16,-11 6 0 0,0 0 128 0,0 0-128 15,0 0 0-15,0 0 0 16,0 0 0-16,0 0 0 0,12-6 0 0,-12 6 0 16,0 0 0-16,0 0 0 0,0 0 0 0,0 0 0 15,0 0 128-15,0 0-128 0,14 0 0 0,-14 0 0 0,0 0-224 0,15 1 80 16,-15-1 144-16,16 0 0 0,-16 0 0 0,15 0 0 15,-1 0 0-15,-14 0 0 0,16-1 0 0,-3-1 0 16,-13 2 0-16,14-2 0 0,-14 2 0 16,16-3 0-16,-3-1 0 0,0 1 0 0,-13 3 128 0,13-7-128 15,-13 7 0-15,14-9 0 0,-3 1 0 0,-1 1 0 16,-10 7 0-16,12-11 0 0,-5 1 0 0,-7 10 0 0,7-12 0 0,-7 12 0 16,0-16 0-16,-2 4 128 0,0 0-128 0,-5 0 0 15,-5 0 0 1,-1-2 128-16,-3 0-320 0,0-1-48 0,1-1-16 0,-2 4-7744 15,-2 4-1536-15</inkml:trace>
  <inkml:trace contextRef="#ctx0" brushRef="#br0" timeOffset="26581.1895">-1371 8169 10303 0,'0'0'448'0,"0"0"112"0,0 0-560 0,0 0 0 0,7-9 0 0,-7 9 0 16,8-9 1088-16,-8 9 128 0,0 0 0 0,16-8 16 15,-2-3-80-15,-4 6-32 0,-10 5 0 0,14-3 0 16,0-2-288-16,-14 5-48 0,13-7-16 0,0 1 0 0,-13 6-80 0,13-5-32 0,1 2 0 0,-14 3 0 0,16-2-256 0,-16 2-48 15,15-3-16-15,-15 3 0 0,0 0-144 0,14 3-48 16,-14-3 0-16,0 0 0 0,0 0-144 0,10 14 0 16,-10-14 0-16,7 17 0 0,-7-17 256 0,0 17 32 31,0-17 0-31,-3 18 0 0,-2-6-96 0,-2 3-32 16,0-1 0-16,0 0 0 0,-2-2 64 0,-1 0 16 0,3 0 0 0,7-12 0 15,-10 12 16-15,1-1 0 16,0-3 0-16,9-8 0 0,-8 11-32 0,8-11 0 0,-11 7 0 0,11-7 0 15,0 0-32-15,0 0 0 16,0 0 0-16,0 0 0 0,0 0 16 0,0 0 0 0,0 0 0 0,0 0 0 16,0 0-64-16,0 0-16 0,0 0 0 0,0 0 0 15,16-2-128-15,0 0 128 0,-1-1-128 0,4-1 128 16,0-1-128-16,5 2 128 0,2-1-128 0,0-1 128 0,-2-2-128 0,0 2 0 16,0-2 0-16,1 0 0 31,-1 0-384-31,0 0-128 0,-2 2 0 0,-1-2-8704 0,-5-2-1744 0</inkml:trace>
  <inkml:trace contextRef="#ctx0" brushRef="#br0" timeOffset="26970.2109">-846 8037 9727 0,'0'0'432'0,"0"0"80"0,0 0-512 0,0 0 0 0,-13 7 0 0,13-7 0 31,-12 4 576-31,12-4 0 0,0 0 0 0,0 0 0 0,0 0 992 0,-12 8 208 0,12-8 32 16,0 0 16-16,0 0-608 0,-7 16-112 15,7-16-16-15,-3 15-16 0,3-15-416 0,2 18-80 16,-2-18 0-16,0 0-16 0,5 15-112 0,-5-15-32 16,0 0 0-16,8 16 0 0,-8-16-96 0,11 14-32 15,-11-14 0-15,0 0 0 0,0 0-96 0,17 7-32 16,-3-1 0-16,-14-6 0 0,0 0-160 0,15 0 192 0,-15 0-192 0,14-1 192 15,-14 1-192-15,12-5 0 0,-1-1 144 0,-11 6-144 16,12-8 0-16,-2 1 128 0,-10 7-128 0,14-9 0 16,-2 1 0-16,-3-1 0 0,-2-1 0 0,-7 10 0 15,0 0-160-15,0 0-96 0,3-13-32 0,-3 13 0 16,0 0-336-16,0 0-64 0,-5-12-16 0,5 12 0 16,-12-5 144-16,-2 5 32 0,-2 2 0 0,1 1 0 15,-4 3-16-15,0-1 0 16,0 0 0-16,0-2 0 0,0 4-464 0,2 0-80 0,3 0-32 0,2-2-6896 15</inkml:trace>
  <inkml:trace contextRef="#ctx0" brushRef="#br0" timeOffset="27620.8818">-607 8020 6447 0,'0'0'576'0,"0"0"-576"0,0 0 0 0,0 0 0 15,0 0 2000-15,0 0 304 0,0 0 48 0,0 0 16 0,7-10-1152 0,-7 10-208 16,7-11-48-16,-7 11-16 0,12-8 16 0,2 1 0 16,0 2 0-16,3 1 0 0,2 3-624 0,5 1-112 15,4 0-32-15,3 1 0 16,2-1-528-16,1 0-112 0,1 0-32 0,1-1 0 0</inkml:trace>
  <inkml:trace contextRef="#ctx0" brushRef="#br0" timeOffset="27389.7756">-589 7986 1839 0,'0'0'160'0,"0"0"-160"0,0 0 0 0,0 0 0 0,0 0 2224 0,0 0 400 16,0 0 96-16,0 0 16 0,0 0-1264 0,0 0-240 15,0 0-48-15,0 0-16 0,0 0-96 0,0 0-32 16,0 0 0-16,0 0 0 0,0 0-752 0,0 0-160 16,0 0-128-16,13 13 192 0,1-2 80 0,-14-11 32 15,14 10 0-15,0 1 0 0,-14-11 208 0,17 13 64 16,-1-4 0-16,-2 0 0 0,-14-9-96 0,13 8-16 16,-13-8 0-16,0 0 0 0,14 12-208 0,-14-12-64 0,0 0 0 0,0 0 0 15,0 0-192-15,0 0 128 16,5 19-128-16,-5-19 0 0,0 0 144 0,0 0-144 0,-7 19 128 0,1-7-128 0,6-12 128 15,-11 12-128-15,11-12 0 0,-12 9 128 16,2-5-128-16,10-4 0 0,-12 3 0 0,12-3 128 31,-12 2-1664-31,12-2-352 0,-18-5-64 0,18 5-16 0</inkml:trace>
  <inkml:trace contextRef="#ctx0" brushRef="#br0" timeOffset="28074.8196">-1223 8793 2751 0,'0'0'128'0,"0"0"16"15,0 0-144-15,0 0 0 0,0 0 0 0,0 0 0 0,7-10 4448 0,0 1 864 16,2 1 160-16,1-1 32 0,4 2-3040 0,5-3-608 0,5 1-128 0,5-3-32 0,4-2-544 0,5-1-96 31,7-2-32-31,3-2 0 0,1-6-560 0,6 3-112 0,4 0-32 0,1 1 0 16,2 4-192-16,2 5-128 0,0 3 160 0,-5 4-160 16,-8 1 0-16,-6 4 128 15,-7 0-128-15,-7 5 0 16,-7 4-1376-16,-3 1-320 0,-2 1-64 0</inkml:trace>
  <inkml:trace contextRef="#ctx0" brushRef="#br0" timeOffset="28532.8189">-872 8849 8287 0,'0'0'736'0,"0"0"-592"0,0 0-144 0,0 0 0 0,0 0 2928 0,0 0 544 16,0 0 112-16,0 0 32 0,0 0-1472 0,0 0-288 15,0 0-64-15,0 0-16 0,0 0-592 0,0 0-112 0,0 0-32 0,0 0 0 16,12 7-656-16,0 1-128 0,2 1-16 0,-14-9-16 16,0 0-64-16,17 8-16 0,-2 1 0 0,-1 0 0 31,-14-9-144-31,16 8 0 0,-2 1 0 0,-14-9 0 0,15 9 0 0,-1-4 128 0,-14-5-128 0,14 7 0 15,-14-7 0-15,14 5 0 0,-14-5 0 0,15 0 0 16,-1-2 0-16,-14 2 0 16,15-3 0-16,-1-3 0 0,0 1-192 0,-2-2-128 0,-2-1-32 0,1 1 0 31,-11 7-160-31,14-10-48 0,-4-3 0 0,-1 3 0 0,-3-2 144 0,-6 12 32 0,7-12 0 0,-7 12 0 0,0 0 384 0,0 0 0 31,7-10 0-31,-7 10 0 0,5-14 512 0,-5 14 176 0,7-11 32 0,-7 11 16 16,0 0 80-16,0 0 16 15,0 0 0-15,0 0 0 0,0 0-512 0,11 9-112 16,-11-9-16-16,10 14 0 0,0-4 16 0,-1 1 0 0,-9-11 0 16,12 13 0-16,0-1-208 0,-3 2 176 0,-2 0-176 0,1 2 160 31,3 1-1056-31,-4 0-224 0,-4 0-32 0,1 1-16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12.19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5161 2136 17503 0,'15'-19'1552'0,"-2"5"-1232"0,-1-3-320 0,0-1 0 15,0 5 2912-15,0-3 528 16,0 2 96-16,-2-1 32 0,-1-2-1584 0,-2-1-304 16,0 3-64-16,-2 3-16 0,0 0-1088 0,-5 12-208 15,0 0-48-15,0 0-16 16,0 0-1008-16,-15 1-192 0,-3 13-32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8:23.275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-4887-3813 11055 0,'0'0'976'0,"0"0"-784"0,0 0-192 0,0 0 0 0,0 0 1840 0,0 0 320 16,0 0 64-16,9-7 16 0,1-1-1408 0,0 1-256 15,-10 7-64-15,16-6-16 0,-1 3-496 0,1 1 0 16,0 1 0-16,-1 1 0 0,2 0 0 0,2 3 0 16,-1 0 0-16,1 1 0 0,-2-1 0 0,2 1 0 0,0 1 0 0,-2 2 0 0,-3 0 192 0,0 0 128 31,-14-7 48-31,17 13 0 0,-3 0 0 0,0 2 0 0,-2 2 0 0,-2 1 0 15,-3 1-160-15,-2 0-16 0,-5 1-16 0,-2 3 0 16,1-1-176-16,-3 1 160 0,-1-1-160 0,-2 2 160 0,0 0-32 0,-1 4 0 16,-3-2 0-16,-1 0 0 15,-2 0 240-15,2-4 32 0,0-1 16 0,2-2 0 0,-2-4-32 0,-2-1 0 0,2-2 0 0,-2-1 0 16,2-3 32-16,0 1 0 0,0-1 0 0,3-1 0 31,9-7-64-31,-10 6-16 0,10-6 0 0,0 0 0 16,0 0-48-16,0 0-16 0,0 0 0 0,0 0 0 15,0 0-64-15,17 8-16 0,4-4 0 0,5-4 0 16,3-2-64-16,5-2-128 0,4-2 176 0,6-1-176 16,0-4 128-16,7-1-128 0,2-2 0 0,6 1 0 15,6 1 608-15,4 1 16 0,4-1 0 0,1 0-10608 0,0-4-2128 16</inkml:trace>
  <inkml:trace contextRef="#ctx0" brushRef="#br0" timeOffset="744.096">-3708-3751 9215 0,'0'0'400'0,"0"0"96"0,0 0-496 0,7-9 0 0,-2 0 0 0,-5 9 0 15,0 0 3328-15,0 0 560 0,0 0 112 0,0 0 32 16,14 2-2384-16,-14-2-480 0,0 0-80 0,14 12-32 0,-4 4-560 0,-1-1-112 16,-9-15-32-16,8 22 0 0,-1 1 16 0,2 3 0 15,1-1 0-15,2-1 0 0,2-3-208 0,0 1-32 16,-2 1-128-16,2-3 192 0,1 1-192 0,1-2 144 0,-1-2-144 0,1 0 128 16,-1-3-128-16,1-2 0 0,-2-3 0 0,0-1 0 0,-1-3-192 0,1-1-80 31,-14-4-16-31,17-4 0 0,1-2 32 0,-5-6 0 15,0-2 0-15,-3-2 0 0,0-1 256 0,1-2-160 16,-1-3 160-16,-1 1-128 0,-3 2 128 0,0 2 0 16,-3-2 0-16,1 4 0 0,-1-1 0 0,0 4 192 0,-3 2-64 15,0 10 0-15,0 0 288 0,0 0 64 0,0 0 16 0,0 0 0 16,0 0-288-16,0 0-48 0,0 0-16 0,0 0 0 16,2 17-144-16,2-1 0 0,1 1 0 0,2-2 0 15,0 1 0-15,3-3 0 0,2 1 0 0,2 0 0 0,0-2 0 16,-1-2 0-16,3-1 0 0,0-2 0 0,-1 0 0 0,1-2 0 15,-1-3 0-15,1-1 0 16,1-1-160-16,-2-1 160 0,-1-5-208 0,2 1 80 16,-1-2 128-16,1 0 0 0,-2-1 0 0,1-2 0 15,1-1 0-15,-1 1 0 0,-1-2 0 0,2 0 0 16,1 2 0-16,-2 1 0 0,1-3 0 0,0 0 0 16,-3-2 816-16,-1 0 192 0,-1 1 32 0,-3-1 16 31,-1-2-1600-31,-2 1-320 0,-1 1-64 0,-4-1-16 0,-2-3 768 0,-3 1 176 0,-2 2 0 0,-2-2 0 0,-3-1-240 0,-1 1-48 15,-5 0-16-15,1 2 0 16,-2-4-240-16,2 3-48 0,0 1-16 16,1 4 0-16,2 3-128 15,2 1-32-15,0 2 0 0,12 5 0 16,0 0-1392-16,0 0-272 0</inkml:trace>
  <inkml:trace contextRef="#ctx0" brushRef="#br0" timeOffset="1079.7291">-2262-3652 19343 0,'-3'-13'1728'0,"3"13"-1392"16,-4-13-336-16,4 13 0 16,0 0 3008-16,0 0 544 0,0 0 96 0,0 0 32 15,0 0-2480-15,0 0-496 0,0 0-112 0,-3 13-16 16,1 3-448-16,2 1-128 0,-2 1 0 0,1-1 0 0,1-2 0 0,0 3 0 16,1-1 0-16,3 2 128 15,-1 2-128-15,1-2 0 0,-1-2 0 0,2 2 0 16,1 3 0-16,1-1-160 0,-1-4 160 0,3 0 0 31,0 4-1984-31,1-4-272 0,2 1-64 0</inkml:trace>
  <inkml:trace contextRef="#ctx0" brushRef="#br0" timeOffset="3195.2107">-1583-3438 24239 0,'0'0'1072'0,"3"-16"224"0,0 2-1040 0,3 0-256 15,1 2 0-15,1 2 0 0,6 0 368 0,2 1 16 16,1-1 0-16,3 1 0 0,5-1-384 0,1 1 0 16,1 2 0-16,2 0 0 0,4 2 0 0,0 0 0 15,2 1 0-15,-1 1 0 16,1 0-368-16,-1-1-32 0,1 1-16 0,-3-1 0 15,0-1-2080-15,-3-2-400 0</inkml:trace>
  <inkml:trace contextRef="#ctx0" brushRef="#br0" timeOffset="3418.6172">-1399-3763 19407 0,'0'0'848'0,"-14"-3"192"0,1 3-832 0,13 0-208 0,-14-4 0 0,14 4 0 16,0 0 1344-16,0 0 208 0,0 0 48 0,0 0 16 0,0 0-928 0,-4 16-192 0,6-1-48 16,3-1 0-16,-5-14-224 0,12 19-48 0,4 2-16 0,3 1 0 15,2 2-32-15,1 2-128 0,2 0 192 0,0 3-64 32,-1 4-128-32,-1 4 0 0,1-1 0 0,-1 3 0 15,-3-2-1712-15,-2-4-368 16</inkml:trace>
  <inkml:trace contextRef="#ctx0" brushRef="#br0" timeOffset="4110.8582">-377-3766 21023 0,'0'0'928'0,"0"0"192"0,0 0-896 16,-12-7-224-16,-2 0 0 0,2 3 0 0,0-1 960 0,0 3 128 0,-4 1 48 0,3 1 0 16,-3 0-704-16,2 0-144 0,-1 0-32 0,1 1 0 15,2 1-256-15,12-2 0 0,-14 4 0 0,14-4 0 16,0 0 0-16,0 0 0 0,-10 7 0 0,10-7-144 16,0 0 144-16,-2 13 0 0,2-13 0 0,3 16-128 15,-3-16 128-15,7 14 0 0,-7-14 0 0,11 14 0 0,-11-14 0 0,13 15 0 16,-1-3 0-16,1 2 0 15,-1 0-128-15,0 1 128 0,0 3-128 0,2-3 128 0,1 1 0 16,-1 1 0-16,0 0 0 0,0 0 0 0,-4 4 0 0,0-2 0 0,-1 0 0 0,1 2 128 16,-1-1-128-16,0-1 0 0,-4-1 0 0,-2-1 0 15,-1 0 0-15,0-3 128 16,-1-2-128-16,1 2 0 0,-2-4 0 0,-2 1 0 0,-3-3 0 16,0 3 0-16,0-3 0 0,5-8 0 0,-14 7 0 0,2 0 0 15,-2-3 0-15,0-3 128 16,-1-1-128-16,-3-1 0 0,1-1 0 0,0-2 144 15,0 3-144-15,-1-5 0 0,1 1 192 0,0-2-64 0,0-1 0 0,1-1-128 16,-1-1 400-16,1-2-16 0,1-4-16 0,1 1 0 16,0-1-16-16,2-1 0 0,0-2 0 0,0 0 0 15,2-4-32-15,3 3-16 0,0-3 0 0,2 3 0 0,-1-3-48 0,5 1 0 16,1-2 0 0,3-1 0-16,2-1-80 0,4 4-32 0,3 1 0 0,5 1 0 15,2-1 784-15,7 4 160 0,4-1 16 0,2 5 16 31,5-1-1712-31,4 0-352 0,4 0-64 0,1 2-16 0,1 0 688 0,-2 0 128 0,-4-2 16 0,-1 5 16 16,-4-1-640-16,-3 3-128 0,-5 0-16 16,-2 2-16-16,-2 0-2128 0,-5 3-416 0</inkml:trace>
  <inkml:trace contextRef="#ctx0" brushRef="#br0" timeOffset="6263.4335">-551-3815 14223 0,'0'0'624'0,"0"0"144"0,0 0-624 0,0 0-144 0,0 0 0 0,0 0 0 16,0 0 1232-16,0 0 224 0,0 0 32 0,0 0 16 16,0 0-736-16,0 0-160 0,-6-10-32 0,6 10 0 15,0 0-384-15,-12-7-192 0,2 2 160 0,0 1-160 0,10 4 128 0,-14-3-128 16,0 0 0-16,0-1 0 0,2 1 0 0,0 1 0 0,0-2 0 0,0 3 0 31,0-1 144-31,0 0-144 0,-2 1 128 0,0-1-128 16,2-2 320-16,-2 1 0 0,0 1-16 0,1 0 0 15,-1 2 144-15,2 2 48 0,12-2 0 0,-14 5 0 16,2 1-272-16,12-6-48 0,-12 8-16 0,1 3 0 16,3-1-160-16,8-10 128 0,-11 12-128 0,3 0 128 0,8-12-128 15,-9 16 0-15,1-8 0 0,8-8 0 0,-7 16 0 0,7-16 0 0,-4 17-192 0,4-1 192 16,4 1 0-16,-4-17 0 0,0 0 0 0,8 17 0 16,3-1 0-16,-1-3 0 15,-10-13 0-15,16 14 192 0,-1-2-192 0,2-1 0 0,1-1 0 16,1-1 0-16,-2-1 0 0,4 1 0 0,3-4 0 0,0 4 0 15,-3-1 0-15,-1 1 0 0,1 0 0 0,3 1 0 16,0 0 0-16,0 2 0 0,-1 2 0 0,1 2 0 16,2-2 0-16,2-1 0 0,1 1 0 0,-1 2 0 15,-3 1 0-15,0-2 0 0,-1-1 0 0,-2 0 0 0,1 0 0 0,-3-4 128 16,-1-1-128-16,0 0 0 0,0-3 0 0,-3 0 0 16,-16-6 0-16,15 6 0 0,-1 1 0 0,-14-7 0 15,0 0 0-15,0 0 0 0,9 9 0 0,-9-9 0 31,5 10 0-31,-5-10 0 0,-3 14 0 0,-3-2 0 0,1-1 128 0,-2 1-128 16,-5-4 0-16,-2 1 128 0,-1-2-128 0,-2 0 128 0,-2-2 48 16,0-2 0-16,0 1 0 0,0-1 0 0,-4 1-48 0,1-3 0 15,-2-1 0-15,-2-1 0 0,0-1-128 0,0 0 0 16,2-1 0-16,0 1 0 0,-2 0 0 0,2 1 0 16,-1-3 0-16,3 1 0 0,-2-2 0 0,1-1 0 15,-1 1 0-15,2 0 0 0,1 2 0 0,2-4 0 16,0-2 0-16,2 0 0 0,1 1 0 0,4-1 0 0,4 1 0 15,1-1 0-15,0-3 128 0,3 1 32 16,4 11 16-16,0-12 0 0,4 0 160 0,1 0 48 16,2 0 0-16,3-2 0 0,1-1-240 0,4-1-144 0,4-1 192 0,5 1-192 15,2-1 0-15,2 0 0 0,3-4 0 0,2 2 0 16,1 0 0-16,4-1 0 0,2-5 0 0,3 3 0 16,0 0 0-1,-1-1 0-15,-3-1 0 0,1 2 0 0,0-1 0 16,-2 2 0-16,-4 2 0 0,-1 0 0 0,-5 2 0 0,1 0 0 15,0-2 0-15,1 2 0 0,-3 1 256 0,1 4-64 0,-1 2-16 16,-1-1 0-16,-2-1-16 0,1 2 0 16,-3-2 0-16,-3 3 0 0,-3 4-160 0,-3-2 0 15,-13 7 0-15,14-5 0 16,-14 5-352-16,0 0-160 0,0 0-16 0,0 0-8368 0,0 0-1680 0</inkml:trace>
  <inkml:trace contextRef="#ctx0" brushRef="#br0" timeOffset="6996.2638">46-3314 18255 0,'-7'-17'800'0,"5"5"176"0,0-2-784 0,1 0-192 15,-1-2 0-15,2 1 0 16,2-1 688-16,1-3 80 0,2 0 32 0,2 4 0 0,0 3-560 0,2 0-112 15,-1 1-128-15,1 3 176 0,1 1-176 0,-1-2 0 0,0 2-192 0,-9 7 192 16,0 0 0-16,0 0 0 16,14 0 0-16,-14 0 0 0,0 0 0 0,0 0 320 0,15 12-48 0,-6 2 0 15,-4 5 48-15,0 4 16 0,2 1 0 0,-2 2 0 16,0 1 176-16,0-1 48 0,2-5 0 0,0-1 0 0,2 1-192 16,0 0-48-1,1 0 0-15,4-2 0 0,3-4-320 0,0-1 0 16,0 0 0-16,2-2 128 0,0-2-128 0,0-3 0 0,0-2 0 0,0-1 128 15,2-1-128-15,0-3 0 0,0-2 128 0,-1-1-128 16,-1-4 128-16,0-2-128 0,-2-3 160 0,-1 2-160 16,0-4 144-16,-1-1-144 0,-1-3 128 0,0 1-128 15,-2-2 128-15,0 2-128 0,-4 0 0 0,3-1 128 16,-1 3-128-16,-1 1 0 0,-4 0 0 0,0 4 0 0,-5 10 128 0,7-9 0 16,-7 9 0-16,0 0 0 0,0 0-128 0,0 0 192 0,0 0-192 0,0 0 192 15,0 0-192-15,0 0 0 0,0 0 0 0,0 0 0 16,0 0 0-16,5 16 0 0,-5-16 0 0,7 14 0 15,-7-14 0-15,7 13 0 16,-7-13 0-16,9 11 0 0,-9-11 0 0,10 8 0 0,-10-8 0 0,12 7 0 16,-12-7 0-16,16 5 0 0,-1-1 0 0,-1-2 0 15,0-2 0-15,0-2 0 0,-1-2 0 0,3 1 128 16,-2 0-128-16,1-1 0 0,-1-1 0 0,0-2 128 16,0-2-128-16,-2-1 0 0,-2-4 0 0,1 0 0 15,-1-1 0-15,-3-4 128 0,-5-5-128 0,-1-4 128 16,-1-1 0-16,-5-1-128 15,-5-2 192-15,-1 1-64 0,1-2-128 0,-4-2 0 16,-5 1 144-16,0 3-144 0,0 1 0 0,0 6-288 16,0 5 48-16,2 2 16 0,0 1-208 15,3 4-32-15,2 4-16 0,1 3 0 16,11 5-32-16,0 0 0 0,0 0 0 0,0 0-10896 0</inkml:trace>
  <inkml:trace contextRef="#ctx0" brushRef="#br0" timeOffset="7448.5745">1290-3366 29023 0,'-5'-26'1280'0,"3"14"272"0,1 2-1232 0,1 10-320 0,1-9 0 0,-1 9 0 16,0 0 496-16,9-10 32 0,0 3 16 0,-9 7 0 15,13-2-544-15,-13 2 0 0,16 2 0 0,-16-2 0 0,15 5-224 0,-15-5 0 16,14 9 0-16,-2 3 0 0,-3 0-96 0,-2 2 0 0,-7-14-16 0,5 15 0 16,-5-15 160-16,5 17 48 0,-1-3 0 0,-3 0 0 15,-1-14 128-15,2 19 0 0,0 0 0 0,-2-3 0 31,0-16 0-31,0 15 0 0,0 1 0 0,0-16 0 0,-4 13 0 16,4-13 272-16,-3 18-32 0,1-3-16 0,2-15 64 0,0 0 16 0,0 0 0 0,-1 19 0 16,1-2-64-16,0-17-16 15,0 0 0-15,3 16 0 0,-3-16-32 0,0 0-16 0,0 0 0 0,10 17 0 16,1-3-16-16,-11-14 0 0,0 0 0 0,17 9 0 0,-2-8-160 0,3 1 128 31,-1-2-128-31,4-2 128 0,1 1-128 0,4-1 0 0,2 0 0 16,4 1 0-1,5-3-304-15,2 1-144 0,3-3-16 0,3 0-8880 0,1-5-1760 0</inkml:trace>
  <inkml:trace contextRef="#ctx0" brushRef="#br0" timeOffset="9052.2251">2131-3746 22799 0,'0'0'1008'0,"0"0"208"0,-11-5-960 0,11 5-256 0,0 0 0 0,0 0 0 16,0 0 496-16,0 0 48 0,0 0 16 0,0 0 0 15,0 0-560-15,0 0 0 0,18 7 0 0,1-3 0 16,1-3 0-16,6 1 0 0,2 0-192 0,3 1 192 0,2 1-288 0,3-1 32 16,2 4 16-16,3-2 0 0,1-1 240 0,-2-1-144 15,-4-1 144-15,0 1-128 0,-3 1 128 0,-6-1 0 0,-4 2 0 0,-4 0-128 16,-2 1 128-16,-3 1 144 0,-14-7-16 0,10 10-128 0,-10-10 320 16,7 15-64-16,-3 1 0 0,-4 0 0 15,-2-3 48-15,-2 1 0 16,-1 0 0-16,-2 1 0 0,-1 1 192 0,-1 1 32 0,-1 1 16 0,-2 2 0 0,-2 1-112 0,0 0-32 31,-1-1 0-31,-3 1 0 0,1 2-32 0,-4-4-16 16,-1 0 0-16,-1-1 0 0,-1-2-208 0,-3 0-144 0,-3-1 192 0,-1-1-192 15,-3-2 128-15,3 2-128 0,1-2 0 0,3 0 0 16,1-3 0-16,2-1-224 0,3 1 16 0,5-2 0 16,4 0-384-16,12-7-80 15,0 0-16-15,0 0 0 0,0 0-592 0,0 0-112 0,11 10-16 0,4-5-9408 0</inkml:trace>
  <inkml:trace contextRef="#ctx0" brushRef="#br0" timeOffset="9268.7492">3172-3236 2751 0,'0'0'128'0,"0"0"16"0,0 0-144 0,0 0 0 0,0 0 0 0,0 0 0 0,3-13 5280 0,-3 13 1024 16,-7-8 208-16,-5 3 32 0,-2 3-4432 0,-3 4-880 0,-5 3-176 0,-1 0-32 15,1 2-640-15,-4 2-128 0,-4-1-32 0,-1 2 0 16,0 4-224-16,0 0 0 0,0 0 0 0,2 0 0 31,1 0 0-31,2 1 0 0,2 1 0 0,3-1 0 16,2-5-768-16,2 4-32 0,0 0-16 0,0-2 0 16,-1-1-2224-16,5-3-448 0</inkml:trace>
  <inkml:trace contextRef="#ctx0" brushRef="#br0" timeOffset="9798.5896">3427-3753 10127 0,'-17'-8'896'0,"17"8"-704"16,-12-5-192-16,1-1 0 0,1 3 3744 0,10 3 720 0,0 0 144 0,0 0 16 31,0 0-3200-31,0 0-640 0,-4 14-128 0,4 1-16 0,2 3-512 0,3-3-128 0,1 1 0 0,2 3 0 32,1 1 0-32,1 3 0 0,2-1 0 0,2 1 0 0,0-1 0 0,0 1 0 15,-1-3 0-15,5 1 128 0,-1-2-128 0,4-2-160 16,-1-1 160-16,3-4-208 15,-1-2-16-15,2-3 0 0,-1-2 0 0,-1-3 0 16,1-2 224-16,-3-2-176 0,-1-1 176 0,0-2-160 16,-1-2 160-16,-3-2 128 0,-1-1-128 0,0-4 176 0,0-2-176 0,-1-1 0 0,-2-2 0 0,-3 0 0 15,-2 0 0-15,1 0 192 16,-2-1 0-16,-2-1 0 0,-3 0 336 0,0 2 80 16,-2 4 16-16,1 1 0 0,-3 0 112 0,1 2 32 0,-1-4 0 0,1 8 0 15,3 8-320-15,0 0-48 0,-7-9-16 0,7 9 0 16,0 0-256-16,0 0-128 0,0 0 128 15,0 0-128-15,0 0 0 0,0 0 0 0,0 0 0 16,-5 16 0-16,5-16 0 0,-2 19 0 0,2 0 0 0,4 3 0 16,2 2 0-16,1 0 0 15,0 1 0-15,2 2 0 0,1 4 0 0,2 2 0 0,-1 2 0 0,1-1 0 16,-2 2 128-16,2 1-128 0,2-8 0 0,0 0 128 16,-2-3-320-16,3 0-64 0,1-2 0 0,1-1-16 15,-1-6-2144-15,-1 0-416 16,1-3-96-16</inkml:trace>
  <inkml:trace contextRef="#ctx0" brushRef="#br0" timeOffset="10210.7832">4539-3504 7359 0,'-7'-17'320'0,"1"5"80"31,-2-4-400-31,-3 4 0 0,-1 2 0 0,0-2 0 0,0 0 4080 0,0-1 720 0,-2 3 160 0,2 0 32 0,2 1-3312 0,-2 4-656 16,0 0-128-16,0 3-16 16,12 2-480-16,-12 2-80 0,-1 3-32 0,3 2 0 0,0 3-288 0,3 2 0 15,2 2 0-15,-1 2 0 0,1 3 0 0,2 0 0 16,1 1 0-16,2 1-144 0,2 1 144 0,3 3 0 0,2-3 0 16,3-1 0-16,1-1 0 0,2 1 144 15,3 0-144-15,1-4 0 0,-1-3 144 0,3-2-144 16,0 0 0-16,1-2 144 0,1-1-144 0,2-2 0 0,-3 2 144 0,1-4-144 15,1-2 128-15,-1-1-128 0,-2-4 128 0,0 1-128 16,0-1 128-16,-2-3-128 0,-1-2 128 0,-1-4-128 16,-1-2 128-16,0-3-128 0,-2-3 160 0,-1-5-160 15,-5-4 160-15,1-3-160 0,0-5 160 16,-5 3-160-16,-5-1 176 0,-3 3-176 0,-1-2 192 0,-3 5-192 16,-5 1-144-16,-6 1-144 0,-5 1-32 0,-7 7 0 31,-7 2-832-31,4 2-160 0,2 2-32 0,-3 3-10688 0</inkml:trace>
  <inkml:trace contextRef="#ctx0" brushRef="#br0" timeOffset="12834.2447">-4481-2368 1839 0,'0'0'160'0,"0"0"-160"16,0 0 0-16,7-12 0 0,1-2 3568 0,-1 3 672 15,-7 11 144-15,9-12 32 0,1 2-2656 0,-10 10-528 0,12-10-96 0,-1 1-32 16,-11 9-544-16,13-9-112 0,-2-1-32 0,1 5 0 15,2 0-224-15,-1 1-64 16,1-1 0-16,2 2 0 0,1-3-128 0,2 3 0 0,0 3 0 0,0-2 0 16,2-1 0-16,1 1 0 0,2 2 0 0,-1 2-176 15,-1-2 176-15,-1 1 0 0,-2 1 0 0,-4 2 0 16,-1 1 0-16,-14-5 0 0,14 7 0 0,-14-7 0 16,0 0 0-16,10 8 0 0,-10-8 0 0,0 0-128 15,0 0 128-15,0 0 0 0,-5 18 0 0,-2-6 0 16,-1-2 0-16,8-10 0 0,-14 9 0 0,2-1 0 15,-2 1 176-15,0 1-48 0,-1-3 0 0,1 0 0 16,0 0-128-16,0-2 0 0,2-1 0 0,2-1 0 16,10-3 0-16,0 0 0 0,-12 7 0 0,12-7 0 15,0 0-160-15,0 0 160 0,-4 16 0 0,4-16-144 0,0 0 144 16,7 13-128-16,3-1 128 0,4 1-128 0,4-5 128 0,2 4 0 16,1 0 0-16,3 0 0 0,4 2 0 0,1 0-128 15,0-2 128-15,1 2-192 16,-3-2 192-16,-1 2 0 0,-2 0 0 0,-5-1 0 0,-3 1 0 0,-1 0 0 15,-2 3 0-15,-3-1 0 0,-3-1 0 0,0 1 0 0,-4-2 0 0,1 1 0 16,-4-1 0 0,0 0 144-16,-4 0-16 0,1-1-128 0,3-13 0 0,-9 13 0 0,-1-3 0 0,-1 2 0 15,1-3 0-15,-4-1 0 0,-1-1 0 0,-4 0 0 16,-4-4 208-16,-4-1-64 0,-6-2-16 0,-2-2 0 16,1-1-128-16,-2 0 0 0,-1-1 0 0,1 1 0 15,0 1 0-15,1-1 0 0,1-3 0 0,1 1 0 16,4 0 0-16,3-2 0 0,2 2 0 0,5-7 0 31,5-5-1296-31,0-4-352 0</inkml:trace>
  <inkml:trace contextRef="#ctx0" brushRef="#br0" timeOffset="13384.7768">-3263-2363 22111 0,'0'0'1968'0,"0"0"-1584"0,-8-4-384 0,8 4 0 16,-13-3 2272-16,13 3 368 0,-10 12 80 0,1 2 16 16,9-14-2112-16,-8 17-432 0,1-1-64 0,4 1-128 15,4 2 128-15,3 0-128 0,-1 0 0 0,2 0 0 16,0-2-160-16,1-1-128 0,1-3-32 0,-1 1 0 15,3 0-512-15,-2 0-96 0,-2 0-32 0,4-4 0 16,1-1 48-16,1-2 0 0,-11-7 0 0,12 6 0 0,1-4 480 0,-13-2 112 16,0 0 0-16,14-3 16 0,-14 3 304 0,16-9 0 0,-2 0 0 0,-2 3 0 15,-4-3 0-15,3 0 0 16,-1-1 0-16,0 0 0 0,2-1 0 0,1 3 0 16,-3 1 0-16,-10 7 0 0,8-12 0 0,-8 12 0 15,13-7-128-15,-13 7 128 0,0 0 0 0,0 0 0 0,0 0 0 0,0 0 0 16,0 0 0-16,0 0 176 0,0 0-32 0,12 8 0 15,-12-8-144-15,10 14 0 16,-1 0 0-16,1 0 128 0,-1 0-128 0,-1-1 0 16,-1 1 0-16,4-2 0 0,1-1 0 0,1-1 128 0,-1 0-128 0,2-3 0 15,2-3 144-15,3-4-144 0,0-2 160 0,3 0-160 0,1 1 128 0,1-5-128 16,0-1 0-16,4-3 0 16,-1-2 0-16,1-2 0 0,-2-1 0 0,0-1 0 15,1-1 128-15,-1-4-128 0,-3 0 0 0,-3-1 0 0,-2 0 0 16,-6-3 128-16,-5 1-128 0,-2 0 0 0,-2 0 0 0,-6 1 176 0,-2 1-176 15,-4 1 160-15,-3 2-160 0,-2-1 128 0,-3-1-128 0,-4 0 128 16,0 6 0-16,-1 1-128 0,1-3 192 0,0 1-64 31,-1 4-128-31,1 5 0 0,1 0 0 0,1 2 0 16,0 2-144-16,3 4-112 0,2 1-32 0</inkml:trace>
  <inkml:trace contextRef="#ctx0" brushRef="#br0" timeOffset="13931.2674">-1984-2308 18431 0,'0'0'1632'0,"0"0"-1312"0,0 0-320 0,0 0 0 0,0 0 3072 0,0 0 528 16,0 0 112-16,0 0 32 0,0 0-2720 0,-2 19-560 0,2 2-96 0,-1 1-32 15,-1 2-336-15,-2 1 0 16,1-3 0-16,0 0 0 0,1-1 0 0,0 5 0 16,0-2 0-16,2 2 128 0,2 0-128 0,2 2-208 15,1-4 48-15,2 2 16 16,1-4-752-16,3 0-160 0,-1 1-32 0,4-4-7936 15,1-2-1584-15</inkml:trace>
  <inkml:trace contextRef="#ctx0" brushRef="#br0" timeOffset="15495.3043">-1382-2089 9215 0,'0'-14'816'0,"2"6"-656"0,-2-4-160 0,4 1 0 0,-4 11 4592 0,7-8 880 15,1-1 176-15,3 4 48 0,2 0-4288 0,5 1-832 0,2-1-192 0,6 2-16 16,4 1-368-16,8 0 0 0,5 1 0 0,2-1 128 15,-1-3-128-15,5 3 0 0,1 0-128 0,-2-1 128 16,-3-4-400-16,0 2 0 0,0-2 0 0,-2 2 0 31,-3 1-1328-31,-2 1-272 0,-2-3-48 0,-5 3-16 0</inkml:trace>
  <inkml:trace contextRef="#ctx0" brushRef="#br0" timeOffset="15742.5523">-1000-2375 3679 0,'0'0'160'0,"-14"-4"32"0,0-1-192 0,2 2 0 0,0-1 0 0,12 4 0 16,0 0 4432-16,0 0 848 0,0 0 160 0,0 0 48 15,0 0-3888-15,0 0-784 0,0 0-160 0,0 0-16 0,0 0-512 0,0 0-128 16,14 7 0-16,0 5 0 15,0 4 0-15,1 1 192 0,1-1-64 0,1 4 0 0,0 3-128 0,-1 1 0 16,-1 0 0-16,1 0 0 0,-1 2 0 0,4 2 144 16,0 3-144-16,2 2 160 0,0-1-160 0,1 5 0 0,1-3-160 0</inkml:trace>
  <inkml:trace contextRef="#ctx0" brushRef="#br0" timeOffset="18234.8487">-115-2387 24415 0,'0'0'1088'0,"0"0"208"0,0 0-1040 0,0 0-256 16,-3-12 0-16,3 12 0 0,0 0 1056 0,0 0 160 15,0 0 16-15,0 0 16 0,0 0-672 0,0 0-144 0,0 0-32 0,0 0 0 16,0 0-400-16,10 13 0 0,1 3 0 0,-3-2 0 16,-8-14 0-16,9 19 0 0,1-2 0 0,-1-1 0 0,-2-1 0 0,0 1 0 31,1-1 0-31,1 1 0 0,1-1 0 0,1-1 0 0,-3-2 0 0,3-2 0 15,1 1 0-15,0-3 0 16,-12-8 0-16,17 7 0 0,-1 0 0 0,-1 0 0 16,1-2 0-16,-1-1 0 0,1-1 0 0,-1-1 0 0,-15-2 0 0,17 2 0 0,1-1 128 0,-3-1-128 15,-15 0 128-15,19-1-128 0,-1-3 0 0,-5 1 0 16,-13 3 0-16,0 0 0 0,12-7 128 0,-12 7-128 0,7-10 128 0,-7 10-128 16,5-9 0-16,-5 9 128 0,4-12-128 0,-4 0 0 31,0 12 160-31,-2-12-160 0,2 1 192 0,0 11-192 15,-3-12 0-15,1 4 0 0,2 8 0 0,0-11 0 0,0 11 0 0,-2-8 0 0,2 8 0 16,0-11 0-16,0 11 0 0,0 0 0 16,0-10 0-16,0 10 0 0,0 0 0 0,-3-9 0 0,3 9 0 0,0 0 0 31,-4-10 0-31,4 10 0 0,-5-9 0 0,5 9 0 0,0 0 0 0,0 0 0 16,-7-10 0-16,7 10 0 0,-5-9 0 0,5 9 0 0,0 0 0 0,0 0 0 15,0 0 0-15,0 0 0 0,0 0 0 0,0 0 0 16,0 0 0-16,0 0 0 0,7-14 0 0,-7 14 0 15,5-8 0-15,-5 8 0 0,0 0 0 0,0 0 0 16,14 0 0-16,-14 0 160 0,14 0-160 0,-14 0 192 0,17 7 48 16,-3-2 16-16,-14-5 0 0,15 10 0 0,-1 1 48 0,0 1 16 15,0 2 0-15,0-1 0 0,-2 3-112 0,2-1-16 16,1 3 0-16,1-1 0 0,1-2-192 0,0 3 144 16,0 1-144-16,1-2 128 0,-3-2-128 0,1 1 0 15,-1 0 0-15,3-1 0 0,-1 4 0 0,-2-2 0 31,-3 1 0-31,0 1 0 0,-1-2 0 0,-3-2 0 0,-2 1 0 0,-1-2 0 16,-2 1 0-16,1 4-224 0,-1-2 48 0,1 2 16 31,-3 2-1872-31,1-2-368 0</inkml:trace>
  <inkml:trace contextRef="#ctx0" brushRef="#br0" timeOffset="18872.8328">686-2356 21183 0,'0'0'944'0,"0"0"192"0,0 0-912 0,0 0-224 0,0 0 0 0,0 0 0 0,0 0 1984 0,7 15 336 15,0-1 80-15,2 0 16 0,-1 0-1936 0,4 1-480 0,2 4 0 16,2 0 0-16,1 0 0 0,0 0 0 0,2-2 0 0,0 1 0 16,4-1 0-16,-4 2 0 0,-2-5 0 0,0-2 0 15,0-2-512-15,-1 2 16 0,-1-1 0 0,1-3 0 31,-2-3-192-31,0-1-32 0,-1-4-16 0,1-2 0 0,-2-3 320 0,0 0 64 0,0-4 16 0,1 1 0 16,-1-5 336-16,-2 1 0 0,-1-3 0 0,-3 1 0 16,1 0 144-16,-1 2 112 0,-1 0 0 0,0 2 16 15,-2-2 416-15,-1 0 80 0,-2 3 0 0,0 9 16 16,4-10-176-16,-4 10-32 0,0 0-16 0,0 0 0 0,0 0-176 0,0 0-48 16,0 0 0-16,0 0 0 0,0 0-336 0,0 0 0 15,0 0 0-15,0 0 0 0,0 0 0 0,0 0 0 16,0 0 0-16,0 0-128 0,0 0 128 0,6 15 0 0,-6-15 0 0,0 0-128 15,0 0 128-15,13 10-192 0,-13-10 192 16,13 7-192-16,-13-7 192 0,14 6 0 0,-14-6 0 0,16 1 0 16,-16-1 0-16,15-1 0 0,-1-3 0 0,-14 4 0 15,16-7 0-15,-3 2 0 0,-1 0 0 0,-12 5 0 32,14-9 128-32,-2 1-128 0,-1-1 128 0,-3 2-128 15,-1-2 0-15,-7 9 128 0,7-8-128 0,-7 8 0 16,4-14 0-16,-3 0 128 0,-2 0-128 0,-3 1 0 0,-3-3 0 15,-3 0-240-15,-2 3 48 0,-2 1 0 16,-2-4-192-16,1 1-16 0,-1-1-16 0,1 2 0 16,-2 6-336-16,3-1-64 0,2-1-16 15,12 10 0-15,-14-6 256 0,14 6 32 0,0 0 16 0,0 0-6784 16,0 0-1360-16</inkml:trace>
  <inkml:trace contextRef="#ctx0" brushRef="#br0" timeOffset="19329.6715">1558-2320 3679 0,'0'0'160'0,"0"0"32"0,10-10-192 0,0 1 0 0,-10 9 0 0,13-7 0 15,-13 7 5024-15,15-5 960 0,-1 1 192 0,0 3 32 16,-14 1-4864-16,17 3-992 0,-1 1-192 0,-3-1-32 16,-13-3-128-16,16 7 0 0,-2 0-128 0,-2 0 128 15,-12-7 0-15,10 12 0 0,-1-2 0 0,-2 2 0 0,-7-12 0 0,7 16 0 16,-4-1 0-16,-1-1-128 0,-2 0 128 0,-2 0 0 0,-1-2 0 0,1 0 0 16,0 0 0-16,-1 2 0 0,-4 0 0 0,0 1 0 15,2-1 0-15,-2 0 224 0,0 0-48 0,-2-2-16 16,1 2 160-16,-1-2 48 0,0 0 0 0,2 0 0 15,1 2-16-15,-1-2 0 16,0-2 0-16,0 0 0 0,0 1-112 0,2 1-32 16,5-12 0-16,-4 12 0 0,1-2-16 0,1 1 0 0,2-11 0 0,0 0 0 15,4 12 48-15,-4-12 0 0,8 8 0 0,3-1 0 16,-1-2 16-16,5 1 16 0,3-5 0 0,2 1 0 16,5-2-16-16,0 0 0 15,1-2 0-15,4-1 0 0,1-1-256 0,2-1 0 0,1-2 0 0,-1-1-144 0,-2-1 144 0,2 2 0 16,-1-1 0-16,1 1 0 31,-3-2-1232-31,-3 4-176 0,-3 3-16 0</inkml:trace>
  <inkml:trace contextRef="#ctx0" brushRef="#br0" timeOffset="21605.4253">2347-2467 7359 0,'0'0'656'0,"0"0"-528"0,0 0-128 0,0 0 0 16,0 0 3456-16,0 0 640 0,17-3 144 0,0 1 32 16,0 0-3296-16,1 2-656 0,6 2-128 0,0 2-16 15,2-1-176-15,1 0 0 0,3 3 0 0,3-3 0 0,1-1 0 0,-1 1 0 16,-2 1 0-16,2-1 128 15,-2-1-128-15,0 1 0 0,-2-1 0 0,1 2-176 0,-1 1 176 0,-3 0 256 0,-2 2-64 0,-3 1-16 32,-2-1-48-32,-6 4 0 0,-13-11 0 0,14 15 0 15,-2-1 16-15,-5 2 0 0,-7-16 0 0,2 17 0 0,-2-17 64 0,-4 21 16 16,-2-2 0-16,-3-2 0 0,-1 2-16 0,-2-2 0 16,-2 0 0-16,-2 1 0 0,-3-3-64 15,-2 2-16-15,-3 1 0 0,2-1 0 0,-1 0-128 0,-1 2 128 16,0 2-128-16,2-2 128 0,1 0-352 0,2-4-80 0,2-1-16 0,1 0 0 31,2 3-288-31,6-6-64 0,1-5-16 0,7-6 0 16,0 0-624-16,0 0-128 0,0 0-32 0,0 0-4592 0,15-5-912 15</inkml:trace>
  <inkml:trace contextRef="#ctx0" brushRef="#br0" timeOffset="21817.7126">3512-2232 7359 0,'0'0'656'0,"0"0"-528"0,0 0-128 0,0 0 0 16,0 0 2880-16,0 0 528 0,0 0 112 0,-6 19 32 15,-1-3-1712-15,-3 3-352 0,-4 1-64 0,-1 4-16 16,-2 4-160-16,-1 3-32 0,1 2-16 0,-2 1 0 0,-2 1-688 0,1-2-128 16,-3-2-16-16,1-2-16 0,-1 0-352 0,-1 1 0 0,-2-3 0 0,-3-1 0 15,-4-3-192-15,0-1-96 16,2-1-32-16,0 0-8608 15,0-2-1728-15</inkml:trace>
  <inkml:trace contextRef="#ctx0" brushRef="#br0" timeOffset="22423.7079">3482-2498 22623 0,'12'-19'1008'0,"-1"5"208"0,2-1-976 0,6-1-240 0,6 3 0 15,2 0 0-15,6 5 768 0,3 3 128 16,6 1 0-16,4 4 16 0,6 4-656 0,3-1-128 0,4 1-128 0,-4-1 192 16,-1-3-192-16,-3 0 0 15,0 2 0-15,-1 5 0 0,0 1-192 0,-2 4-80 16,-3 2-16-16</inkml:trace>
  <inkml:trace contextRef="#ctx0" brushRef="#br0" timeOffset="22249.0936">3915-2574 32655 0,'-13'-17'1440'0,"4"10"304"0,0 0-1392 0,9 7-352 16,-8-3 0-16,8 3 0 0,-11 1 480 0,11-1 32 0,0 0 0 0,-8 16 0 0,-1 0-512 0,9-16 0 0,5 19 0 0,0-2 0 31,1 0 0-31,1 0-240 0,1-1 32 0,3-2 0 31,2 3-384-31,1-2-80 0,0 1-16 0,0-4 0 0,-14-12 240 0,17 16 64 0,-1-3 0 0,1 5 0 16,-2-3 256-16,3 2 128 0,-3 1-128 0,1 1 128 16,-1-2 0-16,-1 4 0 0,0-1 0 0,-4 1 0 15,-3 0 0-15,0-2 0 0,-2 2 0 0,-1 1 128 0,-3-1-128 0,-1 1 0 16,-3-1 0-16,-2 1 0 15,-2 1 0-15,-2-1 128 0,-3-1-128 0,-3 1 128 16,-4-3-128-16,-2-1 0 0,-3 0-128 0,-2-2 128 16,-5-4-864-16,1-3-96 15,-1-4 0-15,-1 0-16 0,-1-5-1408 0,2-2-288 16,1-1-48-16,3-4-6272 0</inkml:trace>
  <inkml:trace contextRef="#ctx0" brushRef="#br0" timeOffset="22766.0795">4618-2239 25679 0,'-29'-3'1136'0,"11"3"240"0,-1 3-1104 0,0 2-272 0,-3 4 0 0,3 1 0 15,0 1 992-15,2 1 144 0,-1 2 16 0,3-1 16 16,-1 1-800-16,4 0-176 0,2 3-16 0,1-1-16 16,1-1-160-16,1 1 0 0,2-2 0 0,1-1 0 15,2 3 0-15,2-2-256 0,0-2 48 0,4 0 0 0,1 0 32 0,-5-12 16 16,12 10 0-16,4-1 0 0,1-2 160 0,0 0 0 16,2-2 0-16,4-2 0 0,2 1 0 0,3-2 0 0,3 1 0 15,2-5 128-15,1-1 0 16,-1-1 16-16,-3-1 0 0,1 0 0 0,0-5-144 0,-4-1 0 15,-1-1 0-15,-3-2 0 0,-4-3 0 0,-2-2 0 16,-2 0 0-16,-2-3 128 0,-5-2-128 0,-1-2 160 16,-3 2-160-16,-4-2 160 0,-4-4-160 0,-3-1 128 0,-7 4-128 0,-5 3 128 31,-5 1-752-31,-9 2-144 0,-11 6-48 0,-10 1-7744 16,-8 0-1552-16</inkml:trace>
  <inkml:trace contextRef="#ctx0" brushRef="#br0" timeOffset="24374.956">-2314-1286 26079 0,'0'0'1152'0,"-1"-12"256"0,-1 3-1136 0,2 9-272 0,0 0 0 0,0 0 0 15,0 0 1152-15,0 0 160 0,10 17 32 0,1 2 16 0,1 0-928 0,2 2-192 16,1 2-48 0,1-1 0-16,-1-1-64 0,2-1 0 0,1-2-128 0,1 1 192 15,0-4-192-15,0 1 0 0,1-4 0 0,-1 2 0 0,0-4 0 0,-1 0-192 16,-1-3 16-16,0 0 0 31,0 0-336-31,1-2-64 0,-3-1 0 0,1-3-16 16,-2-1-32-16,1-1 0 0,2-3 0 0,-1 1 0 0,-4-2 368 0,2-2 64 0,0-2 0 0,-1 0 16 0,-1 1 176 0,1-3 0 0,-1-2 0 0,0 2 0 15,-2 1 272-15,-1-2 48 0,-2-4 0 0,-1 4 0 16,1 2 384-16,-7 10 64 16,0 0 32-16,0 0 0 0,0 0-224 0,0 0-32 0,0 0-16 15,0 0 0 1,0 0-384-16,0 0-144 0,0 0 0 0,0 0 144 0,0 0-144 15,0 0 0-15,0 0 0 0,0 0-176 0,0 0 176 16,0 0-128-16,0 0 128 0,4 14-128 0,-4-14-80 0,5 12-16 16,-5-12 0-16,10 10 0 0,-10-10 224 0,18 5-144 0,-3-1 144 0,1-3-128 15,-1-1 128-15,3-1 0 16,-3-3 0-16,1 1 0 0,1-2 0 0,0 1 0 16,0-3 0-16,1 0 0 0,-1 0 0 0,0 1 0 0,0-1 0 0,-1-2 0 15,-4-3 0-15,-3 0-128 16,-2-2 128-16,-2 0 0 0,-5 14-192 0,-2-20 32 15,-3-6 16-15,-6-4 0 16,-1-3-304-16,-3-1-48 0,-2 1-16 0,-1 2 0 16,-1 4-304-16,0-1-64 0,-1 5-16 0,1 6 0 0,0 3 320 0,0 4 64 0,0 5 16 15,1 1 0-15,3 3 32 0,1 2 0 0,2 3 0 16</inkml:trace>
  <inkml:trace contextRef="#ctx0" brushRef="#br0" timeOffset="24598.1431">-1116-1127 29487 0,'0'0'2624'0,"0"0"-2112"15,0 0-512-15,0 0 0 16,11 13 2176-16,-1 3 336 0,0-2 64 0,2 1 16 15,1-4-2080-15,0 1-512 0,1-2 0 0,0 4 0 16,1 0-960-16,1-2-288 0,0 0-64 0,-3 2-16 16,-1-2-1616-16,-1 2-320 0</inkml:trace>
  <inkml:trace contextRef="#ctx0" brushRef="#br0" timeOffset="25368.3928">358-1412 34031 0,'0'0'1504'0,"0"0"320"0,-7-9-1456 0,7 9-368 16,0 0 0-16,0 0 0 0,-7 19 496 0,2 2 16 16,0 1 16-16,2 6 0 0,1 1-528 0,0 1 0 15,2-6 0-15,2 0 0 0,1-3 0 0,3-1 0 16,-1 1 0-16,0 0 0 15,-2-6-704-15,3 1-80 0,0 1-32 0,3-3 0 16,1-5-384-16,1-3-80 0,-11-6 0 0,15 7-16 16,-1-3 400-16,0-2 96 0,-14-2 16 0,17-2 0 0,-1-3 464 0,-1-2 112 15,1-2 16-15,-2 1 0 0,-2-3 192 0,1 1 0 16,0-1 192-16,-3-1-192 0,-1-1 448 0,1 0 0 0,0 3-16 16,1 1 0-16,-11 9 144 0,10-8 16 0,0-1 16 0,-10 9 0 15,0 0-160-15,0 0-48 0,0 0 0 0,0 0 0 16,0 0-208-16,0 0-64 0,0 0 0 0,14 11 0 15,-14-11-128-15,10 12 0 0,-10-12 0 0,11 15 0 0,-3-1 0 0,-8-14 0 16,0 0 0-16,13 12 0 16,-3 0 0-16,-10-12 0 0,14 11 0 0,-14-11 0 15,14 6-256-15,-14-6 80 0,17 4 16 0,-2-2 0 16,-1-1 160-16,0-2-128 0,-14 1 128 0,19-7-128 0,-2 2 128 0,-1-4 0 0,-2 0 0 0,1 1 0 31,2-3 0-31,-1-1 0 0,-4 0 0 0,2 0 0 0,0-5 0 0,-1-4 0 16,-2-5 0-16,-4-1 128 0,-4-5-128 0,-1 3 0 15,-4-2 128-15,-3 3-128 0,-2 3 0 0,0 2 0 0,-2 2 0 0,-4 6 0 32,-5 1-432-32,-1 4-48 0,-3-1-16 15,3 6 0-15,-2 0-1808 0,2 2-384 0</inkml:trace>
  <inkml:trace contextRef="#ctx0" brushRef="#br0" timeOffset="25698.2681">1356-1174 10127 0,'5'-7'896'0,"-5"7"-704"0,0 0-192 0,0 0 0 16,0 0 5136-16,16 4 1008 0,-16-4 192 0,15 6 32 0,-15-6-5120 15,16 13-1024-15,-3-3-224 0,-13-10 0 16,13 12 0-16,-13-12 0 0,10 17 0 0,-2-1 0 31,-8-16-528-31,7 15-48 0,-7-15-16 0,6 18 0 16,-6-18 16-16,0 0 0 0,0 0 0 0,0 0 0 0,0 0 352 0,-4 19 80 0,4-19 16 0,0 0 0 15,0 0 128-15,0 0 192 0,0 0-32 0,0 0-16 16,0 0 320-16,0 0 64 0,0 0 16 0,0 0 0 16,0 0-288-16,0 0-48 0,0 0-16 0,9 15 0 15,-9-15-192-15,19 14 144 0,0-5-144 0,3-4 128 0,6-2-128 0,1 1 128 16,2-3-128-16,5 5 128 15,6-1-1280-15,-1 0-256 0</inkml:trace>
  <inkml:trace contextRef="#ctx0" brushRef="#br0" timeOffset="24829.5003">-84-1045 12895 0,'-17'-5'1152'0,"5"5"-928"0,-2 2-224 0,-1 3 0 15,-4 2 4336-15,-4 5 816 0,-3 4 160 0,-1-2 48 16,-4-6-4320-16,0 6-848 0,0 1-192 0,0 3 0 31,-4-4-1600-31,4-1-288 0,0-2-64 0</inkml:trace>
  <inkml:trace contextRef="#ctx0" brushRef="#br0" timeOffset="26063.2688">2162-1466 31791 0,'0'-19'1408'0,"2"9"288"0,-1 0-1360 0,1 1-336 16,-2 9 0-16,7-7 0 0,-7 7 608 0,15-3 48 16,3-1 16-16,2 8 0 0,3 3-544 0,-1 3-128 15,-1 0 0-15,1 4 0 0,3 0-144 0,-5 3-16 0,-2 2 0 0,-1 4 0 31,0 1-288-31,-1 0-64 0,-1 4-16 0,-1-3 0 0,-2 0 336 0,0 0 64 0,-1-2 128 0,-3-1-208 16,-1-1 208-16,2 1-176 0,-2-3 176 0,-1 0-160 16,0-1 160-16,-3-1 0 0,1-1 160 0,-4-1-160 15,-2 1 0-15,-3-1 128 0,-4-1-128 0,-3 1 0 0,-4-1 0 0,-3 2 0 16,-5-1 128-16,-2-1-128 0,-5 2-192 0,0-1-96 16,0 1-16-16,0-2 0 31,2-2-544-31,1 0-112 0,2-2-32 0,6 0 0 0,2-1-96 0,6 0-32 0,12-9 0 0,0 0-9664 15</inkml:trace>
  <inkml:trace contextRef="#ctx0" brushRef="#br0" timeOffset="26289.0979">3201-972 14735 0,'0'0'1312'0,"0"0"-1056"15,-5-9-256-15,5 9 0 0,-9-5 4448 0,-3 3 832 16,-4 2 160-16,-3 4 48 0,-3 1-4032 0,-2 2-816 16,-2 2-144-16,0 3-48 0,-2 1-304 0,1 3-144 15,-4 0 128-15,3 1-128 0,1 2 0 0,-1 0 0 0,-1 3 0 0,1 1 0 32,2 1-416-32,0-2-64 0,2 1-16 0,2-1 0 15,1 2-1552-15,0-3-320 0,-1-4-64 0,3-1-6304 0,3-6-1248 0</inkml:trace>
  <inkml:trace contextRef="#ctx0" brushRef="#br0" timeOffset="26696.6165">3817-1343 28559 0,'-3'-17'2544'0,"-3"1"-2032"0,1 4-512 0,2 3 0 15,-2 2 1616-15,5 7 240 0,0 0 32 0,0 0 16 16,0 0-1376-16,0 0-272 0,-14 13-48 0,2 4-16 0,0 2-192 0,1 2-256 16,1 1 48-16,1 2 16 15,-1-1-192-15,0-1-16 0,-1 0-16 0,3 1 0 0,-1-1 256 0,0 1 160 16,2-3-192-16,2 1 192 0,2-2 0 0,1 0-128 0,2 0 128 0,5 0 0 15,2 0 0-15,2 0 0 16,1-3 0-16,4-1 0 0,3 1 0 0,2-4 0 16,0-4 0-16,5 1 0 0,4 0 144 0,5-2-144 15,0-2 128-15,3-4-128 0,-3-2 0 0,1-4 0 16,2-4 0-16,-1-1 0 0,-4-3 0 0,-3 0 0 0,-4-1 0 16,-5-2 0-16,-5-4 128 0,-6-3-128 0,-4-3 0 0,-6-1 128 15,-5-3-128-15,-7-2 192 0,-7-3-192 0,-10-3 192 0,-10-2-192 0,-13-3-192 16,-11-2 32-16,-9 6-9952 0,-2 2-2000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6:27.23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2479 440 13823 0,'1'-18'1216'0,"1"12"-960"0,0-5-256 0,1 3 0 0,3 1 848 0,0 0 128 16,5 0 32-16,3-2 0 0,3 1-512 0,4 1-112 0,1 1 0 0,4 6-16 16,3 4 224-16,4 5 48 0,5 4 16 0,3 1 0 15,6 0-400-15,3 2-64 0,2-1-32 0,0 4 0 16,-2 2-160-16,-2 0 160 0,-3-1-160 0,-2 1-6400 31,-2-2-1392-31</inkml:trace>
  <inkml:trace contextRef="#ctx0" brushRef="#br0" timeOffset="-195.8869">3200 182 13823 0,'-2'-22'1216'0,"2"22"-960"0,-3-9-256 0,-4 2 0 15,-2 2 1456-15,-1 3 240 0,-2 2 48 0,-2 4 16 16,-3 1-1088-16,-2 5-224 15,-3 3-32-15,-3 0-16 0,0 3-144 0,-1 3-16 0,0 3-16 0,0 6 0 16,0 1-96-16,0 1 0 0,0-3-128 0,2 3 192 16,2-1-64-16,1 0-128 0,0 1 176 0,0-3-176 0,1-1 192 0,-3-5-64 15,1-2 0-15,-9 5-128 16,3-8-1728-16,2-2-448 0</inkml:trace>
  <inkml:trace contextRef="#ctx0" brushRef="#br0" timeOffset="4430.0509">4890 739 7359 0,'14'-16'656'0,"-14"16"-528"0,7-9-128 0,5 2 0 15,3 1 1168-15,3-1 208 0,0 0 32 0,3 0 16 16,0 2-512-16,1-1-96 0,1 3-32 0,1-2 0 15,-2 1 80-15,1 1 16 16,-2 1 0-16,-1 2 0 0,1 0-256 0,-2 0-48 0,0 2-16 0,-2 3 0 16,0 0-384-16,-1 2-176 0,0 0 160 0,-3 0-160 0,1 2 160 0,0 1-160 15,-2 2 160-15,0 2-160 16,-2 0 0-16,1 1 0 0,-3 3-176 0</inkml:trace>
  <inkml:trace contextRef="#ctx0" brushRef="#br0" timeOffset="4223.8614">5378 616 4607 0,'0'0'192'0,"0"0"64"0,-8 3-256 0,-3 3 0 0,1 2 0 0,0 1 0 0,-1-1 2720 0,1-1 496 16,-2 0 112-16,-2 0 0 15,0-2-2064-15,0 1-432 0,-1 0-64 0,-2 0-32 0,-1-1-288 0,-1 2-48 16,0 1-16-16,0 1 0 0,0 0-208 0,2-1-48 16,0 3-128-16,0 1 192 0,-1-2-48 0,1 4-16 0,0-2 0 0,-7 5 0 31,3-1-496-31,2-1-96 0,2 1-32 0,5-8-8592 0</inkml:trace>
  <inkml:trace contextRef="#ctx0" brushRef="#br0" timeOffset="5177.1456">5632 628 8287 0,'0'0'736'0,"0"0"-592"0,0 0-144 0,0 0 0 15,0 0 1040-15,0 0 176 0,10 2 48 0,4-1 0 16,3-1-816-16,1 0-144 0,1 0-48 0,3 0 0 0,2-1-256 0,2-1 0 16,2 2 0-16,1-2 0 0,4 1 0 0,0-1 0 15,0-2 0-15,-1 1-4032 16,3-1-848-16</inkml:trace>
  <inkml:trace contextRef="#ctx0" brushRef="#br0" timeOffset="3809.0598">4229 376 12895 0,'-7'-12'1152'0,"0"0"-928"15,0 0-224-15,4-1 0 0,1 0 1424 0,0 1 240 16,2-1 64-16,5 1 0 0,4 2-880 0,5 1-160 16,3 1-48-16,6 3 0 0,2-1-416 0,7 3-96 0,4-1 0 0,3-1-128 15,3 0 256-15,3 2-48 0,1-3-16 0,4 5-6768 32,0-1-1360-32</inkml:trace>
  <inkml:trace contextRef="#ctx0" brushRef="#br0" timeOffset="4984.6628">5756 390 2751 0,'-17'-31'256'0,"8"18"-256"0,-4 1 0 0,-1-1 0 0,0 0 3184 0,2 3 592 15,3-2 112-15,4 3 16 16,2 2-2176-16,4 1-448 0,-1 6-96 0,11-4-16 0,3 1-672 0,3-1-144 16,4 1-32-16,4 3 0 0,5 0-320 0,3 1 144 0,1 1-144 0,2-2 0 15,1 2 192-15,-1 0-64 16,0-1 0-16,11 5-128 15,-6 0-1776-15,-6 0-464 0</inkml:trace>
  <inkml:trace contextRef="#ctx0" brushRef="#br0" timeOffset="3538.4952">4105 18 911 0,'0'0'0'0,"-7"-5"0"0,0 0 0 0,7 5 0 16,-5-5 2432-16,5 5 384 16,-2-9 96-16,2 0 16 0,0 9-1808 0,5-8-352 15,4-1-80-15,1 2-16 16,2 0-240-16,4 2-48 0,1 3-16 0,4 1 0 16,3-1 0-16,-3 2 0 0,3 2 0 0,3-1 0 15,3 1 112-15,2 2 32 0,1-3 0 0,3 1 0 16,-3 0-208-16,10 3-48 0,-5-3 0 0,0 1 0 15,-1 2-96-15,-5 2-32 0,-2 0 0 0,-4 0 0 16,-2 0-128-16,-4 2 128 0,-2-1-128 0,-6 3 128 0,-2-3-128 0,-10-8 128 0,4 14-128 0,-8 0 128 16,-3 3 64-16,-1 2 0 0,-4 0 0 0,-4 0 0 15,-5 2 144-15,1 1 48 0,1 1 0 0,0 3 0 16,-2 1-160-16,2 1-32 16,0 0 0-16,2-1 0 0,1-1-48 0,2-2-16 0,4-1 0 0,1-4 0 0,2-2-128 0,2 2 0 15,4-3 0-15,2-3 0 0,4 1 0 0,2-3 0 31,2-1 0-31,3-1 0 0,4-1 0 0,3-3 0 16,1 1 0-16,6-1 0 0,4-2 176 0,2 1 0 16,3-3 0-16,1 5 0 0,2-3-176 0,2 1 0 0,1-3 0 0,1 3-7120 15,-1-1-1424 1</inkml:trace>
  <inkml:trace contextRef="#ctx0" brushRef="#br0" timeOffset="11884.1354">10092 150 5519 0,'0'0'240'0,"-9"0"64"0,1 0-304 0,8 0 0 0,-9 1 0 0,9-1 0 16,0 0 1600-16,0 0 272 0,-3 9 48 0,3-9 16 15,3 12-1440-15,2 0-304 0,0-2-48 0,6 1-16 16,1 1 256-16,3 0 64 0,4 2 0 0,2-2 0 16,0 2-272-16,-1 1-48 0,1-1-128 0,0 2 192 0,-2 1-192 0,0-2 0 15,-2 1 128-15,-1 0-128 16,-1-1 256-16,-1-1 0 0,-2 0 0 0,-2 0 0 0,1-1 112 0,-3-1 16 16,1 1 16-16,-2-1 0 0,-2-2-208 0,-1 2-64 15,-3-2 0-15,-1-1 0 0,0-9 0 0,-3 9 0 16,-2-2 0-16,0 0 0 0,-4-1-128 0,0 1 0 0,-1-1 0 0,-2-3 0 15,0 0 0-15,-2-1 192 16,0 0-192-16,0 0-8176 0</inkml:trace>
  <inkml:trace contextRef="#ctx0" brushRef="#br0" timeOffset="12142.1831">10094 167 911 0,'7'-17'0'0,"-2"8"0"0,3-1 0 0,1-3 0 0,1 1 0 0,2 0 0 15,2 0 2576-15,2 2 432 16,-2 1 96-16,-1 1 16 0,1 1-1632 0,0 1-320 0,-2 1-64 0,2 2-16 16,0-1-464-16,0 3-112 15,1 1 0-15,1 3-16 0,-1 1-368 0,2 1-128 0,1 0 0 0,1 2 0 16,-2-2 0-16,2 2 128 0,0 2-128 0,0-1-7984 0</inkml:trace>
  <inkml:trace contextRef="#ctx0" brushRef="#br0" timeOffset="12441.3365">10803 186 2751 0,'0'0'256'0,"-9"3"-256"0,1 1 0 0,-1-1 0 0,-3 2 1664 0,2 1 304 31,-1 0 48-31,-1 1 16 0,-2 2-1392 0,2 0-288 16,2-1-48-16,1 3-16 0,2-1 624 0,2 2 128 0,4 4 32 0,1 1 0 16,1 5-464-16,4-1-96 0,4 3 0 0,1-3-16 15,3-4-288-15,0 2-48 0,3-3-16 0,1-1 0 16,2 1-16-16,0-4 0 0,0-2 0 0,2-1 0 16,0 1 0-16,-1-4-128 0,-1-5 192 0,0 1-64 15,-2-2-128-15,1 2 128 0,1-4-128 0,-2-1 128 16,-1-3-128-16,-3 1 128 15,1-2-128-15,-2 0 128 0,0-1 16 0,-1-1 0 16,-3 0 0-16,-1-1 0 0,-3-2-144 0,-4-2 0 0,-2 0 0 0,-3-1 0 0,-2-4 0 0,-4 0 0 16,-4 2 0-16,-2-1 128 0,-4-1-128 0,-5 5 0 15,-7 2 0-15,-1 4 0 16,-4 1-320-16,-4 0 16 0,-1 3 0 0,0 1-7888 16</inkml:trace>
  <inkml:trace contextRef="#ctx0" brushRef="#br0" timeOffset="12988.3462">11229 248 3679 0,'-3'-16'320'0,"3"16"-320"0,-2-8 0 0,0 1 0 16,1 0 2896-16,1 7 512 0,0 0 112 0,0 0 0 15,0 0-1664-15,0 0-320 0,0 0-80 0,12 0-16 0,3 2-656 0,4 1-128 16,4 4-16 0,4 3-16-16,8 4-304 0,3 5-64 0,2 4-16 0,1 3 0 0,2-2-112 0,0 0 0 15,0 0-128-15,-1-3 192 16,-4-4-192-16,-2 0 144 0,0 4-144 0,-5-2 128 15,-3-2-1280-15,-6 2-256 0,-3-1-48 0</inkml:trace>
  <inkml:trace contextRef="#ctx0" brushRef="#br0" timeOffset="12748.392">11697 93 4607 0,'0'0'192'0,"7"-7"64"0,2 1-256 0,1 1 0 0,-1 2 0 0,-9 3 0 0,10-2 3008 0,-10 2 576 16,0 0 96-16,0 0 32 16,0 0-2304-16,3 12-448 15,-4 0-80-15,-3 2-32 0,-3 2-144 0,-1 1-16 16,-3 0-16-16,-1 2 0 0,-3 2-224 0,-1 1-64 16,-1 4 0-16,0 4 0 0,-2 2-176 0,1 3-32 15,3-4-16-15,1-2 0 0,0 3-160 0,2-5 128 0,2 1-128 16,-1-4 128-16,-1-3-128 0,0-2 192 15,-1-4-192-15,-1-1 192 0,-2-2-192 0,1-1-256 0,-1-3 64 0,1-1-11184 16</inkml:trace>
  <inkml:trace contextRef="#ctx0" brushRef="#br0" timeOffset="8076.2464">7815 36 12831 0,'-24'3'576'0,"12"0"112"0,-2 1-560 0,-1 1-128 0,-2 0 0 0,-2 2 0 0,-2 2 960 0,0 1 144 15,0 2 48-15,2 0 0 0,2 2-160 0,0 0-32 16,0-2 0-16,3 2 0 0,2 1-256 0,1 3-48 0,5-1-16 0,2 2 0 31,4 2-288-31,4 1-64 0,1 1-16 0,2-1 0 16,3-1-128-16,2 0-16 0,2-2-128 0,3-4 192 0,2-1-192 0,2 1 176 16,0-2-176-16,1-1 160 0,2 0-16 0,2-4 0 15,2-1 0-15,1 0 0 16,0-3-16-16,1-4-128 0,-3-2 192 0,3 0-64 0,-1-5-128 0,-1-3 160 0,-4-2-160 0,-2-2 160 15,-1-3-160-15,-6-4 0 16,-3-3 0-16,-3 0 0 0,-2-2 160 0,-4 2-160 16,-3 1 192-16,-1 2-192 0,-3-3 0 0,-4 5 0 15,-6 2 0-15,-3 0 0 0,-4 1 0 0,-7 1 0 16,-5 2 160-16,-4 3-160 0,-5 1 0 0,-1 3-192 16,-2 2 0-16,-19 1 16 15,6 6-400-15,7 4-96 0,8 2-16 0</inkml:trace>
  <inkml:trace contextRef="#ctx0" brushRef="#br0" timeOffset="8643.4204">8111 200 10127 0,'0'0'448'0,"0"0"96"0,-4-9-544 0,4 9 0 15,0 0 0-15,0 0 0 16,7-9 1824-16,3 2 256 0,2 2 48 0,4 0 16 16,1 2-944-16,6-1-192 0,3 1-48 0,5 1 0 15,1 4-112-15,5 1-16 16,1 2-16-16,3 4 0 0,6 3-400 0,-1 2-80 0,-1 1-16 0,2 6 0 15,1 5-192-15,-1 2-128 0,-4 5 160 0,-3-4-160 16,-3 0 192-16,-2-3-64 0,-4-2-128 0,9 11 192 31,-11-7-1248-31,-6-3-256 0,-8 0-48 0,-8-10-16 0</inkml:trace>
  <inkml:trace contextRef="#ctx0" brushRef="#br0" timeOffset="8389.785">8841-2 8287 0,'0'0'368'0,"0"0"80"0,0 0-448 0,0 0 0 0,0 0 0 0,10-4 0 16,-10 4 2384-16,0 0 400 0,0 0 80 0,0 0 16 15,0 0-1456-15,0 0-272 0,0 0-64 0,0 0-16 16,0 0-496-16,-5 12-112 0,-2 2-16 0,-2-2 0 16,-1 4-80-16,-4 3-32 0,-1 3 0 0,-4 2 0 15,-2 0-160-15,-2 4-48 0,-1 1 0 0,-3 4 0 16,-4 5 0-16,-4 2-128 0,-1-4 192 0,0-1-64 0,-1-1-128 0,-1-3 192 0,-1-1-192 0,1-3 192 0,0-4-192 0,5-2 0 31,2-4 0-31,-7 4 128 16,10-6-1664-16,8-4-320 0,4-3-80 0,9-4-7968 0</inkml:trace>
  <inkml:trace contextRef="#ctx0" brushRef="#br0" timeOffset="10844.0139">9029 495 3679 0,'0'0'320'0,"0"0"-320"15,0 0 0-15,0 0 0 0,0 0 2160 0,0 0 352 16,0 0 80-16,0 0 16 0,0 0-1488 0,0 0-288 0,0 0-64 0,10 5-16 16,-10-5 176-16,12 5 32 0,-1 4 16 0,-1 1 0 15,0 4-272-15,1 0-64 0,-1-2-16 0,0 2 0 16,2-4-288-16,-1 2-48 0,-1 0-16 0,0 2 0 0,3 0-272 0,-1-2 0 16,0-1 0-16,0-1 0 15,-2 0 160-15,2 2-32 0,-1-3 0 0,1 3-6864 16,0 0-1392-16</inkml:trace>
  <inkml:trace contextRef="#ctx0" brushRef="#br0" timeOffset="11226.7134">9320 478 9215 0,'0'0'816'0,"0"0"-656"0,-3-5-160 0,0-4 0 16,1-1 1984-16,4-3 352 0,1 3 80 0,2 0 16 15,2-2-1184-15,5 1-224 16,4 1-64-16,4 0 0 0,5-1-672 0,0 1-144 0,3 1-16 0,3 2-128 16,0 2 144-16,2 0-144 0,2 3 0 0,-1 2 144 15,1 0-144-15,-3 4 128 0,-2 3-128 16,8 1 128-1,-9-1-928-15,-8-2-192 0,-6-1-32 0</inkml:trace>
  <inkml:trace contextRef="#ctx0" brushRef="#br0" timeOffset="11449.2225">9350 137 6447 0,'0'0'576'0,"0"0"-576"0,0 0 0 0,0 0 0 0,8 7 1376 0,1 2 160 15,1 1 48-15,2 2 0 0,4 2-240 0,1 4-64 16,6 2 0-16,-4 6 0 0,0 4-64 0,0-1-32 16,1 0 0-16,3 1 0 0,-2 1-656 0,-1 0-128 0,1 0-16 0,0 0-16 31,-1-5-208-31,-1-2-32 0,0-3-128 0,-1 0 192 0,-5-2-64 0,-1-2 0 16,-3 0-128-16,-2-5-10144 15</inkml:trace>
  <inkml:trace contextRef="#ctx0" brushRef="#br0" timeOffset="13391.2287">11970 476 6447 0,'0'0'576'15,"0"0"-576"-15,0 0 0 0,0 0 0 0,0 0 2240 0,0 0 352 16,10-5 64-16,-10 5 16 0,0 0-1344 0,0 0-272 0,0 0-48 0,0 0-16 16,10-2-272-16,-10 2-48 0,0 0-16 0,11 5 0 15,-3 2-400-15,1 0-96 0,-2 2-16 0,0 1 0 0,0-1-16 0,0-1-128 16,0 3 192-16,0-1-64 15,-1 0 48-15,0 1 0 0,-1-1 0 0,0 1 0 0,-5-11-16 0,5 12 0 16,0-2 0-16,-5-10 0 16,0 0-32-16,0 12-128 0,-1-2 192 0,-3 1-64 0,4-11-128 0,-7 10 0 15,0-1 144-15,0-1-144 0,-1-2 160 0,1 1-32 16,0-1-128-16,0 1 192 0,7-7-192 0,-7 9 144 16,0-4-144-16,7-5 128 0,0 0-128 0,0 0 0 15,0 0 144-15,0 0-144 0,11 9 0 0,1-2 144 16,3-2-144-16,6-2 0 0,7 1 176 0,3-2-176 15,3-2 160-15,6 0-160 0,3-2 176 0,2 0-176 16,0 0 192-16,1 1-192 0,1-1 0 0,-2-2 0 16,-4-2-160-16</inkml:trace>
  <inkml:trace contextRef="#ctx0" brushRef="#br0" timeOffset="7634.8045">6590 27 2751 0,'0'0'128'0,"0"0"16"0,0 0-144 0,0 0 0 16,0 0 0-16,0 0 0 0,0 0 2352 0,0 0 432 0,0 0 96 0,0 0 0 0,0 0-1248 0,10 7-256 15,-1 0-48-15,0-2-16 0,-9-5-528 0,12 5-96 32,0 0-32-32,0 0 0 0,0-1 176 0,2-1 48 15,1 3 0-15,3-1 0 0,-1 2-368 0,2 0-80 16,1 1-16-16,3 1 0 0,-1-1-144 0,3 3-16 0,-1 1-16 16,0 2 0-16,0 1-112 0,0 1 0 0,-1-1-128 0,-1 1 192 15,-1 1-64-15,-1 2 0 0,3 0-128 0,-2 2 192 16,-2 0-192-16,-2-4 0 15,-2-3 0-15,-1-2 0 0,-2 0 128 0,-1-2-128 0,-1-1 0 0,-1 0 0 16,-2-4 192-16,-7-5-48 0,10-2-16 0,0 2 0 16,-10 0-128-16,11-7 192 15,-3-5-192-15,1-2 192 0,-2-3-384 0,0-2-80 0,0-4-16 16,1-8 0 0,-4 5-272-16,-1 2-48 0,1 2-16 0,-3 8 0 0,-1 0 224 0,0 0 32 0,0-1 16 0,0 1 0 0,-1 2 352 0,-1 2 0 0,0-1-144 0,-1 3 144 31,-1 1 0-31,1 0-128 0,-1 2 128 0,4 5 0 0,0 0-160 15,0 0 160-15,-3-7-128 0,3 7 128 16,-4-7 0-16,4 7 304 0,0 0-48 0,0 0-16 16,0 0 112-16,0 0 32 0,0 0 0 0,0 0 0 15,0 0-384-15,0 0 144 0,7 10-144 0,2 0 0 16,0 3 384-16,3 0-16 0,1 1-16 0,1 0 0 16,2 3-352-16,1 2 144 0,0 2-144 0,1 1 0 0,-3 4 176 0,1 4-176 0,3 3 160 0,-4 1-160 15,1-1 160 1,-3 1-160-16,0 1 160 0,-1 0-160 0,-2-6 160 0,-1-1-160 15,-1-3 160-15,-1 1-160 0,0-7 0 0,0-1 0 16,-2-3-208-16,2-3-11792 0</inkml:trace>
  <inkml:trace contextRef="#ctx0" brushRef="#br0" timeOffset="99753.5556">13925 34 13647 0,'0'0'592'0,"0"0"144"0,-1-9-592 0,1 9-144 15,0 0 0-15,0 0 0 0,0-7 1280 0,0 7 208 0,0 0 48 0,0 0 16 31,0 0-656-31,0 0-144 0,0 0-32 0,8 16 0 0,-1 3-400 0,0 1-64 16,0 6-32-16,0 4 0 0,1-1 128 0,-1 2 32 16,-1 0 0-16,0 4 0 0,0 1-160 0,1-2-32 15,-2-2 0-15,2-3 0 0,-2-3-192 0,2-4 0 0,-2-3 128 0,2-2-128 16,-2-1 128-16,0 0-128 0,-5-16 176 0,0 0-176 16,0 0 144-16,0 0-144 15,7 12 0-15,-7-12 144 0,0 0 480 0,0 0 80 0,0 0 32 0,0 0 0 16,0 0-80-16,-3-16-16 0,-3 1 0 0,1-4 0 15,0-4-400-15,0-3-96 0,0-5-16 0,-1-3 0 16,1-4 832-16,2 0 176 0,-2 0 16 0,3 0 16 16,0-4-880-16,2 4-288 0,2-1 160 0,1 4-160 15,1 4 0-15,-1 3 128 0,1 4-128 0,1 2 0 0,0-1 0 16,0 4 0-16,0-1 128 0,1 2-128 16,-1 5-768-16,2 1-176 15,0-1-32-15,-7 13-16 0,10-13 816 0,0 2 176 0,-10 11 0 0,16-7 0 0,-1 2 0 0,-1 4 0 16,-14 1 0-16,19 1 0 0,-2 4 0 0,2 6 0 15,0-1-144-15,0 4 144 0,0 0 0 0,0 3-144 16,0 0 144-16,2 2 0 0,-2-1 0 16,0 1 128-16,0-2 0 0,2 2 0 15,-2 3 0-15,0 2 0 0,0 1 0 0,1-1 0 16,-1 3-128-16,-1 1 0 0,-3 1 128 0,1-1-128 16,-2-2 0-16,-1 0 0 0,-2 0 0 0,-3-1 128 0,-2-2-128 0,-1-2 0 0,-2-6 0 0,-1 1 0 15,-2-4 0-15,0-12 0 16,-4 10 0-16,4-10 128 0,0 0-128 0,0 0 0 15,0 0 128-15,-10-2-128 0,0-3 128 0,1-2-128 16,2-1 128-16,0-4-128 0,0-4 144 0,2 0-144 0,2-1 192 0,1-2-192 0,0 0 224 0,4-1-64 31,0-3-16-31,3-3 0 0,4 2-144 0,1 0 128 0,-1 1-128 0,3 1 128 16,1-2-128-16,1 0 0 0,2 5 0 0,1 0 0 0,2 0 0 0,0 3 0 16,-2 1 0-16,1 1 0 0,-1 2 0 0,-2 0-144 15,1 1 144-15,-2 3-160 16,-1-3 160-16,0 3 0 0,-3-1 0 0,-10 9 0 15,14-7 0-15,-14 7 0 0,14-2 0 0,-14 2 0 0,0 0 0 0,15 4 0 16,-3 3 0-16,0 0 0 0,-1 1 0 0,1 1 0 0,1 0 0 16,0 1 0-1,-3 0 0-15,4 2 0 0,-1-1 0 0,3-1 128 16,0 2-128-16,-1 2 0 0,-3 2 0 0,-1 3 0 0,-6 0 0 0,2 3 0 16,0 2 128-16,1 2-128 0,1 0 160 0,-1 0-32 0,-1 1-128 0,2 1 192 31,1 0-192-31,2 3 176 0,2 1-176 0,2 0 160 15,-2-5-160-15,-1-3 0 0,1-5 0 0,0 0 0 0,0-3 0 0,0-6 128 16,-1-1-128-16,1-4 0 0,-14-5 0 0,16 3 0 16,-2-3 128-16,-1-1-128 0,1-6 0 0,-4-2 0 15,-1-3 144-15,0 0-144 0,-1-4 128 0,-2 1-128 16,-3-2 128-16,0-4-128 0,-1-3 0 0,0 0 144 16,-2-2-144-16,0 2 0 0,-2 1 192 0,2-1-192 0,0 3 192 15,0 2-192-15,0-1 416 0,2 2-32 0,0 3 0 0,1 3 0 0,-1 0-64 16,-2 12-32-1,7-9 0-15,-7 9 0 0,0 0-288 0,10-7 0 16,-10 7 128-16,0 0-128 0,16-2 0 0,-16 2 0 0,13 0 0 0,-13 0 0 16,16 7 0-16,-2 0 0 0,-2 4 0 0,-2 1 0 0,1 1 0 15,-1 3 0-15,0 0 0 0,2 1 0 0,-1-2 0 0,1 3 0 16,2-1 0-16,-2 0 0 0,0 2 0 0,0-2 0 16,0 2 0-16,2-1 0 31,0 1-464-31,-1 0-48 0,1 0-16 0,0-4 0 0,-2 1-752 0,0-4-160 0,-3-4-32 15,-2 3 0-15,-7-11-240 0,0 0-48 0,0 0-16 0,0 0-6432 16,0 0-1296-16</inkml:trace>
  <inkml:trace contextRef="#ctx0" brushRef="#br0" timeOffset="99895.9972">15470 44 18143 0,'-17'-19'800'0,"5"7"160"0,-2-2-768 0,-2 0-192 0,1 2 0 0,-1 2 0 0,-1 0 1312 0,1-1 224 16,1 1 32-16,-1 1 16 15,3 2-672-15,1 1-128 0,1-1-16 0,11 7-16 16,-14-2-560-16,14 2-192 0,0 0 144 0,0 0-144 16,0 0-2016-1,0 0-480-15</inkml:trace>
  <inkml:trace contextRef="#ctx0" brushRef="#br0" timeOffset="100390.6583">15829 117 27071 0,'0'0'1200'0,"0"0"240"0,0 0-1152 0,0 0-288 16,0 0 0-16,0 0 0 0,0 0 608 0,12 10 64 16,-3 2 16-16,1 2 0 0,0 0-560 0,3 1-128 0,-1 2 0 0,1 1 0 15,1-3 0-15,0 4 0 16,0 2 144-16,1-2-144 0,-1 0 0 0,2 0 0 0,-1 0 0 0,-1-2 0 0,-4-1-288 0,1-4 32 15,-3-2 0-15,1-1 0 0,-9-9 128 0,0 0 128 16,0 0-192-16,0 0 192 0,0 0 0 0,0 0 0 0,0 0 0 0,0 0 0 31,0 0 256-31,0 0 144 0,0 0 48 0,0 0 0 16,0 0 32-16,0 0 16 0,-12-9 0 0,12 9 0 0,-9-7-272 0,1-3-48 16,-3-2-16-16,3 0 0 0,-1-2-160 0,0 0 0 15,1-1 144-15,-1-3-144 0,1 1 0 0,-1 0 0 16,2 1 0-16,0 1 128 15,-2-3-128-15,3 1 0 0,-1-2 128 0,1 2-128 0,1-2 128 16,4 3-128-16,1 3 160 0,0 1-160 0,1-1 352 0,3 5-32 16,1-1 0-16,2 1 0 15,0 1-160-15,-7 7-32 0,15-9-128 0,1 4 192 16,1 0-192-16,0 1 0 0,2 3 0 0,4-1-160 0,4 0 160 0,3 4 0 16,-1 0 0-16,4 3 0 0,0 0 0 0,1 2 0 15,1 1 0-15,-1 3-128 0,2 1 128 0,1 3 0 16,-3 1 0-16,-3 3-128 0,-3 0 128 0,-4 3 0 0,-2 1 0 0,-3 1 0 15,0 0 0-15,-1 4 0 16,-4 3 0-16,-6 2 0 16,-4 6-2656-16,-3-4-496 0</inkml:trace>
  <inkml:trace contextRef="#ctx0" brushRef="#br0" timeOffset="102696.0695">17672 215 2751 0,'-46'-3'256'0,"15"1"-256"0,-6-2 0 0,-1 3 0 16,-1-1 1200-16,-1 0 192 0,0 2 32 0,1-2 16 15,1 2-544-15,1-1-128 0,1-1 0 0,5-1-16 16,5-1 304-16,4 2 64 0,5-1 16 0,6 1 0 0,11 2-16 0,0 0 0 16,0 0 0-16,9-7 0 0,6 0-384 0,10-1-80 15,2 3-16-15,9-2 0 0,8-2-320 0,4 0-64 16,2-1 0-16,7 3-16 0,3 2-240 0,6 2 0 16,3 1 0-16,7 2-6432 15,7 0-1376-15</inkml:trace>
  <inkml:trace contextRef="#ctx0" brushRef="#br0" timeOffset="102486.1416">17458-134 6447 0,'0'0'576'0,"0"0"-576"0,0 0 0 0,0 0 0 0,-12-1 2368 0,12 1 384 15,0 0 64-15,0 0 0 16,0 0-1648-16,0 0-336 0,0 0-64 0,0 0 0 15,0 0-576-15,0 0-192 0,0 0 0 0,0 0 144 0,0 0-144 0,17-2 0 16,1 0 0-16,-1 2 128 0,2 0 112 0,0 2 16 0,0 0 0 0,2-1 0 16,-1-1 400-16,3 0 96 15,-1 2 16-15,2 2 0 0,-1 1 80 0,1 0 32 16,0 0 0-16,0 2 0 0,2-2-400 0,-2 0-80 16,-1 1-16-16,-4 0 0 0,-5 1-192 0,-2 2-64 15,-12-9 0-15,0 0 0 0,5 15-128 0,-5 3 0 16,-5-1 0-16,-4-1 0 0,-3 1 0 0,-4 2 128 15,-1 0-128-15,0 1 128 0,1 1-128 0,1-2 192 16,-2 4-192-16,3-3 192 0,2-1 32 0,3 0 16 0,0 0 0 0,3-1 0 0,2-1-80 0,2 0-16 31,4-1 0-31,2 1 0 0,1-2-144 0,2 4 160 16,3-3-160-16,2-2 160 0,2-4-160 0,3 2 0 0,4-1 144 0,3-3-144 16,2 1 128-16,2-4-128 0,1 0 160 0,4-5-160 15,-1-2 0-15,1-3-208 0,0-2 16 0,-2 0 0 31,-2 2-576-31,1 0-128 0,-1-5 0 0,-1-1-7552 0,-4-1-1520 0</inkml:trace>
  <inkml:trace contextRef="#ctx0" brushRef="#br0" timeOffset="103326.8071">18144 355 11055 0,'0'0'976'0,"-6"-9"-784"16,1 1-192-16,5 8 0 15,0 0 3360-15,0 0 624 0,0 0 128 0,0 0 32 16,0 0-2624-16,0 0-528 0,0 0-96 0,14 15-32 15,1 2-688-15,-1 1-176 0,-2-1 0 0,2 0 0 0,2-1 0 0,1-1 0 16,0-1 0-16,1 0 0 0,-1-2 0 0,0 2 0 0,0-2-192 16,1-2 192-1,-3-1-608-15,-1-2 0 0,0 0 0 0,-2-1 0 16,-12-6 96-16,15 6 32 0,-15-6 0 0,16 3 0 0,-16-3 480 0,15-2 0 0,-15 2 0 0,16-3 0 16,-2-1 0-16,-2 1 0 0,-12 3 0 0,15-7 0 0,-1-3 304 15,0 3 0 1,-14 7 0-16,12-7 0 0,-12 7 80 0,10-7 32 15,-10 7 0-15,0 0 0 0,9-12-208 0,-9 12-32 0,0 0-16 0,0 0 0 16,0 0-32-16,0 0 0 16,0 0 0-16,0 0 0 0,0 0-128 0,0 0 0 15,0 0 0-15,0 0 0 0,0 0 0 0,0 0 0 16,0 0 0-16,14 7 0 0,-14-7-144 0,0 0 144 16,0 0 0-16,15 7 0 0,1 1 0 0,-4-2 0 0,-12-6 0 0,0 0 0 15,17-2 0-15,-3 0 0 0,-14 2 0 0,16-3 0 0,-1-1 0 0,-1 1 0 16,-14 3 0-16,14-5 0 0,-2-4 0 0,-2-1 128 15,-1-2-128-15,-1 1 0 16,-8 11 0-16,6-12 0 0,-3-2 128 0,-1-3-128 16,-2-5 0-16,0-1 128 0,-2 1-128 0,0-2 0 0,-1-1 128 0,-1 3-128 15,1 0 0-15,0 1 0 0,1 0 0 0,0 0 128 16,0 4-128-16,1 3 0 16,1-1-304-16,3 4-96 15,4 3-32-15,2 1-7920 0,1 0-1584 0</inkml:trace>
  <inkml:trace contextRef="#ctx0" brushRef="#br0" timeOffset="103987.3247">18956 564 19343 0,'0'0'1728'0,"0"0"-1392"16,0 0-336-16,0 0 0 0,0 0 1248 0,19-2 176 0,4 2 48 0,4 0 0 0,8 0-656 0,3 0-128 15,3 2-32-15,9 1 0 16,9-1-496-16,0-2-160 0,-1 0 0 0,-1-5-11968 15</inkml:trace>
  <inkml:trace contextRef="#ctx0" brushRef="#br0" timeOffset="103793.7377">19172 289 28447 0,'0'0'1264'0,"-3"-8"256"0,-1-1-1216 0,4 9-304 0,0 0 0 0,0 0 0 16,0 0 736-16,12-7 96 0,2 4 0 0,3-3 16 0,6 5-624 0,3-1-224 16,1 0 144-16,3 1-144 15,1-3-464-15,0 1-176 0,0 1-48 0,-2-2-8304 0,1-1-1664 0</inkml:trace>
  <inkml:trace contextRef="#ctx0" brushRef="#br0" timeOffset="107042.9599">19930-40 13823 0,'-21'-6'608'0,"11"1"128"0,10 5-592 0,-12-7-144 0,12 7 0 0,-11-5 0 0,11 5 1968 0,0 0 352 16,0 0 80-16,0 0 16 0,0 0-1536 0,0 0-304 15,0 0-64-15,0 0-16 16,0 0-224-16,0 0-32 16,16-5-16-16,-2 2 0 0,0 1-224 0,3 0 0 0,2 2 0 0,1 0 0 15,1-2 0-15,2 2 0 0,-3 0 0 0,1 0 0 16,-4 0 0-16,1 2 0 0,-1 0 0 0,-3 1 0 0,-14-3-128 0,15 5 128 0,-3 2 0 0,-12-7 0 16,0 0-144-16,0 0 144 0,9 18 0 0,-9-18-144 31,-4 20 144-31,-1-1 0 0,-2 2 0 0,-3 0-128 15,-4-2 128-15,2-2 0 0,-2 0 0 0,2 0 0 0,0 1 0 0,2-3 0 0,-1-3 0 0,1-1 128 32,-2-3-128-32,3-1 0 0,9-7 0 0,0 0 128 15,-10 7-128-15,10-7 0 0,0 0 0 0,0 0 128 0,0 0-128 0,0 0 0 16,0 0 0-16,0 0 0 16,0 0 0-16,0 0 128 0,16 2-128 0,-1-2 0 0,-15 0 0 0,17-2 0 0,-1 2 0 15,-2 2 0-15,-1 1 0 0,1 2 0 16,0 2 0-16,2 2 0 0,-3 0-128 0,3 3 128 15,1 2-128-15,-1 1 128 0,-1 4 0 0,1 5 0 16,-1 0 0-16,3 1 0 0,-1-3 0 0,0-1 0 16,-1-4 0-16,1 2 0 0,0 2 0 0,-1-2 0 15,-2-2 0-15,-4-2 0 0,-1 1 0 0,-3-2 0 0,-6-14 0 0,4 15 128 16,-4-1-128-16,-2 2 0 0,-1-3 0 0,3-13 0 16,-12 7 0-16,-2 2 0 0,0-2 0 0,-2-2 0 0,-3 0 0 0,0 2 128 15,1 0-128-15,-5-2 0 16,-1-3 192-16,-4 0-48 0,-5-1 0 0,1 3 0 15,-1-1 32-15,-3 1 0 0,-2-4 0 0,-4 0 0 0,-1 0-176 0,2 0 128 16,1-2-128-16,2 2 128 16,2 0-128-16,5-3 0 0,1-3-192 0,6 3 192 31,2-4-2688-31,5 0-400 0</inkml:trace>
  <inkml:trace contextRef="#ctx0" brushRef="#br0" timeOffset="107659.6932">20320 61 20271 0,'0'0'1792'0,"0"0"-1424"0,0 0-368 0,0 0 0 0,0 0 1680 0,0 0 272 15,0 0 48-15,-4 14 16 0,3 3-1440 0,1 4-304 16,3 0-48-16,2 1-16 0,1-1-208 0,0 5 0 16,3-2 0-16,1 2 0 0,4 2 0 0,0 1 128 15,0-3-128-15,0-2 0 0,0-2 144 0,-1-4-144 16,1-3 128-16,0-1-128 15,1 2-272-15,-2-1-144 0,-3-5-32 0,0-1 0 0,-10-9 80 0,12 4 16 0,-12-4 0 0,0 0 0 16,14-6 352-16,-14 6 0 0,14-12 128 0,-4 0-128 16,-1 2 0-16,1-2 0 0,1-2 0 0,-1 2 0 15,-10 12 288-15,10-9 80 0,1 2 16 0,-11 7 0 0,10-7-64 0,-10 7-16 0,0 0 0 0,0 0 0 16,0 0-176-16,0 0-128 16,0 0 192-16,0 0-192 15,10 13 0-15,-10-13 0 0,0 0 0 0,2 12 0 16,2 1 0-16,-3-1 0 0,-1-12 0 0,0 0 0 15,0 0 0-15,0 0 0 0,0 0 0 0,0 0 0 0,0 0 192 0,0 0-192 16,0 0 192-16,0 0-192 0,16-5 176 0,-2-3-176 16,-1-4 160-16,0 0-160 0,-1-1 0 0,1 0 0 15,3-5 0-15,0 1 0 0,-1 0 0 0,2-2 0 0,1-2 0 16,-1-1 0-16,0 3 0 0,-1 1 0 16,-3 1 0-16,0-4 0 0,-3-1 0 0,-2 0 0 15,-2 1 0-15,-3-2 0 0,-5 1 144 0,-3 1-144 16,-3 2 128-16,-4-1-128 0,-6-1 0 0,-4 2 0 15,-6 0 0-15,-1-2 0 0,0 2 128 0,-3-3-128 16,0-1 128-16,4 3-128 0,6 1 0 0,4 5 0 0,3 4 0 0,15 10 0 16,0 0-1312-16,0 0-144 0,0 0-16 31,0 0-10240-31</inkml:trace>
  <inkml:trace contextRef="#ctx0" brushRef="#br0" timeOffset="108229.4441">21212 231 11967 0,'0'0'1072'0,"0"0"-864"0,0 0-208 0,0 0 0 15,4-9 3536-15,-4 9 672 16,0 0 128-16,0 0 16 0,0 0-2752 0,0 0-544 0,0 0-112 0,10 12-32 16,-1 2-704-16,-2 5-208 15,-2 1 0-15,-2 5 128 0,-1 2-128 0,-2 3 0 0,-2-3 0 0,-1-1 0 16,-2-3 0-16,-1-1 0 0,3 2 0 0,0 0 0 16,-1-3 0-16,1 0 0 0,1-1 0 0,0-1 0 0,2-3 0 0,0 1 0 15,0 2 128-15,2-2-128 31,1-1-528-31,1 0-176 0,-2 1-48 0</inkml:trace>
  <inkml:trace contextRef="#ctx0" brushRef="#br0" timeOffset="110915.419">22527-34 16575 0,'0'0'1472'0,"14"-3"-1168"0,-2-6-304 0,4 4 0 0,1 2 1920 0,4 1 336 15,3 0 64-15,2 2 16 0,3 0-1408 0,4 2-288 16,3 0-48-16,6 1-16 0,4 1-384 0,4 1-64 16,0 0-128-16,-1-2 176 31,-4-1-1584-31,-1-2-320 0</inkml:trace>
  <inkml:trace contextRef="#ctx0" brushRef="#br0" timeOffset="110705.9749">22676-54 6447 0,'0'0'576'0,"0"0"-576"0,0 0 0 0,0 0 0 15,0 0 3072-15,-2-11 496 0,2 11 96 0,-7-8 32 16,7 8-1792-16,-10-7-368 0,0 2-64 0,10 5 0 15,-16 3-880-15,2 2-160 0,-1 2-48 0,1 0 0 16,2 0-256-16,1 2-128 0,3 1 0 0,8-10 128 0,-9 12-128 16,9-12 0-16,-3 19 0 0,3-3 0 0,0-16 0 0,0 0 0 15,7 19 0-15,1-6 128 0,-8-13-128 0,11 14 0 16,1-3 144-16,1-5-144 0,-13-6 0 0,18 6 128 16,-3-3-128-16,-1 2 0 0,0 2 0 0,-2 2 0 15,0-1 0-15,0 5 0 0,-2 0 0 0,3 3 144 16,0-1-144-16,1 3 0 0,0 1 384 0,2 1-48 15,-1 1 0-15,2 3 0 0,2 4-208 0,-1-4-128 16,-3 2 160-16,-1-2-160 0,0 0 128 0,-6 0-128 16,-2-6 0-16,-3-3 0 0,-1 1 0 0,-4-2 128 15,-3-4-128-15,-4 2 0 0,-3-5 0 0,-3 0 0 16,-8 0 0-16,1-2 0 16,-2 0-576-16,-2 0-16 15,0 0 0-15,-2-5 0 0,0 0-1584 0,1-1-304 0,1-3-64 0,2 2-6672 16</inkml:trace>
  <inkml:trace contextRef="#ctx0" brushRef="#br0" timeOffset="111501.7244">23278 56 21183 0,'0'0'1888'0,"0"0"-1504"16,0 0-384-16,0 0 0 0,0 0 2288 0,0 0 384 15,0 0 80-15,-3 21 0 0,4 3-2096 0,3 0-416 0,-1 0-96 16,3 1-16-16,2 0-128 0,1 1 192 0,-1 0-192 0,1 0 192 16,0-5-192-16,-1 0 0 0,1-1 0 0,0-1 0 31,-1 2-1056-31,1 0-96 0,0-6 0 0,-1-3-16 16,2-7-256-16,-10-5-48 0,14 0-16 0,2-1 0 0,-1 1 848 15,-1-5 160-15,-2-4 32 0,4-5 16 0,1-3 432 0,0-4 144 0,1 4 0 0,1-2 0 16,-2-2 656-16,2 0 128 15,0 3 32-15,-5 0 0 0,-6 3 16 0,1 1 16 0,-1 4 0 0,-8 10 0 16,7-9-368-16,-7 9-80 0,0 0-16 0,0 0 0 16,0 0-272-16,0 0-64 0,0 0-16 0,0 0 0 15,0 0-176-15,-5 14-144 0,0 1 144 0,2 1-208 16,1-1 208-16,2 3 0 0,0 1 0 0,2 0 0 0,1-6 0 0,2 3 0 16,0-1 0-16,1-1 0 0,0 2 0 0,0-4 0 0,-1 0 0 0,2-3 0 31,-7-9 0-31,10 8-144 0,-10-8 144 0,0 0-128 15,0 0 128-15,14 0 0 0,-14 0 0 0,14-3-128 0,-2-2 128 0,-12 5 0 16,12-13 0-16,-2 1 0 0,-1 0 0 0,-1 0 128 0,1-2-128 0,0 1 0 16,-2-1 0-16,1-2 128 15,3-3-128-15,1 0 0 0,0-3 0 0,2-1 128 16,1 3-128-16,1-3 0 0,-1-1 0 0,1 0 144 16,-1-2-144-16,1 0 0 0,-1-3 0 0,-3 3-224 15,-3 2 16-15,-2 1 0 16,-4-1-304-16,-4 3-48 0,-5 3-16 0,-2 2 0 15,-6 0-176-15,-1 4-32 0,-6 4-16 0,-2 3 0 0,-1 1-448 0,-2 1-96 0,0 1 0 16,1 0-16-16</inkml:trace>
  <inkml:trace contextRef="#ctx0" brushRef="#br0" timeOffset="109755.7292">21778-59 11967 0,'0'0'1072'0,"0"0"-864"0,-10-2-208 0,10 2 0 16,0 0 2832-16,0 0 528 0,0 0 96 0,0 0 32 16,0 0-2080-16,0 0-432 15,0 0-80-15,-3 14 0 0,1 3-592 0,4 2-112 0,1 2-32 0,0-1 0 16,1 1 16-16,3 3 0 0,0 6 0 0,3 1 0 15,0-2-176-15,3 4 0 0,-1 3 144 0,0 0-144 32,-2 2-1056-32,0 2-288 0,1-4-48 0</inkml:trace>
  <inkml:trace contextRef="#ctx0" brushRef="#br0" timeOffset="109554.7946">21775 99 11967 0,'0'0'1072'0,"2"-12"-864"0,-1 4-208 0,-1 8 0 15,9-7 3136-15,5 2 592 0,3-1 112 0,4 3 32 16,-1-1-2784-16,6 3-544 0,2 2-112 0,3-2-32 15,4 1-400-15,1 3 0 0,0 1 128 0,4 1-128 16,-1 0-240-16,-1-2-80 0,-3-1 0 0,-4-4-16 0</inkml:trace>
  <inkml:trace contextRef="#ctx0" brushRef="#br0" timeOffset="112057.6686">24107 180 12895 0,'0'0'1152'0,"0"0"-928"0,0 0-224 0,0 0 0 0,0 0 2448 0,0 0 448 0,0 0 96 0,10-8 16 16,0 3-1760-16,-10 5-352 0,0 0-64 0,19 1 0 31,0 3-640-31,0 1-192 0,-3 2 0 0,3 2 0 0,5 1 0 0,0 4 0 16,0 1 0-16,-1 1 0 0,-1-2 0 0,-1 3 0 15,0-2 0-15,-2 3 0 0,-2 1 0 0,-2 0 0 16,1 0 0-16,-6-2 0 0,-3-3 0 0,-2 1 0 0,-1-4 0 0,-2 1 0 16,-2 1 0-16,0-13 0 15,-7 13 0-15,0-1 0 0,0-2 160 0,-2 0 128 0,-1-1 32 0,0 0 0 16,-3 1 256-16,0 0 48 0,-3-1 16 0,2 0 0 16,2-3-192-16,-2 3-48 0,-1 0 0 0,1-1 0 0,0-1-160 0,0-2-48 15,1 1 0-15,1 1 0 0,12-7 0 0,-13 8 0 16,13-8 0-16,0 0 0 0,0 0 16 0,0 0 0 15,-10 5 0-15,10-5 0 0,0 0-16 0,0 0 0 16,0 0 0-16,16 9 0 0,3-4 64 0,7-3 0 16,5-6 0-16,5 3 0 0,5-1-256 0,2-3 144 15,1-2-144-15,2 0 128 16,4 2-1648-16,4-4-336 0</inkml:trace>
  <inkml:trace contextRef="#ctx0" brushRef="#br0" timeOffset="55712.9104">2686 1376 6447 0,'0'0'272'0,"0"0"80"0,0 0-352 0,0 0 0 16,0-12 0-16,0 12 0 0,2-11 3520 0,-2 11 624 15,7-8 128-15,-7 8 16 0,0 0-2720 0,8-7-544 16,-8 7-128-16,10-5 0 0,-10 5-384 0,11-2-64 16,-1 4 0-16,6 1-16 0,-2 2-160 0,1 2-16 15,-1 4-16-15,3-1 0 0,2-1-48 0,5 1-16 16,4 2 0-16,1 0 0 0,1 0-176 0,4 2 160 0,2-2-160 0,2 2 160 16,0 1-160-16,0-1 0 0,0 0 0 0,0 2-8352 31,-2-1-1776-31</inkml:trace>
  <inkml:trace contextRef="#ctx0" brushRef="#br0" timeOffset="55522.4512">3204 1179 23839 0,'0'0'1056'0,"0"0"224"0,0 0-1024 0,0 0-256 0,-9-5 0 0,9 5 0 16,0 0 1568-16,0 0 272 0,0 0 48 0,-9 15 16 15,2 1-848-15,1 3-160 0,0 0-48 0,1 2 0 16,-2-1-368-16,0 3-80 0,-1-3-16 0,-1 1 0 16,-3-2-256-16,0 4-128 0,-2-1 128 0,-3-1-128 0,-2 0 0 0,0 1 0 15,0-3-144-15,-2 3 144 16,-3-1-544-16,2-4 0 0,1 2 0 0,2-3 0 15,0-4-512-15,3-2-96 0,4-4-32 0,0-1 0 16,0-2 32-16,12-3 16 0,-12-1 0 0,12 1 0 16,-12-7-1744-16,5-2-368 0,-3-7-64 15,3 1-16-15</inkml:trace>
  <inkml:trace contextRef="#ctx0" brushRef="#br0" timeOffset="55118.2018">1930 1348 4607 0,'0'0'192'0,"0"0"64"0,0 0-256 16,0 0 0-16,0 0 0 0,0 0 0 0,0 0 2352 0,0 0 416 15,2-12 96-15,-2 12 16 0,0 0-1184 0,3-14-224 0,-3 14-64 0,0 0 0 16,0 0-512-16,7-14-96 16,-2 1-32-16,-5 13 0 0,0 0-432 0,12-12-80 15,-12 12-32-15,16-13 0 0,-1 5-224 0,1 3 0 0,-1-2 0 16,3 2 0-16,-3 1 0 0,2 1 0 0,2-1 0 0,0 2 0 15,6-1 0-15,0 3 0 0,0 2 0 0,-5 1 0 16,1 1 0-16,0 1 320 0,-2 0-32 0,-2 2-16 0,-1 3 64 0,-3 2 16 16,-1 0 0-16,1 2 0 0,-3 0-80 0,-5 2-16 15,0-3 0-15,-1 3 0 16,-4-16-256-16,1 19 0 0,-2-2 0 0,-5-1 0 16,6-16 192-16,-10 17-64 0,-2 2 0 0,-3-2-128 0,-1-1 128 0,0 1-128 15,-1-3 0-15,0 2 0 0,-2-1 160 0,0 1-32 16,0-3 0-16,0 3 0 0,0-2 0 0,3 0-128 0,1-4 192 0,3 0-64 31,2 1 320-31,10-11 48 0,-11 14 16 0,11-14 0 0,-10 13 64 0,10-13 0 16,-5 14 16-16,5-14 0 0,0 16-160 0,0-16-48 15,0 0 0-15,10 14 0 16,0-4-96-16,4-3-32 0,3-2 0 0,2-2 0 0,2-1-64 0,5-4-32 16,3-1 0-16,4-2 0 0,3-2-160 0,2-2 0 15,0-3 144-15,2 0-144 0,0-3 0 0,1 1 0 16,1 2 0-16,-1 0-128 15,0-2-1584-15,-3 0-304 0,-1-2-64 0,1 1-16 16</inkml:trace>
  <inkml:trace contextRef="#ctx0" brushRef="#br0" timeOffset="56122.1003">3834 1531 23039 0,'0'0'2048'0,"0"0"-1648"0,-11-3-400 0,11 3 0 15,0 0 3504-15,0 0 608 0,0 0 128 0,0 0 32 16,9 14-3328-16,1-2-672 0,-10-12-128 0,14 15-16 16,0-3-128-16,1 2 144 0,1 0-144 0,-2 0 160 15,-4 0-160-15,2-1-224 0,2 3 48 0,0 0 16 31,0-1-256-31,-2 2-48 0,-4 2-16 0,1 6 0 16,-2 0-368-16,0 3-80 0,-4 1-16 0,-1-3-9392 0,-4-2-1888 0</inkml:trace>
  <inkml:trace contextRef="#ctx0" brushRef="#br0" timeOffset="57653.159">4477 1647 14735 0,'0'0'640'0,"0"0"160"0,0 0-640 0,0 0-160 0,0 0 0 0,0 0 0 16,0 0 2576-16,11-9 496 0,-1 2 80 0,2 2 32 0,0 0-2320 0,2 2-464 15,0-4-80 1,3 2-32-16,2-2-288 0,4 0 0 0,1 0 0 0,2 0 0 15,1-2 0-15,3 2 0 0,-1 0 0 0,0 1 0 16,1-1-256-16,-3 1 0 0,-1 1 0 0,0 2 0 31,-4-1-336-31,-1 3-80 0,-4-1-16 0,-3 0-10272 0</inkml:trace>
  <inkml:trace contextRef="#ctx0" brushRef="#br0" timeOffset="57890.7023">4565 1428 21183 0,'0'0'944'16,"-8"-6"192"-16,-1 1-912 0,9 5-224 0,0 0 0 0,0 0 0 0,0 0 2544 0,0 0 464 16,0 0 80-16,0 0 32 0,0 0-2240 0,0 0-448 15,0 0-96-15,0 0-16 0,7 19-320 0,2 0 0 0,-1-1 0 0,3 2 0 16,3 3 0-16,1 1 0 15,2 5 0-15,2 1-128 0,0 1 128 0,0 2-208 0,0-1 80 0,4 5 128 32,-1-1-2816-32,-1-2-448 0</inkml:trace>
  <inkml:trace contextRef="#ctx0" brushRef="#br0" timeOffset="61471.283">7664 2020 2751 0,'0'0'256'0,"0"0"-256"0,0 0 0 0,3-12 0 0,4 2 4704 0,2-1 896 16,3 1 176-16,3 5 48 15,4 1-3552-15,4 1-704 0,4-1-144 0,6 3-16 0,3 1-784 0,2 0-160 16,2 0-16-16,3-2-16 0,2 2-304 0,0 2-128 16,0-1 128-16,3 3-128 0,2-3 0 0,0 5 0 0,0 1 0 0,-2-1-8992 31,-3 3-1840-31</inkml:trace>
  <inkml:trace contextRef="#ctx0" brushRef="#br0" timeOffset="61200.06">8228 1272 11967 0,'0'0'528'0,"9"-8"112"0,-3-1-512 0,-6 9-128 16,7-7 0-16,-7 7 0 0,0 0 3632 0,0 0 688 16,0 0 144-16,0 0 16 0,0 0-3456 0,0 0-688 0,0 0-144 0,0 21-16 15,-1-2-176-15,-3-4 0 0,-3-1 0 0,0-2 0 16,7-12 0-16,-13 16 0 0,0-1 0 0,0-3 0 16,-3-1 0-16,2-1 0 0,1 0 0 0,0-1 0 15,0 0 0-15,1 1 128 0,-1-1-128 0,1 3 0 0,0-2 0 0,0 1 0 16,-2-1 0-16,14-10 0 0,-13 12 0 0,13-12 160 0,-11 16-32 0,11-16-128 15,0 0 208-15,-3 19-64 0,3-19-16 0,3 19 0 16,-3-19-128-16,14 15 128 16,0-5-128-16,3-4 128 0,2-1 0 0,4-2 0 0,2-1 0 0,5-2 0 31,4 2-128-31,3-1 0 0,1-1 0 0,3 2 128 16,0 0-448-1,-1 0-80-15,-2 1-32 0,0 1-8336 0,0 1-1664 0</inkml:trace>
  <inkml:trace contextRef="#ctx0" brushRef="#br0" timeOffset="62152.0828">8949 1360 11967 0,'0'0'1072'0,"0"0"-864"0,0 0-208 0,0 0 0 16,9-8 2880-16,0 1 512 0,-1-2 128 0,-8 9 0 16,12-3-2224-16,2-1-448 0,0-1-80 0,1 2-32 15,1 1-480-15,0 2-112 0,-1 0-16 0,2-2 0 16,1-1-128-16,-1 3 0 0,0 3 144 0,0 1-144 16,2-6 0-16,-1 4 144 0,-1 1-144 0,-2 0 0 0,1 1 0 0,-2 1 0 15,-14-5 0-15,15 7 0 16,-15-7 0-16,12 7 0 0,-12-7 0 0,0 0 0 15,0 0 0-15,0 0 0 0,0 14 0 0,0-14 0 16,0 0 0-16,-12 14 0 0,-3-4 0 0,-1-1 0 0,1-3 0 0,-1 3 128 16,1-2-128-16,-1 2 0 0,-1-4 144 0,1 0-144 15,1-2 0-15,1 3 144 0,0-1-144 0,14-5 0 16,-14 7 144-16,14-7-144 0,-13 3 0 0,13-3 128 16,-13 4-128-16,13-4 0 15,0 0 0-15,0 0 0 0,0 0 0 0,0 0 0 0,-6 15 0 0,6-15 0 16,0 0 0-16,0 19 0 0,0-19 0 0,6 19-128 15,0-2 128-15,1 1 0 0,1-4 0 0,1 1 0 16,1 1 0-16,2-3 0 0,2 0 0 0,0 0 0 0,0 1 144 0,-1-2-144 16,-2 0 192-16,1 0-64 15,0 2 0-15,0 0-128 0,-2 0 128 0,1 0-128 16,-3 0 0-16,1-2 0 0,-2-4 0 0,0 3 0 0,-7-11 128 0,5 12-128 16,-3 0 0-16,-2-12 0 0,0 0 128 0,-5 12-128 15,-2 0 0-15,0-3 0 0,-4-3 0 0,-1 1 0 16,-1-3 0-16,-5-1 0 0,-4 1 0 0,-2-1 0 0,-4 2 0 0,-5 1 128 15,-6-1-128-15,-5 2 0 0,-4 1 128 0,-2 3-128 16,-5 2 0-16,-2 0 0 16,-4-1-144-16,1-2-96 0,1-5-16 0</inkml:trace>
  <inkml:trace contextRef="#ctx0" brushRef="#br0" timeOffset="58751.4728">5579 1379 4607 0,'0'0'400'0,"0"0"-400"16,0 0 0-16,0 0 0 0,0 0 3936 0,0 0 704 15,0 0 144-15,0 0 16 0,0 0-3152 0,0 0-640 16,0 0-128-16,0 0-32 0,0 0-528 0,8-7-128 0,1 0 0 16,-9 7-16-16,0 0-176 0,12-5 0 0,-12 5 0 0,14-3 0 15,0-1 0-15,1 3 0 0,1-5 0 0,1 5 0 0,0 1 0 0,0 0 240 16,-1 0-48-16,1 0 0 15,2 0 48-15,0 0 0 0,-2 0 0 0,-1 0 0 16,-2-2-80-16,0 2-16 0,-1 0 0 0,-13 0 0 0,0 0-144 0,12 3 128 16,-12-3-128-16,0 0 128 15,0 0-128-15,0 0 0 0,0 0 0 0,0 0 0 16,0 0 128-16,0 0-128 0,-12 11 128 0,12-11-128 16,-15 8 0-16,1-1 0 0,-2-3 128 0,4 1-128 15,12-5 0-15,-12 7 0 0,12-7 0 0,0 0 128 16,-12 9-128-16,12-9 0 0,0 0 0 0,0 0 0 0,-12 10-128 0,12-10 128 15,0 0-160-15,-8 12 160 0,8-12-128 0,0 0 128 0,0 0 0 0,-2 19-144 16,2-19 144-16,5 21 0 0,-5-21-144 0,7 19 144 16,0-2 0-16,1-3 0 0,-8-14 0 0,12 21 0 15,-1-4 0-15,-1 0 0 0,1-3 0 0,2 0 0 16,1 0 0-16,0-1 0 0,0-2 0 0,0 1 0 16,-2 0 0-16,0 0 0 15,-2 0 0-15,0 2 0 0,1-2 0 0,-1 2 0 16,-1 0 0-16,-1-1 0 0,-1 3 0 0,-1 1 0 15,-1-5 0-15,0 2 0 0,0 2 0 0,0-3 0 0,-1 1 0 16,-3-2 0-16,-1-1 0 0,0-1 0 0,0-10-128 0,-3 14 128 16,-2-4 0-16,-2 1 0 0,0-3 0 0,-2 3 0 0,-4-4 0 0,-3-1 0 15,-3 1 0-15,-5 0 0 16,-4-2 0-16,-3-3 0 0,-5-2 0 0,0-2 0 16,-4 1 0-16,4-1 0 0,1-5 0 0,2-2 0 15,1 1 192-15,1-1-64 0,1-1 0 0,3 3 0 0,2 3-128 0,5 1 0 16,4 0 0-16,4 1 0 0,12 2 0 0,0 0-144 15,0 0 144-15,0 0-12448 0</inkml:trace>
  <inkml:trace contextRef="#ctx0" brushRef="#br0" timeOffset="59259.1402">6062 1379 10127 0,'0'0'448'0,"0"0"96"0,-12-5-544 0,12 5 0 0,-11-7 0 0,11 7 0 15,-8-5 4160-15,8 5 704 0,0 0 160 0,0 0 32 16,0 0-3552-16,0 0-704 0,0 0-144 0,0 0-16 16,0 0-640-16,0 0 0 0,0 0-192 0,15 14 64 0,3-4 128 15,2 2 0-15,3-1 0 0,4 2 0 0,1 0 0 0,5 0 0 16,1-1 0-16,3 4 0 15,-1 1 0-15,3 2-208 0,3 2 48 0,3 1 16 16,0-1-1968 0,-4 0-400-16</inkml:trace>
  <inkml:trace contextRef="#ctx0" brushRef="#br0" timeOffset="59030.0209">6716 1241 35183 0,'-19'-7'1552'0,"5"7"336"0,-1 2-1504 0,-3 1-384 16,-1 3 0-16,0 2 0 0,0 1 144 0,0 1-144 0,-3 2 192 0,0 2-192 16,-1 2 0-16,-1 1 0 15,0 0 0-15,-2 2 0 0,0 2-256 0,0 1-48 0,0 1-16 0,0 1 0 31,-1 2-544-31,1 0-112 0,2 3-32 0,0 1 0 0,-1-1-32 0,3 0-16 0,-1 1 0 0,3-3 0 32,-1-3-48-32,2-1-16 0,2-4 0 0,1-2 0 0,2-3-224 0,2 0-64 15,2-6 0-15</inkml:trace>
  <inkml:trace contextRef="#ctx0" brushRef="#br0" timeOffset="59636.9676">6909 1630 27519 0,'0'0'1216'0,"0"0"256"0,0 0-1168 0,0 0-304 16,0 0 0-16,11-9 0 0,-1 2 528 0,0 2 48 16,4 2 16-16,0 1 0 0,1 2-464 0,3 3-128 0,-1 1 0 0,2-1 0 15,0 2 0-15,0 1-256 0,2 0 64 0,-2 3 0 16,-2 0-128-16,-2 1-48 15,1 2 0-15,-2 0 0 0,-6-1 240 0,1 1 128 0,0 0-160 0,-2 3 160 16,-2 4 0-16,0-1 160 0,-2-1 0 0,-3 0 0 16,-1 2 224-16,-1-2 32 0,-1-3 16 0,-3 2 0 15,-1-2-144-15,1-2-32 0,-1-2 0 0,-2 2 0 0,-1-3-80 0,1 1-32 16,0 0 0-16,1 1 0 16,-1-4 176-16,9-7 16 0,-9 8 16 0,3 1 0 0,6-9-112 0,0 0-32 15,0 0 0-15,0 0 0 0,0 16-208 0,5-8 0 16,-5-8 128-16,14 5-128 15,1 1 0-15,6-5 0 0,3-1 0 0,4 0 0 16,3-3-272-16,3-2-160 16,1-1-16-16,1 0-9104 0,2-7-1824 0</inkml:trace>
  <inkml:trace contextRef="#ctx0" brushRef="#br0" timeOffset="64727.8857">3885 2257 23551 0,'0'0'1040'0,"7"-14"224"0,0 2-1008 0,-7 12-256 0,7-12 0 0,-7 12 0 15,0 0 1312-15,0 0 224 0,0 0 32 0,0 0 16 0,0 0-720 0,0 0-144 16,-12 5-16-16,-2 5-16 0,-3 6-688 0,0 3 0 16,-4 1 0-16,-1 5 0 0,-4-1 0 0,2 3-144 15,-1 5 144-15,1 0 0 0,0 3 0 0,0-2 0 16,0-2 0-16,1-2 0 0,1-3 0 0,1 2 0 16,4-4 0-16,0 0 0 15,-1-3-384-15,-1 0-80 0,2-2-16 0,0-4 0 16,0-5-512-16,1 1-96 0,0-3-32 0,1-1-7008 0,-1-3-1408 0</inkml:trace>
  <inkml:trace contextRef="#ctx0" brushRef="#br0" timeOffset="65191.5109">4162 2576 11967 0,'0'0'528'0,"-2"-10"112"0,0-2-512 0,2 12-128 0,0-12 0 0,4 0 0 0,-1-1 3824 0,4 5 720 15,2-1 160-15,-9 9 32 0,15-2-3504 0,1 4-688 0,1 0-144 0,0 5-16 16,0 3-384-16,2 4 0 16,-1 2 0-16,-1-1 0 0,-2-1 0 0,-1 0 0 15,0 0 0-15,-2 3-128 0,-3 0 128 0,-1 2 0 16,-1 0 0-16,2 0-128 16,0 2-272-16,-3-4-48 0,0-3-16 0,1 0-12416 0</inkml:trace>
  <inkml:trace contextRef="#ctx0" brushRef="#br0" timeOffset="64331.86">2581 2267 9215 0,'0'0'816'0,"0"0"-656"0,3-12-160 0,-1 2 0 0,-2 10 3136 0,1-11 576 16,-1 11 128-16,0 0 32 15,0 0-2208-15,0 0-448 0,0 0-96 0,-3-12-16 16,0 0-656-16,3 12-144 0,0 0-32 0,-9-7 0 15,0-2-272-15,9 9 0 0,-10-5 0 0,10 5 0 16,-14-3 0-16,2 3 0 0,0 3 0 0,12-3 0 16,-16 5 0-16,3 2 0 0,-1-1 0 0,2 2-144 0,0 4 144 0,0 4 0 15,0 1-144-15,1 0 144 0,1 1 0 0,1-1 0 16,1 0 128-16,2 2-128 0,3-2 0 0,1 1 128 16,0-1-128-16,2 2 0 0,2 2 0 0,2-2 0 0,1-4 128 0,2 1-128 15,0 1 0-15,3-1 0 0,4-3 144 0,0 1-144 16,-1-2 0-16,3 2 0 0,1 0 0 0,2 0 0 15,0 0 0-15,0 1 128 0,-2 2-128 0,1 1 0 0,1-3 0 0,-2-1 0 16,-2 0 0-16,-1 1 0 0,-3 1 0 0,-1 0 0 16,0-4 0-16,-1 1 0 15,-4 0 0-15,0 2 0 0,-1-1 0 0,-4-14 0 16,0 0 0-16,-2 17 0 0,-1-1 0 0,3-16 0 16,-9 12 0-16,9-12 144 0,-14 12-144 0,-1-4 0 0,-3-1 144 0,3 0-144 15,-1-2 0-15,-1-1 144 0,-4-4-144 0,1-2 128 0,-1 0-128 0,2 1 128 31,0 1-128-31,2-2 0 0,1-3 144 0,2 0-144 0,1-1 0 0,-1 0 144 16,0-3-144-16,2 0 0 16,3 1 192-16,1-1-192 0,-1-1 192 0,0 1-192 15,-1-1 256-15,10 10-64 0,-12-14-16 0,3 0 0 16,4 2 144-16,2-2 48 0,-1-1 0 0,6 1 0 16,3 0 80-16,4 2 0 0,-1-2 16 0,6 0 0 15,2-1-208-15,3-1-32 0,1-1-16 0,5-2 0 0,0-2-208 0,6-1 0 16,4-1 0-16,3 1 0 0,2-2 0 0,1-1 0 15,1 0 0-15,2-1-160 16,1-2-256-16,7-1-48 16,3 1-16-16,-3 0 0 0,-2-3-112 0,-3 2-32 15,-4 0 0-15,-2 1 0 0,-4 2 48 0,-3 0 0 0,-1 0 0 16,-6 0 0-16,-2 0 192 0,-3 6 64 0,-1-1 0 0,-4 7 0 0,-5 4 160 0,-12 10 160 16,0 0-208-16,0 0 80 15,0 0-2176-15,0 0-416 0</inkml:trace>
  <inkml:trace contextRef="#ctx0" brushRef="#br0" timeOffset="64947.0817">3247 2699 1839 0,'0'0'160'0,"-4"-16"-160"0,1-1 0 0,1 1 0 16,-1-1 2192-16,1 2 416 16,2 15 80-16,0-18 0 0,0 5-1536 0,2-1-304 15,-2 14-64-15,5-14-16 0,2-2 144 0,0 4 32 0,1 0 0 0,1 4 0 16,1-1-112-16,4 2-32 0,2 2 0 0,1 0 0 15,2 1-128-15,2 1-32 0,1 1 0 0,4 5 0 16,0 4-64-16,1 5 0 0,1 2-16 0,3 0 0 16,4-2 0-16,1 0 0 0,-2 0 0 0,3 2 0 15,-1-2-48-15,-2 0-16 0,-3 0 0 0,1 1 0 16,-1 0-304-16,-2 3-48 0,0-6-16 0,1 2 0 16,1 0-576-16,-4 1-112 0,-2-5-16 15</inkml:trace>
  <inkml:trace contextRef="#ctx0" brushRef="#br0" timeOffset="66893.9511">4874 2668 11967 0,'0'0'1072'0,"0"0"-864"16,0 0-208-16,4-12 0 16,-1 1 3120-16,4 4 576 0,-7 7 112 0,16-7 32 15,1 2-2416-15,2 2-464 0,2-2-112 0,5 1-16 16,1-1-576-16,4 0-112 0,0 0-16 0,2 1-128 15,-2-1 128-15,0 0-128 0,-1 0 0 0,-3-2 0 16,1-4-144-16,-2 1-96 0,0 0-16 0,-2 1 0 31,-2 2-1392-31,-1 0-272 0,-4 0-64 0</inkml:trace>
  <inkml:trace contextRef="#ctx0" brushRef="#br0" timeOffset="67129.3631">4914 2308 19343 0,'0'0'1728'0,"0"0"-1392"16,0 0-336-16,0 0 0 0,0 0 3008 0,0 0 544 16,12 6 96-16,2 4 32 0,0 4-2912 0,1 5-576 0,3 2-192 0,4 1 128 15,2 2-128-15,0 0 0 0,0 2 0 0,-1 2 0 16,3-2 0-16,0 1 0 15,-2 1 0-15,-2-2 0 16,1 0-848-16,-4-4-96 0,-2 1-16 0,-1-6-8128 0,-1-1-1648 0</inkml:trace>
  <inkml:trace contextRef="#ctx0" brushRef="#br0" timeOffset="67638.4601">5822 2341 15663 0,'0'0'1392'0,"-12"-7"-1120"0,0-1-272 0,12 8 0 0,-5-11 3072 0,5 11 576 0,0 0 96 0,0 0 32 15,0 0-2464-15,0 0-480 16,0 0-112-16,13 2-16 0,3 3-560 0,-2 4-144 0,-4 1 0 0,0 4 0 15,3 3 0-15,0 2 0 16,3 0-160-16,-2 2 160 0,-1 0 0 0,1 3 0 0,0-2 0 0,-2-1 0 16,-1-2 0-16,1-3 0 0,-2-1 0 0,0-1 0 15,1-4 0-15,-1 3 0 0,2-5 0 0,-2-1 0 16,-10-7 0-16,13 7 0 0,-3 2 0 0,-10-9 0 16,12 5-288-16,-12-5 32 15,14-2 16-15,-14 2 0 0,14-2 96 0,-14 2 16 16,13-8 0-16,-13 8 0 0,11-16 128 0,-1 1 0 0,-3-1 0 15,2 4 128-15,-1 0-128 0,-1-2 192 0,-2-3-64 0,-1 1 0 0,-1 6 320 0,-3 10 64 16,2-12 0-16,-2 12 16 16,0-11 48-16,0 11 16 0,0 0 0 0,0 0 0 0,0 0-256 0,0 0-48 15,0 0-16-15,0 0 0 0,0 0-272 0,0 0 0 16,0 0 0-16,0 0 0 16,9 14 0-16,1 2 0 0,0-1-128 0,1 1 128 15,-1-4 0-15,2 0 0 0,2-2 0 0,-2 4-144 0,-2 2 144 0,1-1-208 0,-1 1 80 0,-1 1 128 31,-2 0-896-15,0-3-64-16,-1-2-16 0,1 2 0 0,-1 3-2080 0,-1-4-400 0,2-5-96 16,-7-8-16-16</inkml:trace>
  <inkml:trace contextRef="#ctx0" brushRef="#br0" timeOffset="68096.8491">6737 2564 911 0,'0'0'0'0,"0"0"0"0,0 0 0 0,-7-7 0 0,7 7 4176 0,0 0 752 16,-5-12 160-16,5 12 32 16,0 0-2912-16,0 0-576 0,0 0-112 0,0 0-32 0,0 0-912 0,13-5-176 0,1 1-32 0,2 3-16 15,1 1-352-15,4 1 0 16,1 3 0-16,6-1 128 0,-1-1-128 0,6 3 0 16,2 4 0-16,-1 3 0 31,1 2-352-31,3 0-96 0,1 1 0 0,1 1-16 0,0-2-2192 0,-4-2-432 0</inkml:trace>
  <inkml:trace contextRef="#ctx0" brushRef="#br0" timeOffset="67903.7882">6935 2390 1839 0,'19'-9'0'0,"-7"2"160"0,-1-2-160 0,-1 1 0 16,0 1 0-16,-1 3 0 0,-9 4 5376 0,0 0 1056 16,10-1 208-16,-10 1 32 0,0 0-4432 0,0 0-880 15,0 0-176-15,9 17-32 0,-4 0-784 0,-3 1-160 16,-2 1-16-16,-4 3-16 0,-1 2 0 0,-2 0 0 0,0 2 0 0,-3-2 0 16,-4-1-176-16,0-1 0 15,1 1 144-15,-3-1-144 0,-3 2 0 0,-2-3 0 0,4-2 0 0,0 0 0 31,0 2-672-31,1-4-96 0,1-1-32 0,1-4 0 16,2-2-448-16,1-1-96 0,11-9 0 0,-8 7-16 0,8-7-560 0,0 0-96 0,0 0-32 16,0 0 0-16,0 0 0 0,0 0 0 0</inkml:trace>
  <inkml:trace contextRef="#ctx0" brushRef="#br0" timeOffset="68488.8895">7532 2720 22623 0,'0'0'1008'0,"0"0"208"0,0 0-976 0,0 0-240 16,4-16 0-16,-4 16 0 0,0 0 768 0,8-9 128 15,-8 9 0-15,0 0 16 0,13-7-688 0,-13 7-224 0,0 0 128 0,13-1-128 16,-13 1 0-16,14 3 0 0,-14-3 0 0,14 7 0 16,-14-7 0-16,14 9-144 0,-4-1 144 0,-10-8 0 15,12 11 0-15,-1-3-128 0,-11-8 128 0,12 11 0 16,-12-11 0-16,10 10 0 0,-10-10 0 0,10 10-128 15,-10-10 128-15,11 13 0 0,-11-13 0 0,0 0 0 16,7 15 0-16,-7-15 176 0,0 0-48 0,0 17 0 16,0-17 96-16,-4 19 16 0,4-19 0 0,-7 16 0 15,7-16 160-15,0 0 48 0,-8 17 0 0,8-17 0 0,0 0 96 0,0 0 32 16,0 0 0-16,0 0 0 0,0 0-192 0,0 0-16 16,0 0-16-16,15 9 0 15,2-4-160-15,2-3-48 0,2-4 0 0,3 2 0 16,4 0-272-16,5-2-64 0,3 0-16 0,5-1 0 15,6-2-2352-15,-2-4-448 0</inkml:trace>
  <inkml:trace contextRef="#ctx0" brushRef="#br0" timeOffset="70302.3779">8528 2916 11967 0,'0'0'1072'16,"0"0"-864"-16,0 0-208 0,0 0 0 0,0 0 3072 15,7-12 560-15,7 2 112 0,7 1 32 0,8 2-2576 0,6-1-512 0,-1-1-112 0,6 2 0 32,1-1-416-32,2 1-160 0,0 2 128 0,2-1-128 0,0-1 0 0,0 2 0 15,0 2 0-15,0 1 0 32,0 2-528-32,1 0-96 0,3 2-16 0</inkml:trace>
  <inkml:trace contextRef="#ctx0" brushRef="#br0" timeOffset="70079.4504">9082 2201 21183 0,'0'0'1888'0,"0"0"-1504"0,0 0-384 0,0 0 0 0,0 0 2272 0,0 0 384 16,0 0 80-16,0 0 16 0,0 0-1952 0,0 0-384 0,-12 4-80 0,12-4-16 0,-12 8-320 15,2 3 0-15,1 1 0 0,0 3 0 16,1 1 0-16,-3 3-128 0,-1-2 128 0,-1 2 0 16,-5-1-224-16,1 1 32 0,-2 0 16 0,-2 1 0 0,1 3 32 0,-1-1 0 15,-1 1 0-15,1-4 0 0,0-2 144 0,-1 0 0 16,-1-6 0-16,4 1 0 15,4 0 0-15,1-2 0 0,0-1 0 0,5-2 0 0,3 1 0 0,6-8 0 16,0 0 0-16,0 0 0 0,0 0 0 0,0 0 0 0,12 5 0 16,3 2 0-16,2-1 0 0,6-1 176 0,3 0-48 0,1-3 0 15,3-2-128-15,3 3 0 0,-1 1 0 0,1 2 0 16,0 0-256-16,-2-1 32 0,-2 2 0 0,-3 1 0 31,-3 6-608-31,-3 0-112 0,-2-2-16 0,-6-2-11568 0</inkml:trace>
  <inkml:trace contextRef="#ctx0" brushRef="#br0" timeOffset="70703.2968">9593 2188 33919 0,'0'0'1504'0,"0"0"304"0,0 0-1440 0,0 0-368 0,0 0 0 0,0 0 0 16,0 0 144-16,0 0-144 16,0 13 192-16,5 3-192 0,2-1 0 0,2 3-192 0,-1-1 0 0,3 2 0 15,-1 2-384-15,2-1-80 0,2 1-16 0,2 2 0 16,-1 3 64-16,1-2 16 0,-3 0 0 0,3-2 0 0,0-3 384 0,-1 0 80 15,-1 2 128-15,-2-2-208 16,2 0 208-16,0 2 0 0,-4-2-160 0,0-2 160 16,-3-1 0-16,-2-3 0 0,-1 0 0 0,-2 2 0 15,-4 1 0-15,-2-3 0 0,-1 1 0 0,-2-2 0 16,-5 2 0-16,-3-2 0 0,-1-3 0 0,1 1 0 16,-3-1-432-1,-1-2-112-15,0-2-32 0,0 0-7536 0,-3 0-1504 0</inkml:trace>
  <inkml:trace contextRef="#ctx0" brushRef="#br0" timeOffset="70910.6392">9645 2203 17503 0,'17'-7'1552'0,"6"3"-1232"16,1 2-320-16,7 1 0 0,5-1 2304 0,2 0 384 0,2 1 96 0,5 1 16 16,3 1-2240-16,5 3-560 15,4-3 0-15,0 1-12160 0</inkml:trace>
  <inkml:trace contextRef="#ctx0" brushRef="#br0" timeOffset="72063.0011">3257 3734 7359 0,'-3'-12'320'0</inkml:trace>
  <inkml:trace contextRef="#ctx0" brushRef="#br0" timeOffset="72588.0729">3953 3365 23039 0,'0'0'1024'0,"-9"-9"192"0,0 1-960 0,3 1-256 0,6 7 0 0,0 0 0 16,0 0 2048-16,0 0 384 0,0 0 64 0,0 0 0 15,-14 0-1856-15,14 0-384 0,-14 5-80 0,4 4-16 0,-1 1-160 16,-1 2 0-16,-2 3 0 0,1 3-176 15,-1-3-224-15,-4 1-48 0,-4-2-16 0,-2 1 0 16,-2 1-224-16,-3-3-32 0,-4 1-16 0,2-2 0 16,1-3 176-16,3 1 48 0,1-3 0 0,2 2 0 15,3 0-32-15,2-3 0 0,2 0 0 0,1-3 0 0,1-3 192 0,3 0 32 16,12 0 16-16,-12-2 0 0,12 2 304 0,-13-1 0 0,13 1 0 0,0 0 0 16,-10-6 0-16,10 6 0 0,0 0 0 0,0 0 0 15,0 0 160-15,-2-12-16 0,2 12 0 16,0 0 0-16,0 0-16 0,11-8 0 0,1-4 0 0,0 5 0 15,-12 7-128-15,15-7 0 0,-1 0 0 0,2 3 128 16,-1 3-128-16,1 1 128 0,-1 0-128 0,3 0 128 16,1-2 0-16,0 2 0 0,1 2 0 0,1 1 0 15,-2 1-128-15,2-1 0 0,-1 1 0 0,3 1 128 16,-1-2-128-16,-1 4 0 0,-2 0 0 0,2 2 0 16,-2 1 0-16,1 0 0 0,1 1 0 0,0 1 0 31,-2 0-336-31,2 0-112 0,-2 2 0 0</inkml:trace>
  <inkml:trace contextRef="#ctx0" brushRef="#br0" timeOffset="72855.4684">4488 3539 23039 0,'0'0'2048'0,"0"0"-1648"0,3-14-400 0,-3 14 0 0,0 0 2496 0,0 0 432 16,0 0 80-16,0 0 0 0,0 0-2240 0,12-3-448 16,-12 3-80-16,0 0-32 0,14-2-208 0,-14 2 0 15,14 12 0-15,-2 0 0 0,-12-12 0 0,14 16 0 16,-4 1 0-16,-1 0 0 16,-2-3-336-16,0 3-64 0,0 2-16 0,-1 0 0 15,1-1-1904-15,0-1-384 0,-2-1-80 0</inkml:trace>
  <inkml:trace contextRef="#ctx0" brushRef="#br0" timeOffset="74004.7447">5629 3501 1839 0,'0'0'160'0,"0"0"-160"16,13-5 0-16,1 0 0 0,2 0 5136 0,3 1 1008 15,5 1 192-15,0 1 32 0,0 0-4320 0,2 2-880 16,0 2-160-16,2-2-48 0,1 0-640 0,0 4-144 15,1 1-32-15,-1 0 0 0,0 0-144 0,1 2 0 16,-1 2 0-16,0-1 0 16,-1-1-1280-16,-4-2-304 0</inkml:trace>
  <inkml:trace contextRef="#ctx0" brushRef="#br0" timeOffset="75140.5723">6423 3477 11967 0,'0'0'1072'0,"0"0"-864"15,0 0-208-15,0 0 0 0,0 0 2352 0,0 0 416 16,0 0 96-16,-14-2 16 16,2-1-2224-16,0 1-432 0,-2 2-96 0,2 0 0 0,0 2-128 0,-2 3 0 0,-2 2 0 0,2 0 0 31,-1-5 0-31,-1 3 0 0,1-2 0 0,-2 6 0 0,-1-1 128 0,1 3 0 0,0-3 0 0,0 1 0 0,-2 5 64 0,-2 0 32 31,0-2 0-31,0 2 0 0,2-2-224 0,0 5 144 0,0 0-144 0,2-1 128 16,0 1-128-16,0-1 0 0,-1-4 0 0,-1 3 0 0,-1-1-208 0,-3 1-128 31,1-1-32-31,-1-3 0 16,1-3-1600-16,1-3-320 0,1 2-64 0</inkml:trace>
  <inkml:trace contextRef="#ctx0" brushRef="#br0" timeOffset="73539.0845">5337 3562 3679 0,'0'0'320'0,"0"0"-320"0,-12 0 0 0,12 0 0 16,0 0 1152-16,0 0 144 0,0 0 48 0,0 0 0 0,-9-7-1056 0,9 7-288 16,0 0 0-16,0 0 128 0,0 0-400 0,0 0-96 0,11-12-16 0,-11 12 0 31,13-9 624-31,-13 9 112 0,14-7 32 0,-14 7 0 15,0 0 1680-15,16 0 352 0,-16 0 64 0,10 7 16 0,-10-7-576 0,4 16-128 16,-6 3 0-16,-3 3-16 0,-4 2-1056 0,-5 4-208 0,-5-1-32 0,-1 6-16 16,-5 3-464-16,1 2 0 15,-2-1 0-15,0-5-11344 0</inkml:trace>
  <inkml:trace contextRef="#ctx0" brushRef="#br0" timeOffset="75465.5141">5848 3586 6447 0,'0'0'576'0,"0"0"-576"0,0 0 0 0,0 0 0 16,0 0 5024-16,0 0 896 0,0 0 176 0,0 0 48 0,0 0-4800 0,10-7-960 16,-10 7-192-16,12-4-48 0,-12 4-144 0,16 0 0 0,1 0 0 0,-1 4 0 15,-1-1-368-15,1 1 48 0,-1-1 16 0,2 1 0 0,1 3 80 0,1 0 16 32,0-1 0-32,1 3 0 15,3 0-224-15,-1 1-32 0,1-1-16 0,-1 1-7264 16,1-1-1440-16</inkml:trace>
  <inkml:trace contextRef="#ctx0" brushRef="#br0" timeOffset="73826.3824">6193 3346 17503 0,'0'0'1552'0,"0"0"-1232"0,0 0-320 0,0 0 0 16,0 0 3232-16,0 0 592 0,0 0 112 0,-9 17 32 0,1 0-2368 0,-4 1-448 15,-2-1-112-15,0-2-16 32,-1 4-1600-32,-1 0-336 0,0-1-64 0,3-1-16 15,-1 0 192-15,0 0 32 0,0 1 16 0,2-4-8256 0,0-2-1648 0</inkml:trace>
  <inkml:trace contextRef="#ctx0" brushRef="#br0" timeOffset="74387.8738">6668 3612 32479 0,'0'0'1440'0,"0"0"288"0,0 0-1376 0,0 0-352 0,0 0 0 0,0 0 0 15,0 0 192-15,0 0-48 0,12 7 0 0,-2 1 0 16,0 1-144-16,1-1 0 0,-3 1-192 0,3 1 192 15,-3 4-736-15,1-2-32 0,0-1 0 0,-1 1 0 16,-8-12 0-16,9 14-16 0,-9-14 0 0,7 15 0 0,-7-15 512 0,5 16 96 0,-5-16 32 0,3 13 0 16,-3-13 304-16,2 14 64 15,-2 0 16-15,0-14 0 0,-2 16 352 0,1-4 80 0,1-12 16 0,-4 12 0 16,4-12-64-16,-3 10-16 0,3-10 0 0,0 0 0 0,-5 12-208 0,5-12-32 31,0 0-16-31,0 0 0 0,0 0-224 0,0 0-128 16,0 0 128-16,0 0-128 0,0 0 0 0,0 0 128 15,0 0-128-15,15 4 0 0,1-4 0 0,1-2 0 16,2-3 0-16,3 0 0 16,4 1-1504-16,4-3-272 0,-1-1-48 0</inkml:trace>
  <inkml:trace contextRef="#ctx0" brushRef="#br0" timeOffset="76206.5896">7538 3446 31439 0,'0'0'1392'0,"0"0"288"0,0 0-1344 0,0 0-336 0,0 0 0 0,0 0 0 15,0 0 288-15,0 0-16 0,0 0 0 0,0 0 0 16,13 12-272-16,1 0-176 0,0 2 32 0,1-2 0 31,4-2-368-31,4 1-80 0,-1-3-16 0,3 3 0 16,0-4-256-16,1 1-48 0,0 1-16 0,2 0 0 0,-1-3 432 0,1 3 96 0,-2-2 16 0,0-2 0 16,-2 0 384-16,0 1 0 0,-3-3 0 0,-2 0-128 15,-2 3 128-15,-1-1 144 0,-16-5-16 0,0 0-128 0,0 0 512 0,0 0-16 0,0 0 0 0,0 0 0 31,0 15-176-31,-2 1-48 0,-7-1 0 0,-3-1 0 0,-3-3 48 0,-4 1 0 16,-6 0 0-16,0 2 0 16,-3 1-128-16,0 1 0 0,1-1-16 0,-1 2 0 15,1 2-16-15,1 2 0 0,0 0 0 0,2 3 0 16,-1-2-32-16,3-1 0 0,0-4 0 0,-1 6 0 0,6-1 768 16,3-1 128-16,-1 1 48 0,2-3 0 15,5-1-3408-15,1-3-672 0</inkml:trace>
  <inkml:trace contextRef="#ctx0" brushRef="#br0" timeOffset="90310.5847">8252 3902 11055 0,'0'-11'976'0,"0"-1"-784"0,0 0-192 0,0 0 0 16,0 3 2208-16,0 9 400 0,4-12 80 0,-1 2 0 16,-1 0-1712-16,1 3-336 0,-3 7-80 0,4-7-16 15,-4 7-400-15,0 0-144 0,0 0 0 0,0 0 144 16,0 0-144-16,0 0 0 0,0 0 0 0,0 0 0 15,-16 14-160-15,-1 3 160 0,-4 2-208 0,-1 3 80 0,-4 4 128 0,-2 2 0 16,-1-1 0-16,-2 1 0 16,-4-2 0-16,1-2 0 0,-1-3 0 0,4 0 0 0,2-1 0 0,5-1 0 15,3 2-128-15,4 0 128 0,3-1 0 16,3 1 0-16,5-4 0 0,4 4-6576 16,4-2-1376-16</inkml:trace>
  <inkml:trace contextRef="#ctx0" brushRef="#br0" timeOffset="93464.7544">8803 3536 8287 0,'0'0'736'0,"0"0"-592"16,-9-7-144-16,9 7 0 0,-7-9 1856 0,7 9 352 15,0 0 64-15,0 0 16 0,0 0-1168 0,0 0-224 16,-2-12-64-16,2 12 0 0,0 0-400 0,0 0-96 16,0 0-16-16,0 0 0 0,0 0-320 0,0 0 0 0,14-2 0 15,-14 2-128-15,0 0 128 0,9 12-208 0,-9-12 80 0,5 19 128 0,-5 0-160 0,0-1 160 0,-2 1 0 16,1 1-144-16,-3 1 144 0,1 0 0 0,-1 1 0 0,1 1 0 31,-2-1 0-31,3 2 0 0,2 0 0 0,3 1 0 16,-3-1 0-16,2-3 144 0,1-4-144 0,1 2 0 0,-1-2 192 0,3-1-64 15,0-4 0-15,1-2-128 0,0-1 192 0,2-1-192 16,1-3 192-16,4-1-192 0,0-2 144 0,1-1-144 16,-1 1 0-16,2 0 144 0,1-2-144 0,2 0 192 15,0 0-192-15,0 0 192 0,0-4-192 0,0 1 0 0,0-1 144 0,0 1-144 31,-2 1 128-31,-1-1-128 0,-4-2 128 0,0-2-128 0,-2-4 0 16,1 1 144-16,-5-2-144 0,1-2 0 0,-1 0 272 0,-3-1-48 16,-3-1-16-16,0 1 0 15,0-4 80-15,0 1 16 0,0 3 0 0,0-2 0 0,-2-1-304 0,-1-1 0 0,-1 0 128 0,-1 0-128 16,-2 0 0-16,-1-1 0 16,-4-1 0-16,0 4 0 0,-2-2 128 0,-5 3-128 15,0 1 0-15,-2 1-7056 16,-1 2-1504-16</inkml:trace>
  <inkml:trace contextRef="#ctx0" brushRef="#br0" timeOffset="-248979.7514">-145 5289 1839 0,'0'0'0'0,"0"0"160"0,2-12-160 0,-2 12 0 0,2-14 0 0,1 2 0 16,-3 12 1408-16,0 0 256 0,7-12 64 0,0 4 0 15,-4-1-960-15,-3 9-192 16,0 0-48-16,0 0 0 0,0 0-208 0,9-7-64 0,0 0 0 15,-9 7 0-15,0 0-256 0,0 0 0 16,0 0 0-16,14 0 0 0,-14 0 0 0,0 0 0 16,0 0 0-16,0 0 0 0,0 0 0 0,0 0 0 0,0 0 0 0,0 0 0 15,0 0 0-15,0 0 0 0,0 0 0 0,13 7 0 16,1-2 496-16,-14-5 32 0,0 0 16 0,16 5 0 0,-3 2 144 16,1-1 16-16,-2-1 16 0,-12-5 0 15,16 3 272-15,-2-1 48 0,-14-2 16 0,15 5 0 0,-3 4-112 0,-12-9-32 16,0 0 0-16,11 10 0 0,-3 0-336 0,-8-10-64 0,9 12 0 0,-4 2-16 15,-1 2-176-15,-1-1-16 0,-3-1-16 0,0 2 0 16,0-2-32-16,2 1-16 16,-2 1 0-16,0-1 0 0,0 1-16 0,1-1 0 15,-1-15 0-15,4 17 0 16,-4-17-32-16,5 18 0 0,-5-18 0 0,7 14 0 16,-7-14 64-16,0 0 0 0,0 0 0 0,10 12 0 0,-10-12-16 0,12 10 0 15,-12-10 0-15,0 0 0 16,14 2 32-16,-14-2 16 0,14 0 0 0,-14 0 0 15,10-9-32-15,-10 9 0 0,9-10 0 0,-4-1 0 0,-5 11-256 0,2-15 160 0,-4 1-160 16,-3-2 128-16,-2-1-128 0,-1 0 128 0,-1-2-128 0,0-2 128 16,1 1-128-16,-1-1 0 0,-1-2 0 0,3-1 0 0,2-2 0 0,-1 0 0 15,1 1 0-15,2 2 0 0,-2 2 0 0,-1 2 0 16,0 4 0-16,2 1 0 16,4-1 0-16,0 1 0 0,-2 2 0 0,2 1 0 15,0 3 0-15,0 8 0 0,-1-14 0 0,1 4 0 0,1 1 0 0,-1 9 0 31,4-10 0-31,-4 10 0 0,5-11 0 0,-5 11 0 16,0 0 0-16,0 0 0 0,5-10 0 0,-5 10 0 0,0 0 0 0,0 0 0 0,0 0 0 0,0 0-144 16,14-2 144-16,-14 2 0 15,0 0-144-15,17 7 144 0,-3 0 0 0,-14-7-144 16,14 12 144-16,0-2 0 0,-1 1 0 0,0-4-128 16,-13-7 128-16,12 10 0 0,-12-10 0 0,12 10 0 0,-12-10 0 0,10 11 0 15,-10-11 0-15,0 0 0 16,0 0 0-16,9 12 0 0,-9-12 0 0,0 0 0 15,0 0 0-15,0 14 0 0,0-14 0 0,-4 15 128 0,-1-1-128 16,0 0 0-16,0-2 0 0,-1 2 128 0,0-4-128 0,6-10 0 0,-7 12 0 16,2 0 0-1,-1 2 0-15,3-2 0 0,1-2 0 0,2 2 0 0,0-12 0 0,5 11 0 16,-5-11 0-16,11 10 0 0,-1 0 0 0,0-1 0 16,1 0 0-16,1-2 0 15,2 0 0-15,-1-2 0 0,1-2 0 0,0 2 0 0,-2 2 0 0,2 0 0 0,-2 0 0 0,-2 0 0 16,1 2 0-16,-1 1 0 0,-10-10 0 0,14 9-128 15,-14-9 128-15,14 10 0 16,-2 0 0-16,-12-10 0 0,8 14 0 0,-8-14 0 16,0 0 0-16,9 14-128 0,-9-14 128 0,7 14 0 15,-7-14 0-15,0 0 0 0,5 14 0 0,-5-14 144 16,0 0-16-16,2 13-128 0,-2-13 880 0,0 0 64 16,-4 12 16-16,4-12 0 15,-12 9-1600-15,0 0-304 0,-2-2-64 0,-1-2-16 0,-2-2 752 0,-2 1 144 16,-4-1 128-16,-1 1-192 0,-2 1 192 0,-1-2-192 15,-6-1 192-15,-3-2-192 0,-4 0 192 0,2 0 0 0,0 0 0 0,3 0-128 16,4 0-32-16,7 3 0 0,5 3 0 0,5-1-8848 16,4-2-1760-16</inkml:trace>
  <inkml:trace contextRef="#ctx0" brushRef="#br0" timeOffset="-248242.3456">765 5350 9215 0,'0'0'400'0,"0"0"96"0,0 0-496 0,0-12 0 0,-2 1 0 0,2 11 0 16,-5-8 1136-16,5 8 128 0,0 0 16 0,-16-6 16 0,-1 1-320 0,2 2-64 16,-1-1-16-16,1 3 0 0,-3-1-128 0,3 4-16 0,1 3-16 0,0-2 0 0,0-3-160 15,2 2-16-15,2 5-16 0,0 0 0 16,-3-2-160-16,3 2-48 0,10-7 0 0,-12 14 0 16,3 0-48-16,3-1-16 15,6-13 0-15,-6 16 0 0,3-1-272 0,3-15 0 0,0 19 0 0,2-3 0 16,3-1 0-16,0-1 128 0,-5-14-128 0,10 12 160 0,-10-12-160 0,16 11 128 31,-16-11-128-31,15 7 128 0,-1 0-128 0,-14-7 0 0,16 5 0 0,-2-4 0 0,1-1 0 0,-1 0 0 16,-14 0 128-16,17-1-128 0,-3-1 144 0,0-1-144 15,0-1 160-15,-1 1-160 0,-13 3 0 0,16-4 0 0,-2 1 0 16,0-1 0-16,-2-1 0 0,-12 5-192 16,13-5 192-16,0 0-160 0,-13 5 160 0,12-7-192 0,-12 7 192 0,10-7-192 31,-10 7 192-31,0 0 0 0,0 0 0 0,0 0 0 15,0 0 0-15,0 0 0 0,0 0 0 0,0 0 0 16,0 0 128-16,0 0 48 0,0 0 16 0,0 0 0 16,9-9 48-16,-9 9 16 0,10-7 0 0,-10 7 0 0,0 0-64 0,15-3-16 15,1-1 0-15,-2 3 0 0,-14 1-16 0,17-4 0 0,-1-1 0 0,-3 2 0 16,-13 3-160-16,14-4 128 16,-14 4-128-16,14-3 128 0,-14 3-128 0,10-5 0 15,-10 5 0-15,0 0 0 0,11-11 160 0,-3 3-160 0,-8 8 192 0,7-11-192 16,-7 11 0-1,5-12 0-15,-1 0 0 0,-4 12 0 16,3-14 0-16,-1 0 0 0,-2 2 0 0,0 12 0 0,-2-13 0 0,2 13 0 0,-3-14 0 0,3 14 0 16,-4-12 0-16,4 12 0 15,-3-11 128-15,3 11-128 0,0 0 0 0,0 0 128 0,0 0-128 0,0 0 0 16,0 0 192-16,0 0-64 16,0 0 0-16,-5 12-128 0,5-12 128 0,-2 19-128 0,2-3 0 0,4-2 0 15,-4-14 0-15,8 15 0 0,3 1 128 0,-1-1-128 0,2-1 0 0,-2 2 0 16,1-3 0-16,-1 3 0 0,0 0 0 0,-1-3 0 15,-2-1 0-15,-7-12-8320 32,7 14-1728-32</inkml:trace>
  <inkml:trace contextRef="#ctx0" brushRef="#br0" timeOffset="-247968.8115">1226 5505 13823 0,'0'0'1216'0,"0"0"-960"0</inkml:trace>
  <inkml:trace contextRef="#ctx0" brushRef="#br0" timeOffset="-238501.2645">2113 5450 10527 0,'0'0'464'0,"0"0"112"0,0 0-576 0,0 0 0 0,0 0 0 0,-12-4 0 15,12 4 720-15,-12-3 48 0,12 3 0 0,-11-5 0 16,11 5 48-16,-12-4 16 0,12 4 0 0,-12-3 0 0,12 3-16 0,-10-4 0 31,10 4 0-31,-11-5 0 0,3 0-176 0,8 5-48 0,-12-3 0 0,0 1 0 16,0 2-144-16,1 2-48 0,-1-1 0 0,0 3 0 0,0 1-16 0,-2 2-16 15,0 0 0-15,1 0 0 0,0-2-48 0,1 2-16 16,0 0 0-16,12-7 0 0,-8 10-16 0,8-10 0 16,-7 14 0-16,7-14 0 15,0 0 64-15,-2 21 16 0,2-4 0 0,5-2 0 0,2 3-128 16,3-3-32-16,1-1 0 0,3 0 0 16,-1-4-80-16,5 0 0 0,1-1-128 0,1 1 192 15,3-1-192-15,3-2 128 0,1-2-128 0,3 0 0 16,1 0 0-16,2 1 0 0,-2-3 0 0,0-1 0 15,-2-2-720-15,-1-2-240 0,-1-1-64 0,-1-3-6912 16,-3-2-1408-16</inkml:trace>
  <inkml:trace contextRef="#ctx0" brushRef="#br0" timeOffset="-247284.2184">254 6033 5519 0,'0'0'496'0,"0"0"-496"16,0 0 0-16,-5-10 0 0,5 10 3264 0,-4-11 544 15,4 11 112-15,-1-10 32 0,1 2-2048 0,0 8-416 16,0 0-80-16,0-9 0 0,3 0-608 0,-3 9-112 0,0 0-32 0,0 0 0 16,0 0-288-16,16 7-64 15,-3 2-16-15,1 3 0 0,-2 2 96 0,0 1 0 16,-1 1 16-16,-1-1 0 0,0-1-48 0,1 0-16 0,1 0 0 16,2-1 0-16,-2 0 704 0,-12-13 144 0,10 13 32 0,-10-13 0 15,12 11-832-15,-12-11-176 0,0 0-16 0,0 0-16 31,16 5-880-31,-16-5-192 0,0 0-16 0,17-2-16 0,-5-1 928 0,2-4 0 0,0 0 192 0,0-2-16 0,-2-3-176 0,1 0 0 16,1 0 144-16,0 0-144 16,0-4 144-16,0 1-144 0,-4-1 192 0,2 3-192 0,-2-1 0 15,-1 0 0-15,-2-2 0 0,-2 4 0 0,-5 12 0 0,0-12 0 16,-3-2 0-16,3 14 0 16,-9-8-736-16,-1 4-48 0,-4 6-16 15,0 3 0 1,-1 2-576-16,-1 4-112 0,1 1-32 0,1-2-10512 0</inkml:trace>
  <inkml:trace contextRef="#ctx0" brushRef="#br0" timeOffset="-246818.8656">943 6073 4607 0,'0'0'400'0,"3"-12"-400"0,-3 12 0 0,0 0 0 16,4-16 2064-16,-1 4 336 15,-3 12 64-15,0 0 16 0,0-14-1136 0,0 14-240 16,0 0-32-16,0 0-16 0,-9-8 64 0,-1 3 16 16,-2 1 0-16,0 6 0 0,2 5-368 0,-3 1-64 0,0 1 0 0,-1-2-16 15,0-2-352-15,0 2-64 16,0 2-16-16,1-1 0 0,-1 1-48 0,2 0-16 0,1-1 0 0,11-8 0 16,-12 11 0-16,4-1-16 0,8-10 0 0,-7 14 0 15,7-14-176-15,-4 15 0 0,3-1 0 0,1-14 0 16,0 0 0-16,5 14 0 0,2 0 0 0,-7-14 0 15,0 0 0-15,15 12 208 0,-3 0-48 0,-12-12-16 0,18 5-144 0,-3-2-144 16,-15-3 144-16,17 2-208 16,-1-2 48-16,-1-2 16 0,-1 2 0 0,0-1 0 0,-14 1 144 0,16-4 0 15,-6-1 0-15,-10 5 0 16,0 0 0-16,14-7 0 0,-14 7 0 0,12-8 0 16,-4-1 0-16,-8 9 0 0,0 0 0 0,0 0 0 0,7-12 0 0,-7 12 0 15,7-14 128-15,-2 4-128 16,-5 10 176-16,6-11-48 0,-6 11 0 0,6-8 0 15,-2-1 176-15,-4 9 16 0,0 0 16 0,0 0 0 16,12-7 0-16,0 4 0 0,-12 3 0 0,16-5 0 0,-16 5-80 0,15 0 0 16,1 1-16-16,-3 3 0 0,-13-4-240 0,16 10 128 15,-2 0-128-15,-4 1 0 16,-1 1-1024 0,-9-12-288-16,5 15-64 0,-5-15-10496 0</inkml:trace>
  <inkml:trace contextRef="#ctx0" brushRef="#br0" timeOffset="-246440.3356">1179 6149 14735 0,'0'0'1312'0,"0"0"-1056"31,-3-12-256-31,3 12 0 0,0 0 1744 0,0 0 304 16,0 0 48-16,0 0 16 0,0 0-1472 0,0 0-304 16,0 0-48-16,0 0-16 0,0 0-272 0,0 0 0 0,0 0 0 15,0 0 0-15,0 0 0 0,0 0 0 0,0 0 128 0,0 0-128 0,0 0 0 0,0 0 0 16,0 0 0-16,0 0 0 0,0 0 272 0,13 10 0 15,-13-10 0-15,0 0 0 0,0 0 64 0,0 0 16 16,0 0 0-16,0 0 0 0,0 0-128 0,0 0-32 0,0 0 0 0,0 0 0 31,0 0 112-31,0 0 16 0,0 0 0 0,0 0 0 16,0 0-80-16,0 0-16 0,0 0 0 0,0 0 0 0,0 0-224 0,0 0 144 16,0 0-144-16,0 0 128 0,0 0-128 0,2-10 0 15,-2 10 144-15,2-11-144 16,-2 11 0-16,2-12 0 0,-2 12 0 0,0 0 0 15,3-12 0-15,-3 12 0 0,0 0 0 0,0 0 0 16,0 0-128-16,12-7 0 0,-12 7 0 0,12-5 0 16,2 2 128-16,-14 3 0 0,19 1 0 0,-2 3 0 15,1-4-128-15,1 5 128 0,1 4-128 0,4 1 128 0,2 2 0 0,0 0 0 16,-2-1 0-16,-1-1-8336 0,-2 0-1584 0</inkml:trace>
  <inkml:trace contextRef="#ctx0" brushRef="#br0" timeOffset="-237541.6459">2398 5742 5519 0,'0'0'496'0,"0"0"-496"0,-6-11 0 0,6 11 0 0,0 0 3344 0,-1-12 576 16,-1 3 112-16,2 9 32 0,-2-8-1952 0,2 8-400 16,0 0-80-16,0 0-16 15,0 0-560-15,0 0-112 0,0 0-32 0,9 14 0 0,0-1-528 0,-1 1-128 16,1 2 0-16,-1 1-16 15,-1 0-48-15,-1 4 0 0,-1 1 0 0,-2 3 0 16,1-3-192-16,-4 0 0 0,0-1 128 0,0-2-128 0,0-3 0 0,-2-1 144 0,-2-3-144 0,4-12 128 16,-3 12-128-16,3-12 0 15,0 0 0-15,0 0 128 0,-3 11-128 0,3-11 0 16,0 0 144-16,0 0-144 0,0 0 0 0,0 0 0 0,0 0 0 0,5-16 128 16,0 1-304-16,0-4-48 0,0-7-16 0,-1 0 0 31,-3-2-144-31,1 1-48 0,2-1 0 15,-3 0 0-15,1 3 80 0,-2 0 16 0,0 3 0 0,0 3 0 0,0 0 336 0,0 2-144 16,-2 1 144-16,2 2 0 0,-1 2 0 0,-1 0 0 16,0 0 0-16,2 12 0 0,0 0 0 0,0 0 192 15,0 0-48-15,0 0-16 0,0 0-128 0,0 0 0 0,0 0 0 0,0 0 0 16,-5-10 0-16,5 10 0 16,0 0 0-16,0 0 0 0,0 0 0 0,0 0 0 0,0 0 0 0,0 0 0 15,0 0 0-15,0 0 0 16,0 0 0-16,0 0 0 0,0 0 0 0,0 0 0 0,0 0 0 0,0 0 0 15,0 0 0-15,0 0 0 0,0 0 0 0,0 0 0 16,0 0 0-16,0 0 0 0,7 15 0 0,0-1 0 16,-7-14 0-16,10 14 0 0,-10-14 0 0,14 14 0 15,0-4 0-15,-14-10 0 0,14 12 0 0,-6 0 0 16,-8-12 0-16,7 14 0 0,-7-14 0 0,5 16 0 16,-5-16 0-16,4 15 0 0,-4-15 0 0,0 16 0 15,-2-3 0-15,2-13 0 0,-3 16 0 0,-1-2 0 16,4-14 0-16,-2 17 0 0,2 0 0 0,2-3 0 15,-2-2 0-15,0-12 0 0,5 16-160 0,-1-4 160 0,-4-12-384 0,3 12 0 16,1 2 16-16,-4-14 0 0,0 0 176 0,7 10 16 16,-7-10 16-16,0 0 0 0,0 0 160 0,12 9 0 15,-12-9 0-15,13 8-128 0,-1-1 128 0,1 0 0 16,-3 0 0-16,0 2 0 16,1 1 0-16,-1 0 0 0,-1-1 0 0,-9-9 0 15,8 10 0-15,-8-10 0 0,0 0 0 0,7 16 0 0,-2-2 0 16,-5-14 0-16,0 14 0 0,0-14 0 0,-5 13 0 0,-2-1 176 15,0-1-16-15,7-11 0 0,-12 5 64 0,0 0 16 16,-2 0 0-16,1 1 0 16,-3-3-80-16,-1 0-16 0,0 1 0 0,-2 1 0 0,-2-3-16 0,2 3-128 15,0 2 192-15,0 0-64 0,0 0-128 0,2-2 0 0,-1 0 0 0,3-3 0 16,-2-1 0-16,1-1-272 0,2 0 32 0,4 0-12128 16</inkml:trace>
  <inkml:trace contextRef="#ctx0" brushRef="#br0" timeOffset="-236743.1394">2834 5559 12143 0,'0'0'528'0,"0"0"128"0,0 0-528 0,0 0-128 0,0 0 0 0,0 0 0 15,0 0 1664-15,0 0 320 0,0 0 48 0,0 0 16 0,0 0-864 0,0 0-160 16,0 0-48-16,0 0 0 0,0 0-352 0,14 10-80 16,0 0-16-16,1 2 0 0,3 0 32 0,-1 1 0 15,0 0 0-15,4-1 0 0,3 0-144 0,2 2-32 0,0 0 0 0,-2 0 0 16,-2-2-192-16,1 0-64 0,-1 0 0 0,1-1 0 0,-2-3-272 15,1 1-64 1,0-1-16-16,3-1-8176 0,-3-2-1648 0</inkml:trace>
  <inkml:trace contextRef="#ctx0" brushRef="#br0" timeOffset="-236969.4931">3059 5517 11055 0,'0'0'976'0,"0"0"-784"16,0 0-192-16,0 0 0 0,0 0 2688 0,0 0 512 15,0 0 80-15,0 0 32 0,0 0-1936 0,0 0-384 0,0 0-80 0,0 0-16 16,-11 7-128-16,11-7-48 0,-10 9 0 0,1 1 0 16,9-10-192-16,-7 17-32 0,1-3-16 0,0 3 0 15,-1 2-288-15,1-1-48 0,-1-1-16 0,0 0 0 16,-2 2-128-16,0 0 160 0,-1-3-160 0,1 1 160 15,1-2-160-15,-1 3 0 0,1-1 0 0,1-2 0 0,0-1 0 0,0 0-144 16,2 0 0-16,5-14 0 31,0 0-912-31,0 0-176 0,-5 10-48 0,5-10-7072 0,0 0-1424 0</inkml:trace>
  <inkml:trace contextRef="#ctx0" brushRef="#br0" timeOffset="-235953.5263">3369 5686 7359 0,'0'0'320'0,"0"0"80"0,0 0-400 0,0 0 0 0,0 0 0 0,0 0 0 0,0 0 3088 0,0 0 544 16,0 0 96-16,0 0 32 0,0 0-1872 0,0 0-368 15,0 0-80-15,0 0-16 0,0 0-496 0,0 0-96 0,0 0-32 0,7 14 0 32,0 0-32-32,0 0-16 0,2-2 0 0,1 3 0 0,-10-15-368 0,10 18-80 15,1-3-16-15,-3-1 0 0,-8-14-128 0,11 12-32 16,-11-12 0-16,10 14 0 0,-1-4-128 0,-9-10 0 15,8 11 0-15,-1 1 0 16,-2-2-496-16,-5-10-80 0,0 0 0 0,0 0-16 16,0 0-848-16,0 0-160 0,0 0-48 0,0 0 0 15,-12-5 304-15,0-4 48 0,0-3 16 0,2 0 0 16,-2-2 48-16,1 0 16 0,1 1 0 0,0-3 0 0,-1-1 816 0,3 0 160 0,-1-2 48 0,0 1 0 16,3 3 192-16,0 1 0 15,1 2 192-15,2-2-192 0,3 14 704 0,-2-12 48 16,2 12 0-16,0-12 0 0,0 12 16 0,0 0 0 0,3-12 0 0,-3 12 0 0,0 0-288 15,11-11-48-15,-1 1-16 0,-1 5 0 16,1 1-80-16,2 1-16 0,0 0 0 0,0 1 0 16,0 0-320-16,1 0 128 0,-1 1-128 0,0 1 0 0,0-2 0 0,-2 5 0 15,-10-3 0-15,12 4 0 0,-1-4 0 0,-11 0 0 16,10 5 0-16,-1 0 128 16,-9-5-128-16,8 9 0 0,-8-9 0 0,7 10 0 15,-7-10 0-15,4 12 128 0,-3-1-128 0,3-1 0 16,-4-10 0-16,3 10 128 15,-3-10-128-15,0 16 0 0,0-16 0 0,-3 14 0 16,3-14 0-16,-5 13 128 0,5-13-128 0,-6 14 0 0,6-14 0 0,-5 11 0 0,5-11 0 0,0 0 0 16,-5 13 0-16,5-13 128 0,0 0-128 0,0 0 0 0,-2 14 0 0,2-14 0 31,4 14 0-31,-4-14 0 0,10 14 0 0,2-4 0 0,0-1 0 0,2-2 0 16,0 0 0-16,0 0 0 0,0-1 0 0,-2 3 0 15,-2 0 0-15,0-1 128 16,2 1-128-16,-1 0 0 0,-11-9 0 0,12 13 0 0,-2-2 0 0,-10-11 0 0,5 12 0 0,-5-12 0 15,4 12 0-15,-2 0 0 16,-2-12 0-16,-6 17 0 0,-2-1 0 0,-4-2 224 16,-2-1-32-16,-3 1 0 0,-6-2-32 0,-4-1-16 15,-8-4 0-15,0-1 0 0,1 5-144 0,-2-1 0 0,-1 1 0 0,1-1 0 16,2-1-192-16,3 3-128 0</inkml:trace>
  <inkml:trace contextRef="#ctx0" brushRef="#br0" timeOffset="-211558.7591">853 8607 24991 0,'-17'-7'1104'0,"17"7"240"0,-12 0-1088 0,12 0-256 0,0 0 0 0,-13 10 0 16,1 6 1216-16,2 1 176 0,1 5 32 0,-1 2 16 0,-4 2-608 0,-1 2-112 15,-4 0-16-15,0-3-16 0,0-2-400 0,2 1-80 0,-1 0-16 0,1-1 0 32,0-3-192-32,1-1 128 0,2-1-128 0,-1-1 0 0,-1 0 160 0,1-1-160 15,-1-4 160-15,2 2-160 16,2 1-992-16,2-1-288 0,1-5-64 0,9-9-16 16,-10 10-1280-16,10-10-256 0</inkml:trace>
  <inkml:trace contextRef="#ctx0" brushRef="#br0" timeOffset="-211376.3713">494 9002 9215 0,'0'0'816'0,"0"0"-656"0,0 0-160 0,0 0 0 0,7-14 1984 0,-7 14 384 15,7-17 64-15,-7 17 0 0,10-16-640 0,-1 2-144 0,-1 2-32 0,-8 12 0 0,14-7-560 0,-14 7-112 32,17-5-32-32,4 2 0 0,3 3-464 0,2 2-80 15,-2 1-32-15,2 2 0 0,4 2-208 0,-1 2-128 0,0-2 160 0,4 0-160 16,2-1 128-16,-3 0-128 15,-2-1 0-15,-3 2 0 0,-1-2 0 0,0 2-160 0,-2 0 0 0,-1 0-12448 16</inkml:trace>
  <inkml:trace contextRef="#ctx0" brushRef="#br0" timeOffset="-211116.8918">1362 8898 16575 0,'0'0'1472'0,"7"-14"-1168"15,0 1-304-15,2 1 0 0,1 5 1728 0,0 0 304 16,1 0 48-16,1 2 16 0,0 1-1120 0,-12 4-208 16,0 0-64-16,0 0 0 15,0 0 160-15,14 12 32 0,-4 4 0 0,-1 1 0 16,-4 4-192-16,0 0-16 0,-2 1-16 0,1-1 0 0,1-1-352 0,0 1-64 15,-1 0 0-15,-1-2-16 0,-3-19-240 0,9 22 128 16,-1 2-128-16,3 1-9808 16,2 2-2032-16</inkml:trace>
  <inkml:trace contextRef="#ctx0" brushRef="#br0" timeOffset="-210418.2733">409 8903 6447 0,'0'0'576'0,"0"0"-576"0,0 0 0 0,0 0 0 16,0 0 2400-16,0 0 368 0,0 0 80 0,0 0 16 15,0 0-1536-15,0 0-304 0,-10-1-64 0,10 1-16 16,0 0 32-16,0 0 16 0,0 0 0 0,0 0 0 0,0 0-304 0,0 0-64 16,0 0-16-16,17-4 0 15,1 3-352-15,0 1-80 0,3 0-16 0,3 3 0 16,1 0-16-16,0 3 0 0,0-1 0 0,0-2 0 16,1 2-144-16,-1 4 0 0,-3 1 0 0,-1 4 128 0,-1 2-320 15,-2-1-80-15,-5-3-16 0</inkml:trace>
  <inkml:trace contextRef="#ctx0" brushRef="#br0" timeOffset="-212680.3884">787 6991 5519 0,'0'0'496'0,"0"0"-496"0,0 0 0 0,0 0 0 0,0 0 2400 0,0 0 384 15,0 0 80-15,0 0 16 16,-1-14-752-16,1 14-144 0,0 0-16 0,0 0-16 15,0 0-1104-15,-12 16-208 0,-1 3-64 0,3 2 0 16,-2-2-80-16,0 5-32 0,0 3 0 0,0-1 0 16,0-3-112-16,0-1-32 0,-2 0 0 0,3 1 0 15,3-2-128-15,-3 1-48 0,-1 2 0 0,0 0 0 0,0-3-144 0,0 2 160 16,0 2-160-16,-2 0 160 16,-3-1-1600-16,0-5-320 0</inkml:trace>
  <inkml:trace contextRef="#ctx0" brushRef="#br0" timeOffset="-212460.3767">416 7198 11967 0,'0'0'1072'0,"0"0"-864"15,0 0-208-15,0 0 0 0,0-8 2448 0,0 8 448 16,0 0 96-16,0 0 16 0,0 0-1856 0,18 0-352 0,-3 1-80 0,2 3-16 15,1 3 96-15,1 0 16 0,1-2 0 0,6 3 0 16,2 4-352-16,5 2-64 0,5 0-16 0,1 0 0 0,-1 0-144 0,0 3-48 16,0 2 0-16,0 0 0 31,-2 2-1472-31,-1-2-288 0,-8-7-64 0</inkml:trace>
  <inkml:trace contextRef="#ctx0" brushRef="#br0" timeOffset="-212021.9424">1164 7183 15999 0,'0'0'704'0,"0"0"160"0,0 0-688 0,0 0-176 0,0 0 0 0,0 0 0 16,0 0 1296-16,8-9 240 15,-8 9 32-15,0 0 16 0,11-7-400 0,-11 7-80 16,0 0-16-16,0 0 0 0,0 0-304 0,0 0-64 16,12 9-16-16,-12-9 0 0,8 15-352 0,-3-1-80 0,-1 0-16 0,-4 1 0 0,0 3-16 0,-2 2-16 15,0 1 0-15,-1 2 0 0,0-3-80 0,-1 1-16 16,1-2 0-16,-3-2 0 0,1 2 64 0,2-2 16 15,-1 1 0-15,1-1 0 0,-2-1 816 0,0-1 144 16,-1-1 48-16,1 1 0 16,2-2-1680-16,3-13-336 15,-2 12-64-15,2-12-16 0,0 0 880 0,0 0 0 0,0 0 256 0,0 0-64 16,16 6 32-16,1-4 16 0,2-5 0 0,3-2 0 16,4-2-48-16,5 0-16 0,5-4 0 0,4 3 0 0,3-3-176 0,0 3 0 15,2 3 0-15,-2 1 0 16,-5 2-2112-16,-1-3-496 15,-5-2-96-15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02.17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646 7232 8287 0,'0'0'736'0,"0"0"-592"0,0 0-144 0,0 0 0 16,12-3 1152-16,-12 3 192 15,12-4 32-15,-12 4 16 0,0 0 32 0,0 0 16 0,0 0 0 0,0 0 0 16,0 0 192-16,0 0 32 0,0 0 16 0,0 0 0 0,9 16-864 0,-4 1-176 16,-1 2-48-16,-1 0 0 0,-1 2 64 0,0 1 16 0,-1 2 0 0,3 4 0 15,-1 5-160-15,-1 1-48 0,-2 2 0 0,2 1 0 31,1 1 48-31,2-2 16 0,-3-2 0 0,0-1 0 0,-2-2-144 0,0-1-16 0,0-5-16 0,0 1 0 16,0 0-352-16,0-2 128 16,0-1-128-16,0 1 0 0,0 0 0 0,0 0 0 15,-2 2 0-15,2 2 0 0,0-1 0 0,0 3 0 0,2-1 0 0,-1 6 0 16,1 3 0-16,0-4 0 16,0 1 0-16,-1-3 0 0,3 0 0 0,-1-1 0 0,1-4 0 0,1-1-128 15,0-3 128-15,0 1 0 0,-1-4 0 0,-1-1 0 16,1-1 0-16,-1-1 0 15,0 0 0-15,1-3 0 0,-4-14 0 0,3 15 0 16,-3-15 0-16,2 16 0 0,-2-16 0 0,0 0 0 0,0 16 0 0,0-16 0 0,0 0 0 16,-3 15 0-1,3-15 128-15,-6 14-128 0,6-14 0 0,0 0 0 16,-8 10 0-16,8-10 0 0,0 0 0 0,-11 9 0 0,1-4 0 0,10-5 0 0,-10 5 0 16,10-5 144-16,-12 4-144 0,12-4 0 0,0 0 128 0,0 0-128 31,-12 3 0-31,12-3 0 0,-12 4 0 0,12-4 0 0,-13 5 0 0,1 0 0 0,0 0 0 15,0-1 160-15,-2 2-160 0,1 1 128 0,-1-1-128 0,-3 2 0 32,-6 1 144-32,-3 1-144 0,-3 1 128 0,-6-1-128 0,-3-3 160 15,-7 0-160-15,-8-2 160 0,-9-3-160 0,-9-4 160 0,0 0-160 0,-1-3 128 0,-2 0-128 16,-2 0 0-16,3 3-10368 16,4 2-2192-16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59.52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66 10 9151 0,'0'0'400'0,"0"0"96"0,0 0-496 0,0 0 0 0,9-8 0 0,-9 8 0 16,0 0 1168-16,0 0 144 0,0 0 32 0,0 0 0 16,0 0-160-16,0 0-32 15,0 0 0-15,0 0 0 0,0 0-256 0,0 0-64 0,0 0-16 0,0 0 0 16,-14-5-192-16,2 5-48 15,0 6 0-15,12-6 0 0,0 0 112 0,-11 9 16 0,3 3 0 0,8-12 0 16,-2 16-128-16,2-16 0 0,0 17-16 0,5 0 0 16,2 0-144-16,2 2-32 15,-1-1 0-15,3-3 0 0,-1 1-160 0,4 1-32 0,1-1-16 16,-1-1 0-16,-2-1-16 0,0 0 0 0,0 0 0 0,0-1 0 16,-1-2-160-16,-1-1 128 0,-10-10-128 0,10 12 128 15,1-5-128-15,-11-7 128 0,10 7-128 0,-10-7 128 0,0 0-128 0,14 3 0 0,-14-3 144 31,14 0-144-31,-2 0 128 0,2 0-128 0,-14 0 128 0,15-1-128 16,-1 1 0-16,-14 0 144 0,16-2-144 0,-1 0 0 0,-1 1 0 0,0-1 0 16,-14 2 0-16,15-2 0 0,-15 2 0 0,14 0 0 15,-14 0 0-15,0 0 0 0,12 5 0 0,-12-5 0 16,0 0-160-16,0 16 160 0,-2 1 0 0,-3-1-144 16,-2-1 144-16,-1 1 0 0,-3-1 0 0,1 2 0 15,-2-1 0-15,0-2 0 0,0-2 0 0,0-2 0 16,-4 1 0-16,1-3 0 0,-1 1 0 0,2-1 0 15,-1-1 0-15,-1 0 0 0,-1 0 0 0,0-2 0 16,-1-1 0-16,-1-1 144 16,0 1-144-16,0 1 0 0,0-2 0 0,0 3 0 15,-1-6-1696-15,-1 0-368 16,0 0-80-16</inkml:trace>
  <inkml:trace contextRef="#ctx0" brushRef="#br0" timeOffset="197.2242">-91 164 6447 0,'0'0'576'0,"2"-12"-576"16,-1-2 0-16,3 2 0 0,1 0 3040 0,2 2 496 16,0-1 112-16,3 3 0 0,4 1-2624 0,1 0-544 15,1-2-96-15,5 2-32 0,3 0-352 0,3 2 0 0,4 2 0 0,2-1 0 16,-2 1 0-16,2 1-208 0,2 2 80 0,-4 2 128 15,-5 1-880-15,-2-1-48 0</inkml:trace>
  <inkml:trace contextRef="#ctx0" brushRef="#br0" timeOffset="559.3298">518 66 11055 0,'0'0'976'0,"0"0"-784"0,0 0-192 0,0 0 0 0,-12 0 1360 0,12 0 240 16,0 0 32-16,0 0 16 15,-10 8-1216-15,10-8-240 0,-9 14-64 0,4 0 0 0,1 0 304 0,3-1 48 0,1 3 16 16,1 0 0 0,5-3 112-16,0 3 32 0,1-1 0 0,2-1 0 0,-2-2-144 0,2 2-32 15,1 0 0-15,0-2 0 0,1-2-80 0,-1 2 0 16,2 1-16-16,-2-1 0 0,-1-2-176 0,0-1-16 0,-9-9-16 0,10 8 0 15,-10-8-160-15,10 9 128 16,-10-9-128-16,0 0 128 0,14 2-128 0,-14-2 160 0,14-4-160 0,-14 4 160 0,14-9-160 16,-4-1 192-16,-3-2-192 0,0-2 192 0,0-3-192 0,-2 0 0 15,0-1 0-15,-1-1 128 16,-1-1-128-16,-1-1 0 16,-2-1 144-16,-2-1-144 0,0 1 0 0,-1 3 0 15,-2 5 0-15,0 2 0 0,-4-2 0 0,-1 9-128 0,-4 3 0 0,-3 6 0 31,-4 1-816-31,-3 3-144 0,-4 6-48 0</inkml:trace>
  <inkml:trace contextRef="#ctx0" brushRef="#br0" timeOffset="4461.5045">1189-78 12959 0,'0'0'576'0,"0"0"112"0,0 0-560 0,0 0-128 0,0 0 0 0,0 0 0 15,-6-5 848-15,6 5 144 0,-9-7 32 0,9 7 0 0,0 0-320 0,0 0-64 16,0 0-16-16,0 0 0 15,0 0-16-15,0 0 0 0,0 0 0 0,2-10 0 0,-2 10-224 0,3-12-64 16,2 3 0-16,-5 9 0 0,0 0 80 0,14-5 16 0,-2 0 0 0,-12 5 0 16,16 2 0-16,-1-1 0 0,1 1 0 0,-2 0 0 15,1 3-80-15,1 0-16 0,1-1 0 0,2-1 0 0,0 0-80 0,0 1-32 16,0-1 0-16,2 3 0 16,3-1-32-16,-2 0-16 0,-1 0 0 0,0 2 0 15,-1 0 64-15,-4-2 16 0,-16-5 0 0,14 5 0 16,-14-5 48-16,12 11 16 0,-12-11 0 0,0 0 0 0,7 15-112 15,-7-15 0-15,0 17-16 0,-2-1 0 0,0-1 208 0,-3-1 64 16,-2-2 0-16,0 0 0 16,7-12-128-16,-10 14-32 0,-1 0 0 0,5 2 0 15,0-3-144-15,5 3-16 0,-1-1-128 0,4 1 192 16,1 0-192-16,2-1 128 0,0 1-128 0,2-1 0 0,0 4 0 0,0 2 128 16,0 1-128-16,2 1 0 0,1-3 0 0,0 1 128 15,1-4-128-15,-1 1 0 0,2-1 160 0,0-2-160 0,-1-1 160 0,-1 2-160 47,2-1-336-47,2 1-176 0,1 1-16 0,-1-3-9232 0,-3-4-1840 0</inkml:trace>
  <inkml:trace contextRef="#ctx0" brushRef="#br0" timeOffset="4727.896">1378 148 9215 0,'0'0'816'0,"0"0"-656"16,0 0-160-16,10-6 0 0,0 0 1664 0,2-1 288 0,2 4 64 0,2 0 16 15,3 1-1008-15,1 0-192 16,1 0-32-16,2 1-16 0,-1 1-336 0,2 0-64 15,-1-2 0-15,1 2-16 0,0 0-224 0,0 0-144 0,0 2 192 16,-3-2-192-16,-2-2 0 0,-2 0 0 0,-1 0-240 0</inkml:trace>
  <inkml:trace contextRef="#ctx0" brushRef="#br0" timeOffset="4977.9832">1890-78 14735 0,'0'0'1312'0,"0"0"-1056"16,0 0-256-16,0 0 0 15,0 0 1664-15,0 0 256 0,0 0 64 0,0 0 16 0,0 0-1104 0,-8 18-240 16,1-1-32-16,-2 2-16 16,-1 0 400-16,1 5 80 0,-1 2 0 0,1 3 16 15,0 4-336-15,3 3-80 0,-1 2-16 0,1 5 0 0,1 7-288 0,4 1-64 0,-1-5-16 0,4-1 0 31,3-2-176-31,0-3-128 0,2-6 192 0,1-1-192 0,1-4 0 0,1-1-256 16,1-7 32-16,1-2-9120 16,0-4-1808-16</inkml:trace>
  <inkml:trace contextRef="#ctx0" brushRef="#br0" timeOffset="5552.7064">2154 288 9215 0,'0'0'816'0,"0"0"-656"16,-12 4-160-16,4-1 0 0,-1-1 1152 0,0 0 192 16,1 1 32-16,-6 1 16 0,2-1-432 0,12-3-96 0,-14 3-16 0,2 3 0 15,12-6-240-15,-10 7-48 0,10-7-16 0,0 0 0 16,-9 8-320-16,9-8-64 0,0 0-16 0,-2 16 0 16,4-1 96-16,3 1 16 0,2-4 0 0,2 0 0 0,3 0 16 0,2 0 16 15,-1 0 0-15,3 0 0 16,1-1 0-16,0-1 0 0,2 2 0 0,0 0 0 15,2 0-128-15,-2 0-32 0,0 0 0 0,-2 2 0 16,-1-2-128-16,-1 0 128 0,-3-1-128 0,1-1 128 0,-13-10 16 0,12 12 0 16,-12-12 0-16,8 12 0 0,-8-12-144 0,0 0 0 15,0 0 144-15,0 0-144 16,0 0 128-16,0 0-128 0,-5 14 160 0,5-14-160 16,-12 12 160-16,2-3-160 0,10-9 160 0,-16 5-160 0,1-3 192 0,-1-2-64 15,-1 1-128-15,1-1 192 0,2 0-192 0,1 0 0 0,-3 0 128 16,2-1-128-16,0-1 0 0,1 0 0 0,-1-1 128 15,0-1-128-15,0 3 0 0,2-3 0 0,0-1 0 0,3-2 0 16,1 0 144-16,8 7-144 0,-5-12 128 0,5 12-128 16,0-14 208-16,3 0-32 15,1 1-16-15,4-1 0 0,3 0 32 0,4-2 16 0,1-1 0 0,4 3 0 0,6-1-208 0,7-2 176 32,3-4-176-32,2-3 160 0,2-4-160 0,1-3 0 0,-1-3 144 0,-4 1-144 31,-3 3-384-31,0-2-160 0,-2 1-32 0,-2 1 0 0</inkml:trace>
  <inkml:trace contextRef="#ctx0" brushRef="#br0" timeOffset="400439.9086">1167 766 5519 0,'0'0'240'0,"0"0"64"0,0 0-304 0,-12-3 0 0,-2-1 0 0,14 4 0 0,-14-3 3008 0,14 3 528 16,-13-2 112-16,-1 1 32 16,0-3-1840-16,14 4-368 0,-14 0-80 0,2 0-16 15,12 0-608-15,-16 0-112 0,1 4-16 0,-1-1-16 16,3 0-368-16,-1-1-80 0,0 0-16 0,0 1 0 0,2 1-160 0,12-4 0 16,-14 3 0-16,2-1 128 0,12-2-128 0,-12 3 0 15,12-3 0-15,0 0 0 0,0 0 0 0,0 0 0 0,0 0 0 16,0 0 0-16,0 0 0 15,0 0 0-15,0 0 0 0,0 0 0 16,17 4 128-16,4-2-128 0,2-2 192 0,1-2-64 16,0-2-128-16,0 1 0 0,2-2 0 0,-2 0 0 0,-3-2 0 0,0 2 128 0,-1-1-128 0,-1 1 0 15,-2 0 0-15,1-2 128 0,-4 2-128 0,-1 0 0 16,-2-2 0-16,-11 7 0 0,0 0 128 0,12-7-128 0,-12 7 0 0,0 0 0 16,0 0 0-16,0 0 0 0,0 0 192 0,0 0 48 31,0 0 16-31,0 0 0 0,0 0 112 0,0 0 16 15,0 0 16-15,0 0 0 0,0 0-80 0,0 0 0 0,0 0-16 0,0 0 0 0,0 0-304 0,0 0 0 16,10 7 0-16,0 0 0 16,3 0 0-16,0 0 0 15,3-1 0-15,1 3 0 0,2 0 0 0,0-1 160 0,0 1-160 0,4 5 128 16,2 5-1600-16,1 1-336 0</inkml:trace>
  <inkml:trace contextRef="#ctx0" brushRef="#br0" timeOffset="402651.1273">1208 847 2751 0,'0'0'256'0,"0"0"-256"15,0 0 0-15,0 0 0 0,0 0 3056 0,0 0 560 0,0 0 112 0,-6-6 32 16,6 6-2016-16,-14 0-400 0,0 3-64 0,0 2-32 16,0 2-736-16,1 0-160 0,-1 2-32 0,2 1 0 15,0 4-32-15,1-2-16 0,3 0 0 0,1 0 0 16,0 2 0-16,2 0 0 0,1 1 0 0,4-15 0 16,0 0-272-16,-2 12 160 0,2-12-160 0,0 0 128 15,0 0-128-15,0 0 160 0,0 0-160 0,0 0 160 0,0 0-16 0,0 0 0 16,14 2 0-16,-14-2 0 0,16-5-144 0,-6-2 160 15,-1-2-160-15,-2-1 160 0,0 0-160 0,-1-3 160 0,1-2-160 0,2 1 160 16,-2 0-160-16,0-3 0 16,-2-2 144-16,2 0-144 0,0-2 0 0,1 4 0 15,-1 2 0-15,0 1 0 16,2 0 0-16,-1 2 0 0,1 3 0 0,-9 9 0 0,10-10 0 0,1 1 0 0,-11 9 0 0,10-7 128 16,-10 7 64-16,14-8 32 0,-14 8 0 0,14-7 0 15,-14 7 96-15,15-5 32 16,-1-1 0-16,2 5 0 0,-1 4-32 0,1-3-16 15,-2-2 0-15,-1 4 0 0,1 3 16 0,0 1 16 0,-14-6 0 16,17 3 0-16,0 2-128 0,-1 2-16 0,-2 0-16 16,1 0 0-16,1 0-176 0,-1 1 0 0,1 1 0 15,-2 1 0-15,-2 1 0 0,0 4 0 16,2 3 0-16,5 4 0 16,3 2-640-16,4 2-224 0</inkml:trace>
  <inkml:trace contextRef="#ctx0" brushRef="#br0" timeOffset="401881.4004">1157 949 13071 0,'0'0'576'0,"0"0"128"0,0 0-576 0,0 0-128 0,0 0 0 0,0 0 0 0,0 0 240 0,0 0 16 16,0 0 0-16,0 0 0 0,0 0-256 0,5-10 0 15,-5 10 0-15,0 0 0 0,0 0 0 0,8-9 0 16,-8 9 0-16,13-7 144 0,-13 7 320 0,15-6 64 16,-1-1 16-16,0 1 0 0,0 1 192 0,-1 0 32 0,3 0 16 0,-1 1 0 15,1-2-144-15,1 2-48 0,0 2 0 0,2 1 0 16,2-1-352-16,0 0-80 0,1 2-16 0,1 0 0 15,1-2-144-15,2 2 0 0,0 0 0 0,-2 0 0 0,-3 0 0 0,-1 0 128 16,1 0-128-16,-4 2 0 16,-17-2 0-16,0 0 0 0,0 0 0 0,0 0 0 15,0 0-848-15,0 0-256 0</inkml:trace>
  <inkml:trace contextRef="#ctx0" brushRef="#br0" timeOffset="8084.56">1857 1414 10127 0,'0'0'896'0,"0"0"-704"0,0 0-192 0,0 0 0 16,0 0 2352-16,0 0 432 0,0 0 96 0,0 0 0 15,0 0-1760-15,-1 17-352 0,1-2-80 0,3 1-16 0,1 1 384 0,-1 4 80 16,0 3 16-16,1 2 0 0,1 2-352 0,0 1-64 0,-1 4-16 16,-1 3 0-16,-3 5-368 0,0 1-80 0,-2-3-16 0,-1-1 0 15,0-1-128-15,1-3-128 16,-2-1 144-16,1-2-144 0,-4-5 0 0,2 2 0 15,1-1 0-15,-1-1-9200 16,-2-5-1744-16</inkml:trace>
  <inkml:trace contextRef="#ctx0" brushRef="#br0" timeOffset="8368.4654">2113 1881 6447 0,'0'0'272'0,"0"0"80"0,-2-17-352 0,0 3 0 16,1 4 0-16,1 10 0 0,0 0 4176 0,0 0 768 0,0 0 160 0,0 0 16 15,0 0-3504-15,0 0-704 0,0 0-144 0,1 19-16 0,-1 2 160 0,-1-2 48 0,-1 1 0 0,0 3 0 16,0-1-416-16,1-3-80 15,-3 2-16-15,3-2 0 0,-1-2-256 0,0 4-48 16,-1 0-16-16,3-2 0 0,0-1-128 0,0 0 0 16,3 1 0-16,1 1-9840 15,-1 3-1920-15</inkml:trace>
  <inkml:trace contextRef="#ctx0" brushRef="#br0" timeOffset="1890.2966">908 1759 9215 0,'-8'-16'400'0,"8"16"96"0,0 0-496 0,-6-8 0 0,1 1 0 0,5 7 0 15,0 0 2544-15,0 0 400 16,0 0 96-16,0 0 16 0,-10-4-1936 0,10 4-384 15,-11 4-80-15,11-4-16 0,-8 12-144 0,-1 2-48 0,2-1 0 0,2 5 0 16,2-1 80-16,-1 0 16 0,1-1 0 0,1-1 0 16,2-15 96-16,0 18 0 0,0-3 16 0,0-15 0 0,0 0-320 0,7 17-64 0,0-1-16 0,1-4 0 31,-8-12-96-31,14 9-32 0,-14-9 0 0,14 5 0 16,0-2-128-16,0 1 160 0,-14-4-160 0,19 0 160 0,-2-2-160 0,0 0 128 15,-1-1-128-15,-1-2 128 0,1-1-128 0,-2 1 0 16,-2-2 144-16,-2 0-144 0,0-1 0 0,-10 8 128 15,7-12-128-15,-2 0 0 0,-1 0 0 0,-4-2 128 16,-2 2-128-16,-3-6 0 0,-2-1 0 0,-3-1 0 16,-4-5 0-16,-3 0 0 0,-4 0 0 0,-1 5 0 15,-3 2 0-15,-1 5 0 16,-5 1-480-16,-1 8-64 16,-3 4-16-16</inkml:trace>
  <inkml:trace contextRef="#ctx0" brushRef="#br0" timeOffset="7798.5601">1507 1483 3679 0,'0'0'160'0,"0"0"32"0,0 0-192 0,0 0 0 15,-9-9 0-15,9 9 0 0,0 0 2416 0,0 0 432 0,-5-10 96 0,5 10 0 0,0 0-1280 0,0 0-272 32,0 0-48-32,0 0-16 0,-1-12-576 0,1 12-112 15,0 0-32-15,5-13 0 0,-5 13-288 0,10-6-48 0,-10 6-16 0,14-7 0 16,-14 7-128-16,12-7-128 0,-12 7 144 0,14-4-144 0,-14 4 192 0,14 0-64 15,-14 0-128-15,15 4 192 0,-15-4-192 0,14 3 176 16,-14-3-176-16,12 7 160 0,-12-7-160 0,10 9 0 16,-10-9 0-16,0 0 128 0,9 14-128 0,-9-14 0 0,0 0 0 0,0 0 0 15,0 0 0-15,-2 17 0 16,2-17 0-16,-7 15 128 0,7-15-128 0,-7 12 0 16,7-12 144-16,-8 11-144 15,8-11 0-15,-9 10 0 0,9-10 0 0,0 0 0 0,-10 9 128 0,10-9-128 16,-9 10 128-16,9-10-128 0,-10 10 0 0,10-10 0 15,-11 9 0-15,11-9 0 0,-8 10 0 0,8-10 0 16,-7 13 0-16,7-13 0 0,-4 15 0 0,3-1 0 16,1-14 0-16,3 15-128 0,4-3 128 0,0 2 0 15,2 0 0-15,1 0 0 0,4-2 0 0,-4 0 0 16,-1 0 0-16,1 0 0 0,2 0 0 0,0-1 0 16,-1-1 0-16,-1 0 0 0,0-1 0 0,2 0 0 15,-1-2 0-15,-1 1 0 0,1-1 0 0,-1 0 0 16,0 0 0-16,-10-7 0 0,12 7 0 0,-1 0 0 0,-11-7 0 0,8 8 0 0,-8-8 0 0,7 12 0 31,-7-12 0-31,4 13 0 0,-6-3 0 0,-2 0 0 16,-2-1 0-16,-3 3 0 0,-3-2 0 0,-4 1 0 15,-3-3 0-15,-5 1 0 0,-3 0 0 0,-6-1 0 16,-7-1 144-16,0 0-144 0,1 0 0 0,-1-2 0 16,4-2 0-16,1 3-144 0,1-1-16 0,4 0 0 0,4 0 0 0,7-1-6752 15,4-4-1344-15</inkml:trace>
  <inkml:trace contextRef="#ctx0" brushRef="#br0" timeOffset="384159.0195">2443 1683 911 0,'0'0'0'0,"0"0"0"0,0 0 0 0,0 0 0 0,-11 2 0 15,11-2 0-15,0 0 3072 0,0 0 512 0,0 0 128 0,0 0 0 16,0 0-2528-16,0 0-512 0,0 0-96 0,-8 6-32 0,8-6-416 16,-9 7-128-16,9-7 0 0,-9 9 0 0,9-9 0 0,-8 9 0 15,1-1 0-15,7-8 0 0,-9 9 256 0,0 1-48 16,1 1-16-16,-1-1 0 15,2-1 336-15,7-9 64 0,0 0 16 0,-10 8 0 16,10-8-96-16,-7 9-32 0,7-9 0 0,-7 8 0 0,2 1-224 16,5-9-64-16,-3 12 0 0,-1 0 0 0,4-12-192 0,-2 14 0 15,2 0 128-15,0-14-128 0,2 14 0 0,-2-14 0 0,2 15 0 0,0-1 0 0,-2-14 0 32,1 14 0-32,-1-14 0 0,2 14 0 0,-2-14 0 0,-2 13 0 15,2-13 128-15,0 0-128 0,-3 14 0 16,3-14 176-16,0 0-176 0,-5 14 160 0,5-14 32 0,0 0 16 15,-7 12 0-15,7-12 0 0,0 0-64 0,0 0-16 16,-7 10 0-16,7-10 0 0,0 0 16 0,0 0 0 16,0 0 0-16,0 0 0 0,0 0-16 0,0 0 0 0,-7 9 0 15,7-9 0-15,0 0-128 0,0 0 0 16,0 0 0-16,0 0 128 0,0 0-128 0,0 0 0 16,0 0 0-16,0 0 0 0,7 12 0 0,-7-12 0 0,0 0 0 0,10 14 128 0,-10-14-128 0,0 0 0 31,0 0 0-31,0 0 0 0,0 0 0 0,0 0 0 15,4 16 0-15,-4-16 0 0,0 0 0 0,0 0 0 0,0 0 0 16,0 0 0-16,0 0 0 0,0 0 0 16,0 0 0-16,1 17 0 0,-1-17 0 0,0 0 128 0,0 0-128 0,0 0 0 15,0 0 128-15,0 0-128 0,0 0 0 0,0 0 128 16,4 15-128-16,-4-15 128 0,0 0-128 0,0 0 128 0,5 18-128 0,-5-18 0 16,0 0 0-16,3 19 128 15,-3-19-128-15,0 0 0 0,0 0 0 16,4 15 0-16,-4-15 128 0,0 0-128 0,0 0 192 0,0 0-64 15,0 0-128-15,0 0 0 0,0 0 0 0,0 0-176 16,0 0 176-16,0 17 0 0,0-17 0 0,0 0 0 16,0 0 0-16,0 0 0 0,0 0 0 0,0 0 128 0,0 0-128 0,0 0 0 15,0 0 0-15,0 0 128 16,0 0-128-16,0 0 192 0,0 0-64 0,0 0 0 0,0 0-128 16,0 0 0-16,0 0 128 0,10 14-128 0,-10-14 0 0,0 0 0 15,0 0 0-15,0 0 0 0,0 0 0 0,0 0 0 16,0 0 0-16,0 0 0 0,0 0 0 0,0 0 0 15,14 11 0-15,-14-11 0 16,0 0 0-16,16 5 128 0,-16-5-128 0,15 5 0 0,1-2 0 0,-16-3 0 16,0 0 0-16,15 2 128 0,-15-2-128 0,16 0 0 15,-16 0 0-15,0 0 128 0,17-2-128 0,-17 2 0 0,14-1 0 0,-14 1 128 0,0 0-128 16,12-2 0-16,-12 2 0 0,0 0 0 0,0 0 0 0,14-2 0 16,-14 2 0-16,0 0 0 0,0 0 0 0,0 0 0 15,0 0 0-15,0 0 0 0,0 0 0 16,0 0 0-1,0 0 0-15,0 0 0 0,0 0 0 0,0 0 0 16,0 0 0-16,0 0 0 0,0 0 0 0,0 0 0 16,0 0 0-16,0 0 0 0,13 0 128 0,-13 0-128 15,0 0 128-15,0 0-128 0,14-3 0 0,-14 3 0 0,0 0 0 0,14-4 128 0,-14 4-128 0,14-7 0 16,-14 7 0-16,12-7 128 16,-12 7-128-16,0 0 0 15,14-5 0-15,-14 5 0 0,0 0 0 0,12-8 0 0,-2-1 0 0,-10 9 0 0,0 0 0 16,0 0 0-16,0 0 0 0,9-9 0 0,-9 9 0 0,7-12 0 15,-7 12 0-15,5-12 128 0,-5 12-128 0,0 0 0 32,3-14 0-32,-3 14 0 0,0 0 0 0,0 0 0 0,-1-13 0 0,1 13 0 15,0 0 0-15,0 0 0 0,0 0 0 0,-4-11 0 16,4 11 0-16,0 0 0 0,0 0 0 0,-8-8 0 0,-1-1 0 0,9 9 0 16,-12-3 0-16,0-1 0 15,0 1 0-15,0 3 128 0,0-2-128 0,12 2 0 0,-14-2 0 0,2 0 0 0,0 1 0 0,12 1 0 16,-13-2 0-1,13 2 0-15,0 0 0 0,-13-2 128 0,1 2-128 16,12 0 0-16,-12 0 0 0,-1 2 0 0,1 1 0 0,0 1 0 16,0-2 0-16,0 1 0 0,-2-1 0 0,0 0 0 0,-1 1 0 0,-1 2 0 15,1 2 0-15,-1 0 0 16,1-2 0-16,-1 0 0 0,2 2 0 0,1 2-192 16,-1 1 64-16,2 1-12016 0</inkml:trace>
  <inkml:trace contextRef="#ctx0" brushRef="#br0" timeOffset="8752.0837">2332 1911 11967 0,'0'0'1072'0,"0"0"-864"0,-10-6-208 0,10 6 0 16,0 0 1056-16,0 0 160 16,0 0 48-16,-12 6 0 0,0-1-1008 0,12-5-256 15,-13 8 0-15,5 1 0 0,8-9 1152 0,-7 19 192 16,0-2 48-16,4 2 0 0,3-19-256 0,0 23-48 15,0-23-16-15,1 22 0 0,-1 1-304 0,2-6-64 16,-2-17-16-16,2 19 0 0,-2-19-112 0,0 0-32 0,5 22 0 0,-5-22 0 0,7 19-288 0,-7-19-64 31,10 21-16-31,-10-21 0 0,12 14-176 0,4-2 160 0,-1-5-160 0,4 0 160 16,-1-2-160-16,1-3 128 0,1-2-128 0,1 0 128 16,-2-4-128-16,2 1 0 0,-1-2 0 0,1-2 128 0,-2 1-128 0,0 1-224 15,-3-2 48-15,-1 0 16 0,-1 1 160 0,-14 6 0 16,10-9 0-16,-10 9 0 0,0 0 0 0,0 0-128 15,0 0 128-15,-5-10 0 16,-5 1 0-16,-4 5 0 0,-5 3 0 0,-3 4 0 16,-6 6 0-16,-3 1 0 0,-4 1 0 0,-1 2 0 31,-2 3-1088-31,-3 3-144 0,-1 3-32 0</inkml:trace>
  <inkml:trace contextRef="#ctx0" brushRef="#br0" timeOffset="383050.7028">2468 1690 7071 0,'0'0'320'0,"0"0"64"0,0 0-384 0,0 0 0 0,-12-4 0 0,12 4 0 0,0 0 208 0,0 0-16 16,-10-7-16-16,10 7 0 0,-9-5-176 0,9 5 0 16,0 0 0-16,0 0 0 0,0 0 0 0,0 0 128 0,0 0-128 0,0 0 128 15,0-10 128-15,0 10 0 0,0 0 16 0,0 0 0 16,0 0-144-16,0 0-128 0,6-11 192 0,-6 11-192 16,0 0 0-16,0 0 0 15,0 0 0-15,0 0-4016 0</inkml:trace>
  <inkml:trace contextRef="#ctx0" brushRef="#br0" timeOffset="1514.8973">159 1552 4607 0,'0'0'400'0,"0"0"-400"0,0-12 0 0,0 12 0 0,0 0 3040 0,0 0 528 0,4-13 96 0,-4 13 32 15,0 0-2272-15,0 0-448 16,0 0-80-16,0 0-32 0,0 0 144 0,0 0 16 15,0 0 16-15,0 0 0 0,0 0-512 0,0 0-96 16,0 21-32-16,3-2 0 0,2-2 176 0,2-1 48 0,2 0 0 16,1 1 0-16,2 2-96 0,0-2-16 0,-1-1 0 0,2 1 0 15,1 2-176-15,0-2-32 0,0-3-16 0,0-4 0 0,-4 1-64 0,4-1-16 16,-4-5 0-16,-10-5 0 0,14 5-80 0,-14-5-128 16,14 2 176-16,-14-2-176 0,14-2 144 0,-14 2-144 31,15-3 0-31,-15 3 144 0,14-7-144 0,-14 7 0 0,12-9 144 0,-12 9-144 15,10-12 0-15,1 2 0 0,-3 0 0 0,-8 10 128 16,9-13-128-16,-2 5-128 0,0-6 128 0,-7 14-192 0,1-14 192 0,3 2-208 16,-2 0 80-16,-2 2 128 15,0 10 0-15,0-12 0 0,0-1 0 0,0 5 0 16,0 8 0-16,1-9-144 0,-1 9 144 0,0 0 0 16,0 0 0-16,0 0 0 0,0 0 0 0,0 0 144 0,14-3 16 0,-14 3 0 15,0 0 0-15,14 7 0 0,0 1-16 0,-2 3 0 0,0-1 0 16,0 4 0-16,2 3 48 0,0 2 16 15,-1 4 0-15,1 1 0 0,-2 0-80 0,-1-2 0 16,-1 2-128-16,-1-3 192 0,-1 0-192 0,1-2 0 0,-4-2 0 0,2-1 0 16,-2-1 0-16,0 1 0 15,1 1 0-15,0 0-160 16,5 0-2064 0,-3-3-400-16,-1-2-96 0,-7-12-9776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4:21.50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-4821 2578 13823 0,'0'0'1216'0,"-6"-12"-960"0,1-2-256 0,2 4 0 0,3 10 1056 0,-4-10 160 15,4 10 48-15,0 0 0 0,-1-12-176 0,1 12-48 16,-2-13 0-16,2 13 0 0,0 0-112 0,0 0-32 15,0 0 0-15,0 0 0 0,0 0-320 0,3 16-64 16,-1 3 0-16,2 0-16 0,1 2-240 0,2 1-32 0,0 6-16 0,3 1 0 16,2 0-32-16,2 1-16 0,1-3 0 0,4 1 0 31,0 0-160-31,-1-1 160 0,-3-4-160 0,1-4 160 0,-1-4-160 0,1 1 0 16,-4-8 144-16,2-1-144 0,1-5 176 0,1-4-48 0,1-1 0 0,2-4 0 15,0-2 16-15,0-5 0 0,-2-3 0 0,-1-2 0 16,-1-1-144-16,1-3 128 0,-4 1-128 0,-2-1 128 15,-3 1-128-15,0-1 0 0,-2 1 0 0,-1 1-176 16,-4 0 176-16,-2 4 0 16,0 2-144-16,-1 3 144 0,-2 3 0 0,5 9 0 15,-11-7 0-15,3 0 0 0,8 7-144 0,-13-3 144 16,3-1 0-16,10 4 0 0,0 0 0 0,-12 0 0 0,12 0 0 0,0 0 0 16,0 0 0-16,0 0-128 0,0 0 128 0,0 0-160 0,0 0 160 0,3 14 0 15,-3-14 0-15,9 14 0 0,-9-14 0 0,16 14-128 31,-3-2 128-31,1-2-192 0,-2-1 192 0,2-4 128 16,0 2-128-16,-14-7 176 0,14 8-176 0,1-2 0 0,3-3 0 0,-1 1-176 16,-2-1 176-16,-15-3 0 0,16 0 0 0,-1-2 0 15,-3-1 0-15,2-2 0 0,0-2 0 0,2-2 0 16,-1-3 0-16,1-2 176 0,-2 0-176 0,-1 1 192 16,-1 1-192-16,0-4 0 0,1-1 0 0,-3-1 0 15,-1 1 0-15,-3 0 0 0,1 0 0 0,-1-2 0 16,-3 1 0-16,2-1 0 0,-5-3 0 0,-2 1 0 31,-1-1-576-31,-2 1-160 0,-4-1-32 0,1 4 0 0,-3 5-704 0,-1 2-128 0,0 4-48 0,-2 7 0 16,-3 0 48-16,0 6 16 0,-1-1 0 0</inkml:trace>
  <inkml:trace contextRef="#ctx0" brushRef="#br0" timeOffset="378.6614">-3715 2497 12895 0,'0'0'576'0,"0"0"112"0,0 0-560 0,0 0-128 0,14-2 0 16,1 2 0-16,1 0 1280 0,-16 0 208 0,15-1 48 0,1 4 16 15,-1 4-912-15,1 0-176 0,-16-7-32 0,16 10-16 16,-16-10 192-16,13 14 32 0,-13-14 16 0,9 17 0 15,-4-1-80-15,-1 1-32 0,-4 2 0 0,0 0 0 16,0 0 0-16,-2 2 0 16,-3-2 0-16,-2 0 0 0,-2 0 16 0,1 0 0 15,-1 1 0-15,0-1 0 0,1-1-96 0,1-1-16 0,0 0 0 0,0 0 0 16,-2 4-144-16,2-5-48 0,0-4 0 0,2-2 0 16,0 1-128-16,5-11-128 0,0 0 192 0,0 0-192 15,2 12 144-15,-2-12-144 0,0 0 0 0,0 0 144 16,15-2 144-16,4-2 32 0,2-4 0 0,3-3 0 15,2-1-128-15,5-1 0 0,5-3-16 0,6 4 0 0,6 0-176 0,4 2 128 16,1 1-128-16,3 2 128 16,-1 2-1088-1,-5 0-208-15,-7-1-48 0</inkml:trace>
  <inkml:trace contextRef="#ctx0" brushRef="#br0" timeOffset="1058.9822">-4816 4013 15663 0,'-12'-11'688'0,"12"11"144"0,-12-7-656 0,3 2-176 0,9 5 0 0,0 0 0 15,0 0 2976-15,0 0 560 0,0 0 112 0,0 0 32 16,0 0-2720-16,3 16-560 0,1-1-96 0,1-1-32 16,2 0-16-16,3 0 0 0,2-1 0 0,4 1 0 15,1-2-80-15,4-3-32 0,1 1 0 0,-1-1 0 16,-4-2-16-16,1-2 0 0,1-2 0 0,-2 3 0 0,-17-6-128 0,15 5 0 16,-1-2 144-16,0 1-144 15,0-1 0-15,0-1 128 0,-14-2-128 0,17 0 0 16,-3-2 0-16,0 0 0 0,-14 2 0 0,15-3 0 0,1-2-176 0,-3 1-96 15,-13 4-32-15,16-8 0 16,-2-3-176-16,-2 3-32 0,-2-3-16 0,-1 3 0 16,-9 8 304-16,8-9 64 0,-8 9 16 0,0 0 0 0,0 0 144 0,0 0 0 15,0 0 0-15,0 0 0 16,0 0 0-16,0 0-128 0,0 0 128 0,0 0-128 0,11 14 128 0,-1-2 144 0,-10-12-16 0,10 14-128 16,-1-2 144-16,1-2-144 15,1-3 0-15,3-2 144 0,1-1-144 0,1-3 0 16,-16-1 144-16,17-3-144 0,0-2 128 0,0-2-128 15,1-2 160-15,-1-3-160 0,0-2 128 0,1-1-128 0,-3-2 0 0,1-4 0 16,-3-2 128-16,-1 1-128 0,-5 1 0 0,0-1 144 16,-2-4-144-16,-1 5 0 0,-4 4 0 0,-2 0 0 15,-1 0 0-15,-1 3 128 16,4 14-128-16,-10-14 0 0,-4 4 0 0,-1 1 0 16,-3 5 0-16,1 3 0 15,0 1-480-15,0 1-32 0,-2 3 0 0,3 1-7968 0,2 0-1600 0</inkml:trace>
  <inkml:trace contextRef="#ctx0" brushRef="#br0" timeOffset="1309.9953">-3536 3873 12895 0,'0'0'1152'0,"0"0"-928"0,0 0-224 0,0 0 0 16,0 0 1776-16,0 0 304 0,0 0 64 0,0 0 16 0,-6 14-768 0,-1-1-160 16,2 1-16-16,-1 2-16 0,3 1-176 0,1 0-16 0,4-1-16 0,1 4 0 31,3 3-336-31,0 1-64 0,3-2-16 0,1 3 0 0,2-1-320 0,1 0-64 16,0-2 0-16,1 6-16 15,2 7-1200-15,-2-6-224 0,3 0-48 0,7-13-16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9:10.76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2936 6447 0,'0'0'272'0,"0"0"80"0,0 0-352 0,0 0 0 16,0 0 0-16,0 0 0 0,0 0 1792 0,0 0 304 15,14-2 48-15,-14 2 16 0,17-2-1088 0,-17 2-224 16,0 0-32-16,16 0-16 0,-2 0-144 0,-14 0-16 15,15 0-16-15,-1 0 0 0,-14 0-208 0,15 2-32 16,1-2-16-16,-1 2 0 0,1-2-48 0,0 2 0 0,1-1 0 0,2 1 0 16,1-2-32-16,6 2-16 0,4-2 0 0,3-2 0 15,1 0 16-15,2 1 0 0,2-1 0 0,2 0 0 16,0 0-48-16,-1 1-16 0,-1-3 0 0,-1 1 0 0,-3-2-96 0,2 1-128 16,2-1 176-16,-1 0-176 0,-1 0 128 0,0-1-128 15,2 3 0-15,0 0 0 0,2 1 224 0,1 0-64 16,4-1-16-16,0-1 0 0,0 1 16 0,1-1 0 15,1-1 0-15,-2 0 0 0,0-2-160 0,-2 2 0 16,0 0 144-16,0 0-144 0,0 1 0 0,2 1 0 16,-2 1 0-16,2 2 0 15,2 0 0-15,1 0 128 0,2 2-128 0,0-1 0 16,-1-1 0-16,-3 0 0 0,1 0 0 0,-2 0 0 0,-4-1 0 16,2-1 0-16,2 0 0 0,2 2 0 0,-2 2 0 0,-1-2 0 15,3-4 128-15,3 3-128 16,4 1 0-16,-1 0 0 0,-1 0 0 15,1 0 128-15,4-2-128 0,-3 2 0 0,-4-2 128 0,0 1-128 16,-2-3 0-16,-1 2 128 0,-1 2-128 0,1-1 0 0,0-1 0 0,4 0 144 0,3 0-144 0,-2 2 0 16,-2 0 240-16,2-1-64 0,3-1-16 0,-5 0 0 15,-5-1-160-15,0-2 160 16,-1-1-160-16,3 3 160 0,0 0-160 0,-1 1 0 0,1 0 144 0,3 0-144 0,0 1 0 0,2-1 128 16,-2-3-128-16,2 3 0 0,-1 0 0 0,-1 1 0 15,-3-1 0-15,-4-2 128 16,-1 3-128-16,-3-1 0 0,-1 0 0 0,-2 0 0 0,1-1 0 15,-1 1 0-15,-3 1 0 0,0-1 128 0,-2 0 64 0,0 2 32 16,-2-2 0-16,4 4 0 16,1-2-16-16,1 0 0 0,-2-2 0 0,1 1 0 15,2 1-80-15,1-2-128 0,1-2 176 0,-2 1-176 0,-2-2 0 0,-1 1 0 16,-2 3 0-16,2 1 0 0,0-2 128 0,0 0-128 16,-2-1 0-16,0-1 0 15,0 3 0-15,-2-1 0 0,2 2 0 0,-3 0 0 0,-1 2 0 16,3-2 0-16,1 0 0 0,0 1 0 0,-2 5 160 0,-1-3-160 15,-2-1 128-15,1-1-128 0,3-1 0 0,-1 2 0 32,-1 0 0-32,-1 0 0 0,-3-2 0 0,2 1 0 0,2 1 0 0,-2-2 0 0,-4-2 0 0,4 2 0 15,4 4 0-15,-1-3 0 16,0-1 0-16,2 0 0 0,2 0 0 0,-2 0 0 16,0 2 0-16,2 0 0 0,2 0 0 0,-3-1 128 15,-1 1-128-15,0 0 0 0,-1-2 0 0,1 0 0 0,0 0 0 0,0 2 0 16,0-1 0-16,-2 1 0 0,-1-2 0 0,0 0 0 15,-2 0 0-15,-1 0 0 0,0-3 0 0,0 1 0 16,7 2 0-16,-1 0 0 0,0-2 0 0,1 2 0 16,3 0 0-16,1 0 0 0,2-2 0 0,2 2 0 15,3 0 0-15,-2 0 0 0,1 0 0 0,-1 0 0 0,2-1 0 0,-3-1 0 0,-5-2 0 16,-3 3 0-16,1-1 0 0,-3 0 0 16,-1 2 368-16,0 0-16 15,1 2 0-15,-1-2 0 0,-1 0-160 0,1-2-16 16,2 1-16-16,0-1 0 0,-2 0-160 0,6 2 0 15,5 4 144-15,-1-3-144 0,3 1 0 0,-3 0 0 0,-2-1 0 0,-1 1 0 16,0-2 0-16,-1 2 128 0,-4 1-128 0,-2-3 0 16,-3-3 0-16,0 3 0 15,0 3 0-15,-2 1 0 0,-2-2 0 0,-3-2 0 0,0-2 0 0,-3 2 0 16,-1 0 0-16,-1 0 0 0,-14 0 0 0,16-2 128 16,-1 0 64-16,-1 1 32 0,0-1 0 0,1 2 0 15,1 0-224-15,1 0 144 0,0-2-144 0,2 2 128 0,0 0-128 0,4 0 0 16,1 0 0-16,-2 4 0 15,1-3 0-15,-4 1 0 0,-2 0 0 16,-1-2 0-16,-2-2 0 0,-1 0 0 0,-13 2 0 0,14 0 0 0,-14 0 0 0,12-1 0 16,-12 1 0-16,0 0 0 0,0 0 128 0,0 0 0 15,0 0 0-15,9-11 0 0,-9 11 96 0,0 0 16 16,0-13 0-16,0 13 0 0,0 0-240 0,-2-14 176 16,2 14-176-16,0 0 160 0,-5-14-160 0,5 14 0 15,-7-12 0-15,7 12 128 0,0 0-128 0,0 0 0 16,-5-16 0-16,5 16 0 0,-4-15 0 0,-1 3 0 0,5 12 0 15,-5-12 0-15,5 12 0 0,-5-14 0 16,0 3 0-16,5 11 0 0,-7-12 0 0,0 0 128 16,-2 0-128-16,2 4 0 0,7 8 0 0,-8-13 0 15,1 1 128-15,2 0-128 0,-1 0 0 0,1-2 0 16,2-1 0-16,-1-2 0 0,1-2 0 0,1 0 0 0,0-4 0 0,1 2 128 16,-1 1-128-16,0-1 0 15,-1 0 0-15,1 4 0 0,0 0 0 0,2 1 0 0,0-3 0 0,0 4 0 16,-1-1 0-16,1 2 0 0,-2-1 0 0,2 5 0 0,0 10 0 0,2-13 0 31,-1 1 0-31,-1 0 0 0,0 0 0 0,0-2 0 16,2 1 0-16,-2-1 0 0,0 0 0 0,-2-2 0 15,2 1 0-15,2-2 0 0,0-2 0 0,1 0 0 16,-1-4 0-16,0 1 0 0,1-4 0 0,1-3 0 16,-3-4 0-16,1-2 0 0,0-3 0 0,-2-1 0 0,0-1 0 0,3 2 0 15,2 7 0-15,1 3 0 0,-1 1 0 0,0-1 0 16,-2 2 0-16,1 4 0 0,-1 1 0 0,3 4 0 15,0 1 0-15,1 1 0 0,-1-3 0 0,0 3 0 0,1 1 0 16,0-1 0-16,0-3 0 0,0 1 0 0,0 0 0 0,-2 0 0 16,0-2 0-16,0-4 0 0,-1-1 0 0,-1 0 0 15,3 0 0-15,-3-2 0 16,-3-4 0-16,0-1 0 0,0-3 0 16,-2-1 0-16,1 1 0 0,-1 1 0 0,-2 5 0 0,1 2 0 0,-1 1 0 0,1 2 0 0,1 1 0 0,-1 1 0 15,-1 0 0-15,1 4 0 0,-1 3 0 0,1 2 0 16,-2 0 0-1,0 3 0-15,0 1 0 0,5 8 0 0,0 0 0 0,-4-14 0 16,-1 0 0-16,0 6 0 16,5 8 0-16,0 0 0 0,-9-9 0 0,2 0 0 0,0-1 0 0,7 10 0 0,-8-10 0 0,1-1 0 15,0 1 0-15,-2 1 0 0,-1 2 0 0,10 7 0 16,0 0 0-16,-9-10-144 0,1 1 144 0,8 9 0 0,-7-8 0 0,7 8 0 16,0 0 0-16,0 0 0 0,0 0 0 0,-4-14 0 15,4 14 0-15,0 0 0 0,0 0 0 0,4-14-128 31,-4 14 128-31,0 0 0 0,8-12 0 0,-8 12 0 16,9-12 0-16,-9 12 0 0,14-5 0 0,-14 5 0 0,12-9-128 0,-12 9 128 0,14-7 0 16,-14 7 0-1,13-7 0-15,-13 7 0 0,14-5 0 0,-14 5 0 0,0 0 0 0,14-3 0 16,-14 3 0-16,14 1 0 0,-14-1 0 16,0 0 0-16,0 0 0 0,14 2 0 0,-14-2 0 0,0 0 0 15,13 0 0-15,-13 0 0 0,0 0 0 0,16-2 0 16,-16 2 0-16,16-1 0 0,-16 1 0 0,15-4 0 0,-15 4 0 0,17-3 0 15,-1-2 0-15,-2-1 0 0,-2 1 0 0,0 2 0 16,0-1 0-16,2-1 0 0,0 2 0 0,-1-2 0 16,-1-1 0-16,2-1 0 15,2 4 0-15,1 0 0 0,0 1 0 0,2 0-160 16,4 0 160-16,-3 2 0 0,1-1 0 0,2 1 0 0,1 0 0 0,0 1 0 16,0 1 0-16,2 2 0 15,2-1 0-15,1 0 0 0,2-3 0 0,2 2 0 0,-2 0 0 0,0 0 0 16,0-1 0-16,-2-1 0 0,-1 0 0 0,0 0 0 15,1-1 0-15,0 1-128 0,-1-2 128 0,-1 2 0 16,1 0 0-16,0 2 0 0,-1-1 0 0,1 1 0 16,0 0 0-16,-1 1 0 0,1 1 0 0,1 1 0 15,0-2 0-15,1 2 0 0,-3 1 0 0,3-1 0 16,-1 2 0-16,2-2 0 0,2 0 0 0,-2 0 0 0,-2-1 0 0,-3-3 0 16,0 1 0-16,2-2 0 15,1 0 0-15,-1-2 0 0,-2 1 0 0,-1-1 0 16,1 0 0-16,0 1 0 0,0-3 0 0,0 1 0 0,-2-1 0 15,0 2 0-15,-1 1 0 0,1 1 0 0,0 0 0 0,-1 0 0 16,-1 0 0-16,0 0 0 16,3 1 0-16,-3 1 0 0,-1 0 0 0,3 0 0 0,0 1 0 0,2 1 0 0,0-3 0 0,-2 1 0 15,-2-2 0-15,1 3 0 0,-1 1 0 0,-1-4 0 16,0-2 0-16,-4 2 0 16,-1 0 0-16,-1 0 0 0,1-2 0 0,-3 2 0 15,-13 0 0-15,14-1 0 0,-14 1 0 0,0 0 0 0,14-4 0 0,-14 4 0 16,0 0 0-16,0 0 0 0,0 0 0 0,10-8 0 15,-10 8 0-15,7-9 0 0,-7 9 0 0,0 0 0 16,4-14 0-16,-1 2 0 0,-3 12 0 0,2-10 0 16,-2 10 0-16,0-11 0 0,0 11 0 0,-2-12 0 15,2 12 0-15,-2-12 0 0,1 2 0 0,1 10 0 16,-2-10 0-16,2 10 0 0,-3-13 0 0,-1-2 0 16,2 3 0-16,1 2 0 0,1-3 0 0,0 3 0 15,0-2 0-15,0 0 0 0,0 2 0 0,0-3 0 0,0 1 0 16,0 0 0-1,-2 2 0-15,2 0 0 0,2-2 0 0,-2 3 0 16,-4 2 0-16,2 0 0 0,1-3 0 0,1 10 0 16,-4-12 0-16,1 3 0 0,-1-1 0 0,1 1 0 0,0 0 0 0,3 9 0 15,-4-12 0-15,2 0 0 0,1 0 128 0,-1 2-128 0,-2-1 128 0,4 11-128 16,-1-12 0-16,1 12 0 0,0 0 0 0,-2-12-128 0,0 0 128 0,2 12 0 31,0 0 0-31,9-10 0 0,-2-1 0 0,-7 11 0 16,10-8 0-16,-10 8 0 0,12-7 0 0,-12 7 0 15,0 0 0-15,11-7-128 0,-11 7 128 0,0 0 0 16,0 0 0-16,0 0 0 0,0 0 0 0,0 0 0 0,0 0 0 0,0 0 0 16,0 0 0-16,0 0-128 0,0 0 128 0,0 0 0 0,0 0 0 15,8 10 0 1,-8-10 0-16,0 0 0 0,0 0 0 0,0 0 0 0,0 0 0 0,0 0 0 16,0 0 0-16,0 0 0 0,0 0 0 0,0 0 0 0,0 0 0 0,0 0 0 15,0 0 0-15,0 0 0 0,0 0 0 0,0 0 0 16,0 0 0-16,0 0 0 15,0 0 0-15,0 0 0 0,0 0 0 0,7 12 0 16,-7-12 0-16,0 0 0 0,0 0 0 0,4 16 0 16,-4-16-560-16,0 21-128 0,0 1-16 15,1-5-16-15</inkml:trace>
  <inkml:trace contextRef="#ctx0" brushRef="#br0" timeOffset="893.7865">10471 81 4607 0,'0'0'400'0,"0"0"-400"16,0 0 0-16,0 0 0 0,0 0 1888 0,0 0 288 16,0 0 64-16,-10-5 16 0,10 5-1280 0,-12-3-256 15,12 3-48-15,-12-2-16 0,12 2 208 0,-12 2 32 16,12-2 16-16,-12 3 0 0,0 0-336 0,12-3-64 0,-14 6 0 0,2-1-16 16,12-5-256-16,-14 7-48 15,2-2-16-15,0 0 0 0,12-5 0 0,-14 3 0 16,0-1 0-16,2 0 0 0,0 0-32 0,12-2 0 15,-12 1 0-15,12-1 0 0,-12 2-144 0,12-2 0 16,-12 0 144-16,12 0-144 0,0 0 0 0,0 0 128 16,0 0-128-16,0 0 0 0,0 0 0 0,0 0 128 0,0 0-128 0,0 0 0 15,0 0 0-15,0 0 0 16,0 0 0-16,0 0 0 0,0 0 0 0,14 4 0 16,-14-4 0-16,13 1 0 0,-13-1 0 0,0 0 0 0,14 2 0 0,-14-2 0 15,0 0 0-15,0 0 0 0,0 0 0 0,16 0 0 0,-16 0 0 0,0 0 0 16,15-2 0-16,-15 2 0 0,0 0 0 15,14-3 0-15,-14 3 0 0,14-5 128 16,-14 5-128-16,15-7 0 16,-1 2 0-16,0-1 0 0,-14 6 0 0,16-5 0 15,-3 0 0-15,1 2 0 0,0-1 0 0,-14 4-128 16,16-3 128-16,-3-1-128 0,-13 4 128 0,14-3 0 16,0-1 0-16,-14 4 0 0,14-3 320 0,-14 3-16 0,17-4 0 15,-1 3 0-15,-16 1 16 0,13-2 16 0,-13 2 0 0,0 0 0 16,14-2 48-16,-14 2 0 0,0 0 0 0,14-1 0 0,-14 1-144 0,0 0-32 0,0 0 0 0,16 0 0 15,-16 0-208-15,0 0 0 0,13 6 128 16,-13-6-128 0,0 0 0-16,9 14 176 0,0 2-176 0,-4-1 160 0,-2 4-160 0,1 0 0 15,-1 2 0-15,1 7-8000 0,-3 4-1616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9:14.21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-10 84 4607 0,'0'0'400'0,"0"0"-400"0,0 0 0 0,0-12 0 15,0 12 2304-15,1-14 368 16,-1 2 80-16,4 4 0 0,-4 8-896 0,0 0-176 16,5-12-32-16,2 3-16 0,-7 9-640 0,8-9-128 15,-2 1-32-15,-6 8 0 0,0 0-320 0,0 0-64 0,0 0 0 0,0 0-16 16,0 0 0-16,15 8 0 0,-15-8 0 0,12 16 0 15,-5 3-192-15,-2-2-48 16,-3 0 0-16,0 2 0 0,-2 4 160 0,2-1 32 16,-1-1 0-16,3 1 0 0,-1 1 16 0,2-2 16 0,1-4 0 0,-1 0 0 15,2 0-32-15,1-1-16 16,1-2 0-16,1-1 0 0,1 0-176 0,-1-3-48 0,-10-10 0 0,15 14 0 16,-2 0-144-16,0-2 0 0,-2-4 0 0,-1 3 0 15,-10-11 0-15,14 13 0 0,-2-2 0 0,-12-11 0 16,15 8 0-16,-1 1 0 0,0-2 0 0,0 0 0 15,0-4 0-15,-14-3 0 16,17 5 176-16,-1-1-176 0,-3-2 192 0,-13-2-48 0,16 1-16 16,-2 1 0-16,-1-2-128 0,-13 0 0 0,14-3-192 0,0 1 192 0,-14 2 0 15,16-2 0-15,-16 2 0 0,15-3 128 0,-3-1-128 0,-12 4 0 16,16-3 0-16,-16 3 0 16,14-2 0-16,-1 0 128 0,1 1-128 0,0-1 0 15,0-2 0-15,0 3 0 0,-14 1 128 0,19-2-128 16,1-1 0-16,1 1 0 0,0-2 0 0,3 1 128 15,0 0-128-15,2 1 0 0,2 0 144 0,4 0-144 0,5 1 0 0,-1-1 0 16,0 0 0-16,2-1 0 0,3-1 0 0,-3 1 0 0,0 1 0 0,0-1 0 0,0-3 0 16,-1 1 0-16,-3 2 0 0,1-1 0 15,1 1 0-15,2-1 0 16,-4 1 0-16,1 1 0 0,1 2 0 0,0 0 0 0,2-3 0 0,2 1 0 16,0 0 0-16,1 2 0 15,-1 0 0-15,1 0 0 0,2 2 0 0,1-2 0 16,-5-3 0-16,-1 1 0 0,-1 0 0 0,0 0 0 15,3-3 0-15,2 0 0 0,-3 0 0 0,1 1 0 0,-2 1 0 0,2 1 0 0,1 1 0 16,2 1 0-16,0 0 0 0,-1-4 0 0,-4-1 0 16,1 1 0-16,1 1 0 0,0 1 0 15,-6-5 0-15,-1 2 0 16,-3-2 0-16,-3 2 0 0,1 0 0 0,-2 2 0 0,0 1 0 0,-1 0 0 16,0-1 0-16,-1 1 0 0,0 2 0 0,2-2 0 15,-2 0 0-15,2 2 0 0,0 4 0 0,3-2 0 16,4-2 0-16,-2 3 0 0,-2-1 0 0,2 0 0 15,-3-4 0-15,1 2 0 0,2 0 0 0,-1 0 0 0,-3 0 0 0,-1 0 0 16,-3-2 0-16,-1 2 0 16,1-2 0-16,-3 1 0 0,-1-3 0 0,2 2 0 15,1 1 0-15,3-1 0 0,-1 0 0 16,0 2 0-16,2 0 0 0,0 2 0 0,0 0 0 0,-1-1 0 16,1 1 0-16,2 2 0 0,3-1 0 0,0-1 0 0,-2-2 0 0,2 2 0 15,1 1 0-15,-3-1 0 0,0-1 0 16,1-1 0-16,1 0 0 0,-2 0 0 0,-5 0 0 0,0 0 0 15,-1 0 0-15,-1 0 0 0,-1-3 0 0,0 3 0 16,-2 2 0-16,0-2 0 16,1-2 0-16,1 0 0 0,1 2 0 0,-1 0 0 0,0 0 0 15,0 0 0-15,-1 0 0 0,1 0 0 0,-2 0 0 16,0 0 0-16,2 2 0 0,-1-2 0 0,1 0 0 0,2 0 0 16,1 2 0-16,2-2 0 0,1 0 0 0,-1 0 0 0,-2 0 0 0,2 1 0 15,0-2 0-15,2 1 0 0,-2-2 0 0,-1 2 0 0,-2-2 0 0,-2 1 0 16,-2-1 0-16,0 0 0 0,-2-1 0 0,0-1 0 31,-1 1 0-31,-1-1 0 0,-1 1 0 0,1 1 0 0,3 0 0 0,1 1 0 0,0 1 0 0,0 0 0 16,0-2 0-16,1 2 0 15,3 0 0-15,1 0 0 0,2 0 0 0,0 3 0 0,-2 1 0 0,2-2 0 32,0-2 0-32,0 1 0 0,1 1 0 0,-3 0 0 15,-3 1 0-15,-2-1 0 0,0-4 0 0,-2 2 0 0,-1 0 0 0,-1-2 0 16,-1 1 0-16,0-1 0 0,2 0 0 0,-3-1 0 15,3-2 0-15,-4 1 0 0,-12 4 0 0,15-3 0 16,-1-4 0-16,0 2 0 0,0-1 0 0,1 3 0 0,3 0 0 0,-1-1 0 0,-3-3 0 0,1 4 0 31,3 1 0-31,-3 0 0 0,-3-1 0 0,2 1 0 0,0 0 0 0,-14 2 0 16,14 0 0-16,-14 0 0 0,13-1 0 0,-13 1 0 16,0 0 0-16,14-4 0 0,-14 4 0 0,12-3 0 15,-12 3 0-15,0 0 0 0,0 0 0 0,11-5 0 16,-11 5 0-16,0 0 0 0,10-9 176 0,-10 9-48 15,9-7 0-15,-9 7 0 16,0 0-128-16,0 0 0 0,0 0 0 0,10-7 0 0,-10 7 0 0,0 0 0 16,0 0 0-16,0 0 0 0,7-10 0 0,-7 10 0 0,0 0 0 0,0 0 0 0,0 0 0 15,0 0 0-15,10-9 0 0,-10 9 0 0,0 0 0 16,9-7 0 0,-9 7 0-16,9-7 0 0,-9 7 0 0,0 0 0 0,8-7 0 0,-8 7 0 15,0 0 0-15,0 0 0 0,0 0 0 0,0 0 0 16,9-8 0-16,-9 8 0 0,0 0 0 0,0 0 0 15,0 0 0-15,0 0 0 16,0 0 0-16,0 0 0 0,0 0 0 0,0 0 0 16,0 0 0-16,0 0 0 0,0 0 0 0,0 0 0 0,0 0 0 0,0 0 0 0,0 0 0 15,0 0 0-15,0 0 0 0,0 0 0 16,0 0 0-16,0 0 0 0,0 0 0 0,0 0 0 0,0 0 0 0,0 0 128 31,2-11-128-31,-2 11 128 0,0 0-128 0,0 0 0 16,0 0 0-16,0 0 0 0,0 0 0 0,0 0 128 0,0 0-128 0,0 0 128 15,0 0-128-15,0 0-176 0,0 0 48 0,0 0 0 16,0 0 128-16,0 0 0 0,0 0 0 0,0 0 0 16,0 0 0-16,0 0 0 0,-2-12 128 0,2 12-128 0,0 0 0 0,0 0 0 15,2-10 0-15,-2 10 0 16,0 0 0-16,0 0 0 0,3-9 0 0,-3 9 0 0,0 0 0 0,0 0 0 16,0 0 0-16,0 0 0 0,0 0 0 0,0 0 0 15,0 0 0-15,0 0 0 0,0 0 0 0,0 0 0 16,0 0 0-16,0 0-128 0,0 0 128 0,0 0 0 15,0 0 128-15,0 0-128 0,0 0 0 0,0 0 0 16,0 0 0-16,0 0 0 0,0 0 0 0,0 0 0 16,0 0 0-16,0 0 0 0,0 0 0 0,0 0 0 0,0 0 0 0,0 0 0 0,3-8 0 15,-3 8 0-15,0 0 0 0,0 0 0 0,0 0 128 0,0 0-128 16,0 0 128-16,0 0-128 16,0 0 0-16,0 0 0 0,6-11 0 0,-6 11 0 15,0 0 0-15,0 0 0 0,0 0 0 0,0 0 0 0,0 0 0 0,0 0 0 16,0 0 0-16,0 0 0 0,0 0 0 0,0 0 0 31,1-10 0-31,-1 10 0 0,0 0 0 0,0-10 0 0,-1-1 0 0,1 11 0 0,0 0 0 0,0 0 0 16,0 0 0-16,-2-8 0 0,2-1 0 0,0 9 0 15,0 0 0-15,0 0 0 0,0 0 0 0,0 0 0 16,0 0 0-16,0 0 0 0,0 0 0 0,0 0 0 16,0 0 0-16,0 0 0 15,0-10 0-15,0 10-128 0,0 0 0 0,0 0 0 16,0 0-1696-16,0 0-336 0,0 0-64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4:41.53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548 2331 12959 0,'0'0'576'0,"0"0"112"0,0 0-560 0,0 0-128 16,-14 4 0-16,2 1 0 0,0 2 848 0,12-7 144 0,-10 9 32 0,-1-1 0 15,-1-1-16-15,0 3 0 0,0 1 0 0,2-1 0 16,-1-1-128-16,11-9-32 0,-5 15 0 0,0-1 0 0,5-14-256 15,-3 16-48-15,3-16-16 0,1 17 0 0,-1-17-144 0,0 0-16 32,11 21-16-32,-1-4 0 0,-10-17-160 0,16 15-16 0,-1-2-16 0,1-7 0 0,-16-6-160 0,19 6 0 15,-4-5 144-15,1-2-144 16,-1 1 144-16,-3-2-144 0,0-5 192 0,2-2-192 16,0 4 0-16,0 0 0 0,-2 0 0 0,2-2 0 0,0-2 128 0,-1-1-128 15,3 1 0-15,-2-1 0 0,-4-2 0 0,-1 3 0 16,-9 9 0-16,0 0 0 0,7-12 0 0,-7 12 0 31,0 0 0-31,-6-12 0 0,-6 2-176 0,-1-1-32 0,-6 1-16 0,-2 1 0 16,-2 1-128-16,-1 1-32 0,-2 2 0 0,-1-4 0 15,-3-1 192-15,1 1 16 0,0 4 16 0,5-2 0 16,1 0-1504-16,6 4-288 0</inkml:trace>
  <inkml:trace contextRef="#ctx0" brushRef="#br0" timeOffset="451.9902">1499 2285 9839 0,'0'0'432'0,"12"-7"96"0,-1-2-528 0,-1 2 0 0,2 0 0 0,-2 1 0 16,-10 6 1328-16,12-9 144 0,-3 0 48 0,-9 9 0 15,9-8 384-15,-9 8 80 0,0 0 0 0,0 0 16 0,3-11-320 16,-3 11-64-16,0 0-16 0,0 0 0 0,0 0-656 0,0 0-144 16,0 0-32-16,0 0 0 0,5 21-144 0,0 3-48 15,-1-1 0-15,1 1 0 0,0-3-64 0,2 1-32 16,0-1 0-16,3-1 0 0,3 1-256 0,2 0-48 15,2-2-16-15,4 3 0 0,1 1-160 0,3 3-144 16,-1 6 144-16,0-1-15744 16</inkml:trace>
  <inkml:trace contextRef="#ctx0" brushRef="#br0" timeOffset="-8191.8894">-1237 2359 6447 0,'0'0'576'0,"0"0"-576"0,0 0 0 0,0 0 0 15,0 0 1840-15,0 0 256 0,0 0 48 0,0 0 16 0,0 0-1216 0,0 0-240 16,0 0-64-16,0 0 0 15,0 0 192-15,0 0 16 0,0 0 16 0,0 0 0 0,0 0-288 0,0 0-64 16,0 0-16-16,0 0 0 16,0 0-112-16,0 0 0 0,0 0-16 0,0 0 0 0,0 0-48 0,0 0 0 15,10 19 0-15,0-5 0 0,-10-14-160 0,16 10-32 0,-16-10-128 0,17 11 192 16,-3-5 0-16,2 0-16 0,-3-5 0 0,1 3 0 16,-14-4-176-16,19 2 160 15,-2-1-160-15,-1 1 160 0,-16-2-160 0,17-2 0 16,-5 2 144-16,-12 0-144 15,18 0 0-15,-5 2 0 0,-13-2 0 0,14 3 0 0,-14-3 0 0,0 0 0 16,16 7 0-16,-16-7 0 0,15 11 0 0,-15-11 0 0,0 0 0 0,11 14 0 0,-11-14 0 16,0 0-128-1,7 18 128-15,-7-18 0 0,0 0 0 0,3 18 0 0,-3-18 0 0,0 0 0 16,-3 17 0-16,3-17 0 16,-7 16 0-16,-2-6 0 0,0 0 0 0,-1-3 0 0,-4-3 0 0,-5 1 128 0,-3-2-128 0,-2-1-128 31,-4-4 128-31,0 2-192 15,1-1-384-15,-1-3-96 0,-1 1-16 0,1-4-9744 0</inkml:trace>
  <inkml:trace contextRef="#ctx0" brushRef="#br0" timeOffset="-7941.7084">-1403 2381 11055 0,'0'0'976'0,"0"0"-784"15,0 0-192-15,0 0 0 0,0 0 2112 0,0 0 368 16,14-10 80-16,1 3 0 16,1 0-1552-16,3 0-320 0,2 1-64 0,5 0-16 0,3 3-336 15,5 1-64-15,4 0-16 0,5 4 0 0,2 3-192 0,0-5 0 16,0-1 128-16,-3-1-128 15,-1-2-912-15,-3-1-240 0</inkml:trace>
  <inkml:trace contextRef="#ctx0" brushRef="#br0" timeOffset="-7460.1398">-467 2335 6447 0,'0'0'576'0,"0"0"-576"0,0 0 0 0,0 0 0 0,-9-4 3264 0,9 4 560 16,-7-8 96-16,-2 4 32 0,1 3-2064 0,-3 8-416 0,-1 5-64 0,-2 1-32 16,-1 5-368-16,-4 1-80 15,-2 3-16-15,2 1 0 0,0-3 592 0,0 6 112 0,2 2 32 0,1 3 0 32,1-2-2032-32,1 7-384 0,2 8-96 0,5 0-16 0,2 1 624 0,3 0 256 0,4 0-192 0,3-4 192 31,2-6-2080-31,2-4-288 0,-1-7-64 0</inkml:trace>
  <inkml:trace contextRef="#ctx0" brushRef="#br0" timeOffset="-7027.9637">-405 2620 20159 0,'0'0'896'0,"0"0"176"0,0 0-864 0,0 0-208 0,0 0 0 0,13 1 0 16,-13-1 672-16,14 6 96 0,-14-6 0 0,16 8 16 0,-2 1 96 0,-4 1 16 16,0 1 0-16,1-1 0 0,-1-1-432 0,-10-9-80 0,14 12 0 0,-2-2-16 15,0-3-240-15,-12-7-128 16,10 9 160-16,-10-9-160 15,12 5 128-15,-12-5-128 0,0 0 0 0,0 0 144 0,14 0-144 0,-14 0 0 16,14-2 144-16,-14 2-144 0,10-7 0 0,-10 7 0 16,7-12 0-16,0 2-192 0,-7 10-16 0,5-14-16 15,1 2 0-15,-6 12 0 0,0-16 224 0,1 2-144 16,-1 2 144-16,0 12-128 0,0-14 288 0,0 14 64 16,0 0 16-16,0 0 0 0,-3-8 416 0,3 8 96 15,0 0 16-15,0 0 0 0,0 0 0 0,0 0 16 16,0 0 0-16,2 19 0 0,1 2-368 0,0-1-80 15,1 1-16-15,1 3 0 0,0 2-80 0,0 5-32 16,2 4 0-16,0 1 0 0,2 2-208 0,0-2 128 0,-3 2-128 0,1 0 0 31,0-2-1984-31,-2-3-512 0</inkml:trace>
  <inkml:trace contextRef="#ctx0" brushRef="#br0" timeOffset="-15300.3011">-2445 2470 4607 0,'0'0'400'0,"0"0"-400"0,0 0 0 0,0 0 0 16,0 0 2112-16,0 0 352 0,0 0 64 0,0 0 16 16,0 0-816-16,0 0-144 0,0 0-48 0,0 0 0 0,0 0-400 0,0 0-96 0,0 0-16 0,0 0 0 15,0 0-608-15,0 0-128 0,0 0-32 0,0 0 0 32,0 0 192-32,0 0 16 0,0 0 16 0,0 0 0 0,0 0-64 0,0 0-16 15,0 0 0-15,0 0 0 0,15 1-208 0,-1-1-32 16,0-1-16-16,0 1 0 0,-1 0-144 0,3 0 0 0,-2-2 0 15,1 0 0 1,2-1-512-16,2 1-144 0,2-2-32 0</inkml:trace>
  <inkml:trace contextRef="#ctx0" brushRef="#br0" timeOffset="-14848.7723">-2157 2323 4607 0,'0'0'400'0,"0"0"-400"0,0 0 0 0,0 0 0 16,0 0 1936-16,0 0 304 0,0 0 64 0,0 0 16 0,0 0-1104 0,0 0-240 15,0 0-32-15,0 0-16 16,0 0-112-16,0 0-32 0,0 0 0 0,0 0 0 0,0 0-512 0,0 0-96 16,0 0-32-16,0 15 0 15,0-15 80-15,0 0 16 0,7 18 0 0,-7-18 0 16,10 15-240-16,0-3 176 0,-10-12-176 0,14 14 160 16,-2-4-160-16,2 1 128 0,-14-11-128 0,17 10 128 15,-1 0-128-15,-1-1 0 0,3-5 0 0,-1 2 0 16,-2 1 0-16,3 0 0 0,-1-3 0 0,0 1 0 0,-1 0 0 0,-2 0 128 0,-14-5-128 0,0 0 0 31,15 9 0-31,-15-9 0 0,0 0 0 0,0 0 0 0,0 0 0 0,0 0 0 16,0 0 0-16,-7 15 0 0,-5-1 0 0,-2-2 0 0,-1-5 0 0,-4 2 0 15,0-1 160-15,-4 1-160 0,1-4 192 0,0 0-192 16,-1-3 0-16,1 0 0 0,1 1 0 0,4 1 0 16,1-4-1344-1,2 0-288-15</inkml:trace>
  <inkml:trace contextRef="#ctx0" brushRef="#br0" timeOffset="-14622.7318">-2299 2411 12895 0,'0'0'1152'0,"0"0"-928"15,0 0-224-15,0 0 0 0,9-7 992 0,1 0 160 16,4 0 16-16,0 0 16 16,0 0-752-16,1 2-160 0,4-2-16 0,4 2-16 15,1 0 192-15,3 0 32 0,4 3 16 0,4 0 0 0,1 2-352 0,2 2-128 16,2 1 0-16,0 3 0 16,-1-3-752-16,-1 1-240 0</inkml:trace>
  <inkml:trace contextRef="#ctx0" brushRef="#br0" timeOffset="-13072.2302">-2250 2359 4607 0,'0'0'400'16,"0"0"-400"-16,0 0 0 0,0 0 0 15,7-10 720-15,-7 10 64 0,8-9 16 0,-8 9 0 0,0 0-480 0,0 0-112 16,0 0-16-16,0 0 0 0,0 0 528 0,0 0 112 15,0 0 0-15,0 0 16 16,0 0-144-16,0 0-16 0,2 16-16 0,-4-1 0 16,2-15 656-16,-3 17 128 0,3-17 16 0,-5 18 16 15,5-18-288-15,-6 15-64 0,6-15-16 0,0 19 0 0,0-19-320 0,0 0-64 0,7 17-16 0,-7-17 0 16,9 16-304-16,-9-16-64 16,14 15-16-16,-14-15 0 0,17 7-112 0,-2 0-32 0,1-2 0 0,0-1 0 15,-16-4-192-15,15 3 176 0,-1-3-176 0,-14 0 160 16,14-1-160-16,-14 1 0 15,13-6 0-15,-13 6 0 0,0 0 0 0,14-1 128 0,-3-4-128 0,-11 5 0 16,0 0 0-16,0 0 128 16,0 0-128-16,13-2 0 0,0-3 0 0,-13 5 0 0,0 0 0 15,17 3 0-15,-2-3 0 0,-1 4 0 0,-14-4 0 0,17 5 0 16,-1-4 0-16,-1 5 0 0,-15-6 0 0,19 8 0 0,0 1 0 0,-1-2 0 31,-4 3 144-31,-1 1-16 0,-13-11 64 0,14 12 0 16,-14-12 16-16,0 0 0 0,10 15-80 0,-10-15-128 0,2 19 176 0,-2-2-176 15,0-17 224-15,-5 18-64 0,0-3-16 0,5-15 0 16,-11 11-16-16,-1-3 0 0,-1-1 0 0,-1 0 0 16,2-2 0-16,0 0 0 0,-2-1 0 0,2-2 0 0,-2-1 16 0,0 1 0 15,0 0 0-15,1-1 0 16,-3-1 32-16,0 2 0 0,1 0 0 0,-1 1 0 16,1 1-48-16,-1 1-128 0,1 0 192 0,-1 4-64 0,-1 1-128 0,1 0-144 15,3 1 144-15,1 1-208 31,-1-3-2112-31,13-9-432 0,-12 1-64 0,12-1-32 0</inkml:trace>
  <inkml:trace contextRef="#ctx0" brushRef="#br0" timeOffset="-11953.8">-2285 2437 1839 0,'0'0'160'0,"0"0"-160"0,0 0 0 0,0 0 0 15,0 0 1712-15,0 0 304 16,0 0 64-16,0 0 16 0,0 0-784 0,0 0-160 16,0 0-16-16,12-5-16 0,-12 5 288 0,0 0 64 15,14-6 16-15,-14 6 0 0,0 0-384 0,0 0-80 0,14-8 0 0,-4 1-16 16,-10 7-304-16,10-7-48 0,-10 7-16 0,14-7 0 0,0 0 16 0,2 2 0 15,-1 0 0-15,2-2 0 0,1-2-288 0,2 1-64 16,3 1-16-16,3 2 0 0,1-2-112 0,3 1-32 16,-1 0 0-16,4 0 0 15,3 1-16-15,-1-2 0 0,-1 0 0 0,-3 0 0 16,-1 1 128-16,-5 0 32 0,0 3 0 0,-5 1 0 0,-2 2-160 0,-18 0-128 16,12 5 192-16,-12-5-192 15,0 0 0-15,3 14 0 0,-5 0 0 16,-6 2 0-16,-8-1-1888 0,-1-1-384 15,-14 3-80-15,7-8-16 0</inkml:trace>
  <inkml:trace contextRef="#ctx0" brushRef="#br0" timeOffset="276425.4482">-1188 3137 5519 0,'0'0'240'0,"0"0"64"0,0 0-304 0,0 0 0 0,0 0 0 0,0 0 0 0,0 0 912 0,0 0 128 16,0 0 32-16,0 0 0 0,0 0-608 0,0 0-112 15,0 0-32-15,0 0 0 0,0 0 496 0,0 0 80 16,0 0 32-16,0 0 0 0,-7-12 96 0,7 12 0 15,-9-8 16-15,9 8 0 0,-10-9-176 0,0 2-32 16,-3 0-16-16,13 7 0 0,-12-5-256 0,0 2-48 16,-2-1-16-16,2 4 0 0,0 2-112 0,12-2 0 15,-15 3-16-15,1 3 0 0,2 0-144 0,0 3-32 0,1 0 0 0,1-1 0 0,0 1-192 0,10-9 0 16,0 0 0-16,-12 12 0 16,3 0 128-16,0-3 0 15,9-9-128-15,-13 8 192 0,1 1-192 0,12-9 0 0,-14 5 0 0,2-1 0 16,12-4 192-16,-12 3-64 0,-1 1-128 0,13-4 192 15,-13 0-192-15,13 0 0 0,-12 1 0 0,12-1 0 0,-11-3 0 0,11 3 0 16,0 0-144-16,0 0 144 16,0 0 0-16,2-12-144 0,-2 12 144 0,9-11 0 0,1 5 0 15,2-1-128-15,0 0 128 0,4 2 0 0,-1 3 0 0,1-2 0 16,-2-3 0-16,-1 2-128 16,1 2 128-16,0-1 0 0,0-1 0 0,-14 5-128 0,14-3 128 0,-14 3 0 15,13-4 0-15,-13 4-128 0,0 0 128 0,0 0 0 16,14-1 0-16,-14 1-128 0,0 0 128 0,0 0 0 15,14-2 128-15,-14 2-128 0,0 0 0 0,0 0 144 16,0 0-144-16,14 0 0 0,-14 0 0 0,0 0 0 16,0 0 0-16,14 5 0 0,-14-5 176 0,12 7-176 15,-12-7 160-15,0 0-160 0,10 12 320 0,-10-12-48 16,10 12 0-16,-10-12 0 0,11 14 0 0,-3-2 0 16,1 0 0-16,0-2 0 0,1 1-16 0,4-3 0 15,0-4 0-15,1 3 0 0,2 1-64 0,4 1-32 16,3 1 0-16,6-1-12704 0</inkml:trace>
  <inkml:trace contextRef="#ctx0" brushRef="#br0" timeOffset="6309.5939">3287 2732 13071 0,'0'0'576'0,"0"0"128"0,0 0-576 0,-7 12-128 15,2 0 0-15,5-12 0 0,-7 14 720 0,0 0 112 16,0-1 32-16,2 1 0 0,0 2 192 0,2 3 32 0,1 0 16 0,-2 3 0 16,3-3-288-16,1 0-64 0,0-2-16 0,0 1 0 15,1-5-256-15,3 1-48 0,-1 4-16 0,-3-18 0 0,5 12-128 0,-5-12-32 16,7 17 0-16,0-3 0 16,0-2-96-16,-7-12-32 0,9 10 0 0,-9-10 0 0,14 12-128 0,-1-5 160 15,0 2-160-15,-13-9 160 16,15 5-160-16,-1-2 128 0,-14-3-128 0,15 4 128 15,-1-4-128-15,-14 0 0 0,14-2 144 0,-14 2-144 16,16 0 0-16,-3 0 144 0,-13 0-144 0,0 0 0 0,0 0 0 0,14-3 0 16,-14 3 0-16,0 0 0 15,0 0 0-15,0 0 0 0,0 0 0 0,0 0 0 0,0 0 0 0,0 0 0 16,0 0 0-16,0 0 0 0,0-14 0 0,0 14-144 16,0 0-16-16,-8-9 0 0,8 9 160 0,-14-1-192 15,-2 1 192-15,1 3-192 0,-3 2 192 0,-1 4 0 16,-5-2 0-16,0 1 0 0,0 3-256 0,-5-1 0 15,-6-1-16-15,-3 1-10864 0</inkml:trace>
  <inkml:trace contextRef="#ctx0" brushRef="#br0" timeOffset="8214.3012">3232 2851 9503 0,'0'0'416'0,"3"14"96"0,-1-2-512 0,0 2 0 15,-2-1 0-15,-2 5 0 0,-1-4 704 16,-2-1 64-16,-2 1 0 0,0-2 0 0,0-1-112 0,0-1-16 16,7-10 0-16,-9 9 0 0,1-3 192 0,8-6 48 15,-9 7 0-15,9-7 0 0,0 0 64 0,-9 9 16 16,9-9 0-16,0 0 0 0,0 0-272 0,0 0-48 0,0 0-16 0,4 17 0 0,-4-17-256 16,8 16-48-16,-8-16-16 0,14 14 0 15,0-4-112-15,0-3-32 16,-14-7 0-16,15 10 0 0,-1-1-160 0,-14-9 160 15,16 8-160-15,-2 1 160 0,-14-9-160 0,13 9 0 0,-13-9 0 0,14 7 128 16,-14-7-128-16,16 8 0 0,-16-8 0 0,15 5 128 0,-15-5-128 16,14 4 0-16,-14-4 0 0,0 0 0 0,14 3 0 0,-14-3 0 0,15 2 144 15,-15-2-144-15,16-3 0 0,-1-1 144 32,-1 1-144-32,0-1 0 0,-2-1 128 0,-12 5-128 0,16-5 0 0,-1 1 0 0,1 1 128 0,-2 0-128 15,-1-3 0-15,-1 1 0 0,-12 5 0 0,14-2 0 16,-14 2 0-16,0 0 0 15,0 0 128-15,0 0-128 16,14-1 0-16,-14 1 0 0,0 0 0 0,0 0 0 0,0 0 128 0,0 0-128 0,0 0 0 0,0 0 0 16,0 0 0-16,0 0 0 0,0 0 0 0,0 0-144 15,0 0 144-15,0 0 0 0,0 0 0 0,0 0 0 0,0 0 0 0,0 0 0 32,0 0 0-32,0 0 0 0,0 0 0 0,0 0 0 0,-7-11 0 0,7 11 0 15,-8-8 0-15,-1 1 0 0,9 7 0 0,-12-7 0 16,1 2 0-16,-1 1 0 0,-3 3 0 0,-1 4-160 0,1 2 160 0,-4 0 0 31,-4 1-272-31,-1 0 48 0,-3 1 16 0,-4 0 0 16,-2 0-752-16,-5 2-128 0,-5-2-48 0</inkml:trace>
  <inkml:trace contextRef="#ctx0" brushRef="#br0" timeOffset="5810.4504">2894 2680 2751 0,'0'0'256'0,"0"0"-256"0,0 0 0 0,0 0 0 16,0 0 2832-16,0 0 528 16,0 0 96-16,0 0 32 0,0 0-1376 0,0 0-256 15,0 0-64-15,3-7-16 0,2 0-432 0,6-1-64 16,1-1-32-16,5 0 0 0,2 1-496 0,7-1-112 0,5-1 0 0,7 3-16 0,7 0-368 0,1-2-80 16,1 1-16-16,1-1 0 15,1-1-160-15,-3-1 0 0,-3-1 0 0,-1 5 0 0,-4 4 0 0,-2 1 0 16,-3-1 0-16,-4-1-8560 0,-1-1-1744 0</inkml:trace>
  <inkml:trace contextRef="#ctx0" brushRef="#br0" timeOffset="11050.1184">2866 3500 14975 0,'0'0'656'0,"-2"-9"144"0,2 9-640 0,-1-8-160 15,-1-1 0-15,0-1 0 0,2 1 576 0,0 2 64 0,0 7 32 0,0-10 0 0,0 3-96 0,0 7 0 16,0-9-16-16,0 9 0 15,0 0 80-15,4-8 32 0,-1-1 0 0,-3 9 0 16,4-7 16-16,-4 7 0 16,0 0 0-16,0 0 0 0,0 0 144 0,0 0 16 15,0 0 16-15,0 0 0 0,0 0-144 0,10 14-16 16,-10-14-16-16,10 15 0 0,-1 3-208 0,-2-1-32 0,0-2-16 0,0 4 0 0,-2 4-240 0,3-1-32 31,1-1-16-31,1 1 0 0,1-1-144 0,3 2 128 16,-1 1-128-16,1-3 128 15,0-3-2064-15,-2 0-432 0</inkml:trace>
  <inkml:trace contextRef="#ctx0" brushRef="#br0" timeOffset="11344.9003">2733 3909 4607 0,'0'0'400'0,"0"0"-400"16,0 0 0-16,0 0 0 0,0 0 3552 0,0 0 624 15,0 0 128-15,0 0 32 0,0 0-2352 0,0 0-480 16,0 0-96-16,0 0 0 0,0 0-656 0,0 0-128 0,0 0-32 0,0 0 0 16,17-2 336-16,-1-1 64 0,-1-2 16 0,4-1 0 15,7 0-416-15,2 0-80 16,1-1 0-16,6 2-16 0,3-2-352 0,5 2-144 15,4 2 128-15,1-1-128 0,2 1 0 0,0-1 0 16,2 3 0-16,-7-3 0 0,-4 1 0 0,-1 1-176 16,-4 0 16-16,-3 2-14352 0</inkml:trace>
  <inkml:trace contextRef="#ctx0" brushRef="#br0" timeOffset="11815.9662">2926 4061 11967 0,'0'0'1072'0,"0"0"-864"0,0 0-208 0,0 0 0 16,0 0 2528-16,0 0 464 0,0 0 80 0,0 0 32 15,0 0-1744-15,14 12-336 0,-3-2-80 0,-1 2-16 0,2-1-448 16,0 3-96-16,0-1 0 0,0 1-16 0,0 0-128 0,0 0-32 16,-1 0 0-16,-1-2 0 0,1-2-208 0,1 0 128 15,1-1-128-15,1-2 0 0,0-2 0 0,0 0 0 16,0 2 0-16,1-3 0 0,-1-4 128 0,2 0-128 16,-1-4 0-16,-1 1 144 0,0-2-144 0,-1-1 128 0,0-2-128 0,-1-1 128 0,-2-1-128 0,-1 1 0 15,-1-1 0-15,-1 1 0 16,-2-1 0-16,-1-1 0 0,-2 1 128 0,-2 10-128 15,-2-12 0-15,0 2 160 0,2 10-160 0,-5-11 160 16,1 4 304-16,4 7 64 16,-5-7 16-16,5 7 0 0,0 0 32 0,0 0 0 0,-8-5 0 0,8 5 0 15,0 0-192-15,0 0-16 0,0 0-16 0,0 0 0 16,0 0-160-16,5 16-16 0,2-1-16 0,3 3 0 0,0 1-160 16,4 0 128-16,0 0-128 0,-2 3 128 0,0 2-128 0,-1 0 0 15,-1-3 0-15,0 3 0 16,1-1 0-16,-3-1 0 0,1-1 0 0,1 1 0 15,-3 4-2304-15,0-5-384 0</inkml:trace>
  <inkml:trace contextRef="#ctx0" brushRef="#br0" timeOffset="5384.657">3068 2105 12895 0,'-5'-8'1152'0,"0"-1"-928"0,5 9-224 0,-6-9 0 0,6 9 1824 0,-3-8 320 16,3 8 64-16,0 0 16 0,0 0-1392 0,0 0-288 0,2-12-48 0,-2 12-16 15,0 0-224-15,7-9-64 0,0 2 0 0,-7 7 0 16,10-7-48-16,-10 7-16 16,14-5 0-16,0 0 0 0,-2 1-128 0,1 3 0 15,1-3 0-15,0 3 128 0,0-1-128 0,0 0 0 16,-14 2 0-16,15-2 0 0,-1-1 0 0,0 1 0 15,0 1 0-15,-14 1 128 0,15-2-128 0,-15 2 0 0,0 0 0 0,0 0 128 16,0 0-128-16,14 5 0 16,-14-5 0-16,0 0 128 0,0 0-128 0,0 0 0 0,0 0 0 0,0 0 0 15,-2 15 0-15,2-15 160 0,-7 14-160 0,0 0 160 16,-1 0-160 0,-1-2 160-16,1-2-160 0,8-10 160 0,-9 12-160 0,2-1 0 15,0-1 144-15,7-10-144 0,-5 11 0 0,5-11 0 0,-5 12 0 0,5-12 0 16,-2 13 0-16,2-13 0 0,-2 11 0 0,2-11 0 15,0 0 0-15,0 0 0 16,7 12 0-16,0-2 0 0,-7-10 0 0,9 14 0 0,-1 0 0 0,3-4 0 0,-3 1 0 0,1-1 0 31,-2 0 0-31,-7-10 0 0,0 0 0 0,8 14-128 0,1-4 128 0,-2 2 0 0,-7-12 0 16,9 13 0-16,-9-13 0 0,0 0 0 0,8 12 0 0,-8-12 0 31,0 0 0-31,7 13 0 0,-7-13 0 0,0 0 0 0,0 0 0 0,5 14 0 16,-5-14 0-16,0 0 0 0,0 0 0 0,-1 14 0 15,1-14 0-15,-2 14 0 0,2-14 0 0,-4 14 0 0,4-14 0 0,0 0 0 0,-5 12 0 0,5-12 0 32,-7 10 0-32,7-10 0 0,-10 10 0 0,0-1-128 15,-2-2-272 1,-4 0-48-16,-3 0-16 0,-3 0 0 0,-4-2-496 0,-2 2-80 0,0-2-32 0,1 0-8080 16</inkml:trace>
  <inkml:trace contextRef="#ctx0" brushRef="#br0" timeOffset="4743.4473">2633 2399 2751 0,'0'0'128'0,"0"0"16"0,0 0-144 0,0 0 0 0,0 0 0 0,0 0 0 16,0 0 2432-16,0 0 448 0,0 0 80 0,0 0 32 15,0 0-1104-15,0 0-224 0,0 0-32 0,0 0-16 16,0 0-272-16,0 0-64 0,-3-12-16 0,3 12 0 15,-2-11-304-15,2 11-48 0,3-12-16 0,1 4 0 0,-1-1-288 0,-3 9-64 16,9-9-16-16,3 2 0 0,0 1-320 0,4-1-64 16,-1-2-16-16,4 2 0 0,2 0-128 0,1 4 0 15,2-1 0-15,2 4 0 0,0 2-224 0,0 1-80 0,-4 4-16 0,-1-3 0 16</inkml:trace>
  <inkml:trace contextRef="#ctx0" brushRef="#br0" timeOffset="14190.8201">4233 2507 5519 0,'0'0'496'0,"0"0"-496"0,0 0 0 0,0 0 0 0,0 0 3136 16,0 0 544-16,0 0 96 0,12-5 32 0,2 2-1744 0,0-1-336 31,-14 4-80-31,19-7-16 0,0-1-80 0,1 1-16 0,3-2 0 0,3 2 0 16,3-1-576-16,2 3-112 0,2-1-16 0,5 3-16 0,7 1-448 0,-2-1-96 15,0-2-16-15,0 1 0 16,0 1-256-16,-1-1 0 0,-6 1 0 0,-1 3 0 15,-4-2-1664-15,-2 2-304 0,0 0-48 0</inkml:trace>
  <inkml:trace contextRef="#ctx0" brushRef="#br0" timeOffset="13928.3584">4385 1998 15663 0,'0'0'688'0,"0"0"144"0,0 0-656 0,0 0-176 0,0 0 0 0,0 0 0 0,0 0 1216 0,0 0 224 16,0 0 32-16,0 0 16 0,0 0-464 0,0 0-80 0,0 0-32 15,0 0 0-15,5 19-224 0,0 0-48 0,-1 0-16 0,-3 2 0 32,1 1 0-32,2 3 0 0,1 0 0 0,0 1 0 15,4 0-336-15,-1-2-64 0,1-3-16 0,5 0 0 0,1 1-80 0,2-3-128 16,1-1 176-16,2-1-176 15,1 2-1104-15,0-4-336 0,-2-3-64 0,0-1-16 0</inkml:trace>
  <inkml:trace contextRef="#ctx0" brushRef="#br0" timeOffset="14819.6213">4566 2644 9215 0,'0'0'816'0,"0"0"-656"16,0 0-160-16,0 0 0 15,-12-4 1856-15,12 4 320 0,0 0 80 0,0 0 16 16,-12-3-720-16,12 3-144 16,0 0-16-16,0 0-16 0,0 0-736 0,0 0-128 15,0 0-48-15,0 0 0 0,-5 15-464 0,5-15 0 16,5 16 0-16,4-4 0 0,3-2 144 0,0 1-144 0,0-1 128 0,0 1-128 0,0-3 128 0,0 1-128 15,0-1 0-15,2 1 128 16,-2-2 32-16,0 2 0 16,0 1 0-16,-1 2 0 0,1 0 160 0,-2 0 16 0,-1 2 16 0,-2-2 0 0,-2 2-96 0,0 0-32 15,0-1 0-15,-1 3 0 0,-3-4-96 0,-1-2-128 16,0-10 176-16,0 14-176 0,-1-3 144 0,1-11-144 16,-4 13 0-16,4-13 144 0,-5 12-144 0,0-1 0 15,5-11 0-15,-9 10 128 0,0-1-128 0,-1-4 0 16,10-5 144-16,-14 5-144 0,2-1 0 0,0-1 128 0,-2-3-128 0,2 0 0 0,12 0 176 15,-14 0-48-15,-1 2 0 0,1-4 0 16,0-1-128-16,0 1 0 0,2-2-160 0,0 1 160 16,2-2 0-16,10 5 0 0,-12-5 0 0,12 5 0 15,-10-9 0-15,10 9 0 0,-6-10 0 0,3-2 0 0,1 0 0 0,4-2 160 16,3-2-160-16,4-1 128 16,3-4-128-16,5-1 0 0,2-2 144 0,5 1-144 15,2 2 0-15,3 1 0 0,4-4 0 0,2 3 0 0,1-2 0 0,2 1-192 16,-2-2 32-16,2 3 0 31,0 2-1696-31,0-2-320 0</inkml:trace>
  <inkml:trace contextRef="#ctx0" brushRef="#br0" timeOffset="17250.5202">4399 3562 22287 0,'-5'-19'976'0,"3"5"224"0,0-1-960 0,0 1-240 0,1 2 0 0,1 0 0 15,1 3 1536-15,3 2 272 0,-4 7 48 0,0 0 16 0,0 0-768 0,12-2-144 31,-12 2-48-31,17 7 0 0,-3 0-288 0,0 5-64 0,0 2-16 0,-1 5 0 16,1 4-144-16,2 1-16 0,1 0-16 0,0 2 0 0,0 0-176 0,1-2-48 31,-3 0 0-31,-1-2 0 0,-2-1-144 0,0 0 0 0,-1-2 0 0,1 2 128 16,0-2-1360-16,-2-2-288 0,-1 0-48 0</inkml:trace>
  <inkml:trace contextRef="#ctx0" brushRef="#br0" timeOffset="16961.6787">3979 3997 18143 0,'0'0'800'0,"0"0"160"0,0 0-768 16,0 0-192-16,0 0 0 0,0-10 0 0,0 10 1216 0,5-12 208 0,1-2 48 0,1 5 0 16,1 0-464-16,4 3-96 0,6-1-16 0,-1 0 0 15,0-4-384-15,0 5-64 0,2 2-32 0,0-1 0 0,2-4-272 0,0 2-144 16,-1 2 160-16,1 0-160 0,0 2 128 0,-2-1-128 15,-4 2 0-15,-1 2 144 0,-14 0-144 0,14 6-176 16,-14-6 48-16,0 0-12480 16</inkml:trace>
  <inkml:trace contextRef="#ctx0" brushRef="#br0" timeOffset="17548.3224">5036 3636 21183 0,'0'0'1888'0,"-13"-5"-1504"16,1 2-384-16,0 3 0 0,0 5 1056 0,0 2 144 15,0 1 16-15,0 4 16 0,2 1-464 0,-2 2-80 16,-1 2-32-16,1 4 0 0,-1 1 496 0,1 1 112 16,-1-4 16-16,5 5 0 0,-1 0-384 0,2-1-64 15,0-3 0-15,2 3-16 0,0 1-384 0,2 0-80 16,-3-5-16-16,1 7 0 0,2 2-144 0,-2 4-48 0,-2 1 0 0,-2 2 0 16,0 3-144-16,-1 1 0 0,-2 3 0 0,0-3-176 15,0-2-1184-15,1-3-240 0,1 1-64 0,-2-6-8304 16,0-1-1664-16</inkml:trace>
  <inkml:trace contextRef="#ctx0" brushRef="#br0" timeOffset="17979.9932">4834 4063 23727 0,'0'-18'1040'0,"0"18"240"0,0-12-1024 0,1 0-256 0,3 2 0 0,-4 10 0 16,0 0 480-16,0 0 48 0,10-12 16 0,-1 5 0 0,-9 7 240 0,0 0 48 15,0 0 16-15,8-7 0 0,-8 7-64 0,0 0-16 16,0 0 0-16,0 0 0 0,0 0-400 0,14 3-96 16,-14-3-16-16,0 0 0 0,0 0 0 0,16 11-16 15,-4-3 0-15,-12-8 0 0,8 14-48 0,-8-14-16 16,11 17 0-16,-3-1 0 0,-2-2 16 0,-6-14 0 15,7 15 0-15,-4-1 0 0,-3-14-16 0,0 19 0 0,-2-2 0 0,1 1 0 0,-1-1-16 0,-2 0 0 16,1 0 0-16,-1 1 0 0,-1 2-16 0,0-1 0 16,-2 0 0-16,2 2 0 15,-2-4-144-15,2-1 128 0,-2-2-128 0,2-2 128 16,-2 0-128-16,2-2 0 16,5-10 144-16,0 0-144 0,-5 10 128 0,5-10-128 0,0 0 128 0,0 0-128 15,-2 11 192-15,2-11-48 16,0 0 0-16,0 0 0 0,15-2-144 0,3-3 192 0,2-2-192 0,5 2 192 0,0-2-192 0,7-2 0 15,2-1 0-15,4 1 0 16,3 2 0-16,8-1 0 0,3 1 128 0,-1-2-128 16,-1 1-208-16,2-3-80 0,-2-3-16 0,-5 1-10768 15,-5-1-2144-15</inkml:trace>
  <inkml:trace contextRef="#ctx0" brushRef="#br0" timeOffset="21361.792">5046 3578 14335 0,'0'0'640'0,"0"0"128"0,0 0-624 0,0 0-144 0,0 0 0 0,0 0 0 0,0 0 1088 0,0 0 192 15,0 0 48-15,0 0 0 16,0 0-48-16,0 0 0 0,-9-7 0 0,9 7 0 0,0 0-256 0,0 0-64 16,0 0-16-16,-8 12 0 0,1 0-224 0,0 2-32 15,0-1-16-15,0 3 0 0,0 1 32 0,-1 2 0 16,-3 0 0-16,3 2 0 0,-1 1-240 0,-1-1-32 15,-3-4-16-15,1 2 0 0,-1 0-192 0,1 0-32 0,-1-1-16 16,1 1 0-16,0-4-176 16,0 2 128-16,2-1-128 0,1-1 128 0,1 1-128 0,-1-2 0 15,2 0 0-15,7-14 0 0,-9 15 0 0,1-1 0 16,-1 1 0-16,2 3 0 0,2-3 0 0,2 2 0 16,-1 1 0-16,1 1 0 0,1 0 0 0,2-2 0 15,0 2 0-15,0 2 0 0,-2 1 0 0,2 2 0 0,0 2 0 0,0-3 0 16,0-4 0-16,-1 0 0 0,-3 0 0 0,-1-4 0 15,0-1 0-15,-2-2 0 0,-2 0 0 0,1-3 0 16,8-9 160-16,-9 7-160 0,9-7 192 0,-7 8-192 0,7-8 0 0,0 0 0 16,0 0 0-16,0 9-192 31,0-9-2928-31,0 0-576 0</inkml:trace>
  <inkml:trace contextRef="#ctx0" brushRef="#br0" timeOffset="22303.1092">4915 4251 911 0,'0'0'0'0,"0"0"0"0,0 0 0 0,0 0 0 0,-2-12 0 0,2 12 0 16,0 0 3360-16,0 0 592 0,-3-11 112 0,3 11 32 15,-6-8-1872-15,6 8-368 0,-5-11-80 0,5 11-16 16,-5-8-272-16,5 8-48 0,0 0-16 0,0 0 0 0,0 0-496 0,0 0-96 0,0-9-32 0,0 9 0 16,0 0-320-16,0 0-64 0,9-10-16 0,1 4 0 15,0 1-80-15,-10 5-32 0,14-5 0 0,0 2 0 16,0-3 48-16,0 3 16 0,-1 0 0 0,1 1 0 16,-14 2-96-16,14 0 0 0,-14 0-16 0,16 0 0 15,-3 2 64-15,-13-2 16 16,18 3 0-16,-5 0 0 15,-13-3-176-15,0 0-16 0,16 7-128 0,-2-1 192 0,-14-6-192 0,0 0 0 16,8 13 0-16,-1 1 0 0,-7-14 0 0,4 16-128 0,-6-2 128 0,2-14 0 16,-2 15 0-16,-1 1 0 15,-2-3 0-15,1 3 0 0,1-4 0 0,-1 0 0 16,1-2 0-16,-1 4 0 0,-1 0 0 0,2 0 0 0,-1-2 0 0,1 0 0 0,-1 2 0 0,1-2 0 31,1 0 0-31,1 0 0 0,-1 4 0 0,2-16 0 16,-4 12 0-16,4-12 0 0,-3 15 0 0,-1 1 0 15,1-4 0-15,3-12 0 0,-7 14 0 0,7-14 0 0,-9 12 0 16,3 0 0-16,0-2 0 0,6-10 0 0,-8 14 0 0,-3-4 0 0,-2-1 0 16,2 0 0-16,3-1 0 0,-3-1 0 15,1 0 0-15,10-7 0 0,0 0 0 0,-9 9 0 0,9-9 0 16,0 0 0-16,0 0 0 0,0 0 0 16,-8 8 0-16,8-8 0 0,0 0 0 0,0 0 0 0,0 0 0 0,0 0 0 15,0 0 0-15,0 0 0 0,0 0 0 0,0 0 0 16,0 0 0-16,0 0 0 15,0 0 0-15,0 0 0 0,15 5 0 0,-1-1 0 16,0-4 0-16,0-2 128 0,-1-3-128 0,5 2 0 16,2-1 0-16,6 1 0 0,0-2 0 0,7-1 0 15,3-1 0-15,6 2 0 0,4 0 0 16,4 0 0-16,-1 0 0 0,1 0 0 0,0-2 0 0,-2 0 0 16,-3-4 0-16,-2 4 0 0,-2 6 0 0,-6-3 0 0,-7 1 0 15,-4 3 0-15,-5 0 0 0,-5 0 0 0,-14 0 0 0,0 0 0 16,0 0 0-16,-14 8-16080 15</inkml:trace>
  <inkml:trace contextRef="#ctx0" brushRef="#br0" timeOffset="1051.8619">603 3831 14735 0,'0'0'1312'0,"0"0"-1056"0,0 0-256 0,0 0 0 16,0 0 2480-16,0 0 432 16,-3-8 96-16,3 8 0 0,0 0-1136 0,0 0-224 15,0 0-48-15,0 0-16 0,0 0-624 0,0 0-112 16,0 0-16-16,0 0-16 0,0 0-400 0,9 13-80 16,-9-13-16-16,8 21 0 0,1 2-320 0,-4-6 128 0,-5-17-128 0,7 24 0 15,1 2 0-15,-1 0-320 16,0-2 64-16,4 0-10128 15,4-1-2032-15</inkml:trace>
  <inkml:trace contextRef="#ctx0" brushRef="#br0" timeOffset="1517.7509">1428 3674 9215 0,'0'0'816'0,"0"0"-656"16,0 0-160-16,0 0 0 0,0 0 2096 0,0 0 384 15,0 0 80-15,0 0 0 0,-10 5-960 0,10-5-208 16,-10 6-48-16,10-6 0 0,-12 3-224 0,12-3-48 0,0 0-16 0,-9 12 0 15,9-12-208-15,-7 16-32 16,2 1-16-16,1-2 0 0,4-15-304 0,0 19-64 16,0-3-16-16,0-16 0 0,4 19-128 0,1 0-32 15,-5-19 0-15,9 19 0 0,-2-2-256 0,1-1 128 16,3-1-128-16,-1-1 0 0,-10-14 144 0,15 12-144 16,3-2 0-16,-3-3 144 0,2-1-144 0,2-6 0 0,2-2 144 0,0 0-144 15,0-1 0-15,1 1 144 0,0 0-144 0,6-1 0 0,3-4 0 16,-2-2 0-1,1-1 0-15,-3 0 0 0,1-1 0 0,-2 3 0 0,0-1 0 0,-2 0 0 16,-3-1 0-16,-4 0 0 0,-7-3 0 16,-10 13 0-16,7-15 0 0,-7 15 0 0,-3-17 0 0,-11 1 0 0,-10-1-224 15,-11 1-48-15,-10-1-16 0,-10 2 0 32,-10-1-368-32,-6 7-80 0,-2 4-16 0,3 9 0 0,1 6 160 0,0 2 16 15</inkml:trace>
  <inkml:trace contextRef="#ctx0" brushRef="#br0" timeOffset="-10310.2213">-2200 3912 1839 0,'0'0'160'0,"0"0"-160"0,0 0 0 0,0 0 0 0,0 0 2944 0,7-10 576 15,-7 10 96-15,8-12 32 0,-8 12-1600 0,12-10-320 16,-12 10-64-16,14-11-16 0,-14 11-512 0,14-8-112 16,-2 1 0-16,-12 7-16 0,17-7-624 0,-1 2-112 15,-16 5-16-15,17-4-16 0,-1 1-80 0,-16 3-16 16,17-2 0-16,-2 2 0 0,-15 0-144 0,14 3 160 16,-14-3-160-16,14 6 160 0,-14-6-160 0,10 10 0 15,-10-10 0-15,0 0-176 0,0 0 176 0,0 0 0 16,0 0 0-16,-3 17 0 0,-2 2 0 0,-2-7 0 15,7-12 128-15,-9 9-128 0,-1 0 144 0,1-1-144 16,1-1 192-16,8-7-192 0,-11 9 0 0,11-9 0 0,-8 7 0 0,8-7 0 16,0 0 0-16,-9 8 0 0,9-8 0 0,0 0 0 15,0 0 0-15,0 0 0 0,0 0-240 0,0 0 80 16,0 0 160-16,3 19-160 0,1-5 160 0,-4-14-160 16,7 17-48-16,1-3-16 0,1-2 0 0,0 0 0 15,1-1 224-15,0-3 0 0,-10-8 0 0,14 11-144 16,-2-3 144-16,-12-8 0 0,14 11 0 0,0-3 0 15,-14-8 0-15,14 9 0 0,-1 0 0 0,0-3 0 16,-13-6 0-16,15 7 0 0,-3 0 0 0,-12-7 0 0,11 9 0 0,-11-9 0 16,0 0 0-16,10 10 0 15,-10-10 0-15,2 16 0 0,-4-4 0 0,-2 0 128 0,4-12 32 0,-12 14 16 16,-1-4 0-16,-3-1 0 16,0-1-176-16,-1 1 160 0,-2-4-160 0,-3 0 160 0,-2-1-160 0,-1-1 0 15,-2-1 144-15,-1 0-144 16,1-1 0-16,-1 1 144 0,0-2-144 0,4 0 0 0,3-2 0 0,4-3 0 15,-2-2 0-15,5-5-11568 0</inkml:trace>
  <inkml:trace contextRef="#ctx0" brushRef="#br0" timeOffset="-4930.4546">-1301 3866 3679 0,'0'0'320'0,"0"0"-320"15,0 0 0-15,7-12 0 0,-7 12 3696 0,7-14 656 0,-2 2 144 0,-5 12 32 16,7-12-2336-16,-7 12-464 0,0 0-80 0,0 0-32 16,0 0-144-16,0 0-48 0,0 0 0 0,0 0 0 15,0 0-768-15,14 8-144 16,-14-8-48-16,10 18 0 0,-3-1-208 0,-2 0-32 0,-2-1-16 0,1 1 0 0,-1 0 96 0,1 0 16 31,-4-17 0-31,5 23 0 0,0 1-320 0,2 0 0 0,0 0 0 0,2-3 0 16,-1-2 0-16,3-2 0 0,-1-1 0 0,0-1 0 0,1-1-1760 15,-1-2-352 1,0-3-80-16,2-2-10912 0</inkml:trace>
  <inkml:trace contextRef="#ctx0" brushRef="#br0" timeOffset="-4553.2699">-897 3868 12895 0,'0'0'1152'0,"0"0"-928"15,0 0-224-15,-12 3 0 0,12-3 2288 0,0 0 400 16,-14 5 96-16,14-5 16 0,0 0-1488 0,0 0-288 0,0 0-64 0,0 0-16 15,0 0-528-15,0 0-96 0,3 17-32 0,-3-17 0 0,0 0-144 0,16 18-16 16,-1-5-128-16,1 0 192 0,-1-3-192 0,3-1 0 16,-1 3 0-16,-2-2 0 15,1-3 128-15,0 2-128 0,1-1 0 0,-2 3 0 16,-1-1 0-16,0 0 0 0,-4 1 0 0,1 1 0 16,-1-2 0-16,-10-10 0 0,10 12 0 0,-10-12 0 15,9 12 128-15,-9-12-128 0,0 0 0 0,0 0 0 0,0 0 0 0,0 16 128 16,-3-4-128-16,3-12 0 0,-9 10-256 0,-1-1-112 15,-2-4-16-15,-1-2-11744 0</inkml:trace>
  <inkml:trace contextRef="#ctx0" brushRef="#br0" timeOffset="-3487.5374">-984 3909 2751 0,'0'0'256'0,"0"0"-256"16,0 0 0-16,0 0 0 0,0 0 2368 0,0 0 416 15,0 0 96-15,0 0 0 0,0 0-1200 0,0 0-240 16,0 0-48-16,0 0-16 0,-3-10 96 0,3 10 32 15,0 0 0-15,0 0 0 0,12-7-416 0,0 0-96 16,0 0-16-16,4 3 0 0,1 1-448 0,2-2-80 16,0-2-32-16,2 2 0 0,1 1-128 0,4 1-32 15,0-1 0-15,2 1 0 0,-1-2-256 0,1 1 0 0,-2 3 0 0,-2 1 0 16,-3 0 0-16,-4 1 0 0,-2 3 0 0,-15-4-8800 0,14 3-1632 0</inkml:trace>
  <inkml:trace contextRef="#ctx0" brushRef="#br0" timeOffset="-2647.6519">-984 3940 13295 0,'0'0'576'0,"0"0"144"0,0 0-576 0,0 0-144 0,0 0 0 16,0 0 0-16,0 0 1040 0,0 0 176 0,0 0 48 0,0 0 0 15,0 0-448-15,14 2-96 0,-14-2-16 0,14 3 0 0,-14-3-144 0,0 0-48 16,14 9 0-16,-14-9 0 15,0 0-128-15,10 10-48 0,-10-10 0 0,0 0 0 0,7 17 160 0,-2-1 16 16,-1 0 16-16,-4-16 0 0,3 17-32 0,-1-5-16 16,-2-12 0-16,3 14 0 15,-3-14-160-15,0 0-16 0,6 13-16 0,-6-13 0 0,0 0-96 0,10 11 0 16,-10-11-16-16,15 5 0 0,-1-3-176 0,0-2 0 16,0-2 144-16,-14 2-144 0,15-3 0 0,1-3 128 0,-1 1-128 0,-1 0 0 15,-2-2 0-15,0 2 0 16,1 0 0-16,-13 5 128 0,10-5-128 0,-10 5 0 0,0 0 0 0,0 0 128 0,0 0-128 0,0 0 0 31,0 0 0-31,0 0 0 0,0 0 0 0,0 0 0 16,0 0 0-16,0 0 0 0,0 0 0 0,0 0 0 15,0 0 0-15,14 3-128 0,-14-3 128 0,14 5 0 16,-14-5 0-16,15 9 0 0,-1-1 0 0,0 1 144 0,-1-2-16 0,1 0-128 16,0 0 288-16,0 0-48 0,-2 0-16 0,0 1 0 15,-2 3-48-15,1-3-16 0,-11-8 0 0,8 11 0 16,-1 1-160-16,-7-12 128 0,4 13-128 0,-3 1 128 0,-1-2-128 0,0-12 0 31,-3 14 0-31,3-14 128 0,-7 12-128 0,-2 0 0 0,-1-1 144 0,0-1-144 16,-1-1 0-16,3-1 128 0,-4-3-128 0,1 2 0 0,-1 0 0 0,0 0 0 15,0 0 0-15,0-2 128 0,0 2-128 0,0 0 0 16,0-2 0-16,0 2 128 16,-2 0-128-16,0 2 0 0,0-4 0 0,0 2 0 15,1 0 0-15,-1 0 0 0,2-2 0 0,0 2 0 16,-2 0 0-16,2-1 0 0,12-6 0 0,-12 4 0 15,1-1 0-15,11-3-128 0,0 0 128 0,0 0-192 16,0 0-144-16,-5 9-48 0,5-9 0 0,0 0 0 16,0 0-640-16,0 0-128 0,0 0-16 0,0 0-10928 0</inkml:trace>
  <inkml:trace contextRef="#ctx0" brushRef="#br0" timeOffset="-4324.7906">-975 3861 23839 0,'0'0'1056'0,"0"0"224"0,0 0-1024 0,0 0-256 0,0 0 0 0,0 0 0 0,0 0 640 0,14-7 64 31,0-2 32-31,0 4 0 0,-1 1-528 0,3 1-208 0,1 0 176 0,4-1-176 16,3 4 0-16,4-3-256 0,1-4 16 0</inkml:trace>
  <inkml:trace contextRef="#ctx0" brushRef="#br0" timeOffset="65142.0366">567 6032 16063 0,'0'0'704'0,"0"0"160"0,0 0-688 0,0 0-176 0,-10-2 0 0,10 2 0 16,0 0 848-16,-12 9 144 0,3 3 32 0,2 2 0 0,0 1-480 0,2 2-96 15,-2 2 0-15,0 2-16 0,0 0 464 0,0 1 80 16,2 2 32-16,2 2 0 0,-1 2-336 0,4 5-64 0,4 1-16 0,-1-4 0 16,-1-6-144-16,1-3-16 15,1-1-16-15,1-1 0 0,2-5-16 0,0-4 0 0,-7-10 0 0,12 7 0 0,-12-7-144 0,15 2-16 16,3 0-16-16,-1-4 0 16,0-1-64-16,1-3-16 0,-1-2 0 0,3-3 0 15,5-1-144-15,1 0 160 0,-1 0-160 0,1-3 160 0,-2-3-160 0,1-2 0 16,-3-1 0-16,-3 2 0 15,0 0 0-15,-3 0 128 0,-6-2-128 16,-3 1 0-16,-2-1 0 0,-7-2 128 0,-3 1-128 0,-7 0 0 16,-5-3 144-16,-6-1-144 0,-3-3 160 0,-3 5-160 0,-4 2 0 0,-1 3 0 15,-1 3 0-15,4 2-160 0,0 2-32 0,4 3-16 32,-1 4 0-32,2 4-9136 0,-2 2-1808 0</inkml:trace>
  <inkml:trace contextRef="#ctx0" brushRef="#br0" timeOffset="65865.9814">1596 5921 8399 0,'0'0'368'0,"-14"0"80"0,0 4-448 0,0-2 0 0,-1-2 0 0,1 3 0 16,-2 1 1472-16,3 1 208 0,1 2 48 0,-1-2 0 15,1-2 160-15,12-3 32 0,-12 11 16 0,4-3 0 0,8-8-656 0,-11 12-128 16,3-1-16-16,8-11-16 0,-7 13-432 0,2 0-96 0,-1 0-16 0,6-13 0 16,-1 16-192-16,-1-1-32 0,2 1-16 0,3-1 0 15,1 1-80-15,1-2-32 0,0 0 0 0,2-2 0 16,-7-12-32-16,14 14-16 15,0-4 0-15,0-2 0 0,-1 1-48 0,3-2-128 16,1 0 192-16,2-2-64 0,4 0-128 0,-1-1 128 0,0-3-128 0,3 1 128 16,1 0-128-16,-1 0 160 0,0-2-160 0,-3 0 160 15,-1 0-160-15,-2 0 0 16,-2-2 0-16,-1 0 0 0,-16 2 0 0,13-3 0 16,-13 3 0-16,12-5 0 0,-12 5 0 0,0 0 0 15,7-13 144-15,-2 1-144 0,-5 12 0 0,4-13 0 16,-4-1 0-16,-2 2 0 0,0-6 0 0,-1 3 0 15,0-1 0-15,-1-1 128 0,1-2-128 0,-3 0 0 0,0 0 0 0,-3 2 0 0,-1 0 0 0,1 1 0 16,0 1 0-16,-1 1 0 0,-4 0 0 0,-1 5 0 16,1-1 0-16,-3 0 0 15,-6-1-384-15,-1 3-32 16,-5 4-16-16,-4 1-13120 0</inkml:trace>
  <inkml:trace contextRef="#ctx0" brushRef="#br0" timeOffset="71549.0472">4257 5497 5519 0,'0'0'496'0,"0"0"-496"0,0 0 0 0,0 0 0 16,0 0 2784-16,0 0 464 0,0 0 80 0,-5-9 32 15,5 9-1568-15,-3-10-320 0,3 10-64 0,0 0-16 0,-4-14-480 0,4 14-80 31,0-12-32-31,0 12 0 0,4-12-192 0,-1 3-32 16,-3 9-16-16,9-10 0 0,-1 1-224 0,3 2-32 0,-1 0-16 16,2 1 0-16,-2 0-48 0,2 1-16 15,1 0 0-15,0 0 0 0,1 0 160 0,2 1 48 0,-1 1 0 0,3-1 0 16,-1-1 144-16,2 3 16 0,-2 2 16 0,2 2 0 16,2 0 80-16,-1 1 16 0,1 1 0 0,0 1 0 15,1 0-240-15,-1 2-32 0,-2 0-16 0,0 0 0 0,-4 1-224 0,1 1-32 16,0 1-16-16,-1 3 0 0,-3-1-16 0,-1 0-128 15,-3 0 192-15,-1 2-64 0,-2-1-128 0,-1 5 0 16,-4-1 0-16,0 5 0 0,-2 3 0 0,0 0 0 16,-1 3 0-16,-2 0 0 0,-1-1 0 0,1-1 0 15,0-3 0-15,0 1 0 0,0-4 0 0,1-1 0 16,3 0 128-16,-1-1-128 0,0-1 0 0,0-2 0 16,2-1 0-16,0-14 128 0,0 0-128 0,2 14-272 15,-2-14 64-15,2 16 16 16,0-4-1792-16,-2-12-336 0,5 12-80 0,-5-12-11904 0</inkml:trace>
  <inkml:trace contextRef="#ctx0" brushRef="#br0" timeOffset="71791.9393">4409 5837 14447 0,'0'0'640'0,"0"0"128"0,0 0-608 0,0 0-160 0,0 0 0 0,0 0 0 16,0-14 1600-16,0 14 272 0,5-12 64 0,6 0 16 15,2 0-800-15,3 0-144 0,3 1-48 0,7 1 0 16,7 1-208-16,1 2-48 0,2 1-16 0,2-1 0 16,2 0-48-16,1-2-16 0,1-3 0 0,-1 0 0 0,2-2-448 0,1 4-176 15,-1 3 128-15,0 3-128 16,-2 11 0-16,-3 2 0 0,-3 1-192 0</inkml:trace>
  <inkml:trace contextRef="#ctx0" brushRef="#br0" timeOffset="72197.7484">4364 6384 5519 0,'0'0'496'0,"0"0"-496"0,0 0 0 0,0 0 0 0,0 0 2896 0,7-12 496 16,0-2 80-16,2 2 32 0,1-2-1440 0,2 0-272 15,0 1-64-15,4-1-16 16,4 2-176-16,6-2-16 0,4 2-16 0,4 0 0 16,4 0-448-16,4-4-96 0,1 2 0 0,2-1-16 0,1-2-592 0,2-2-112 0,3 0-32 0,-1 3 0 15,1 4-208-15,1-2 128 16,0 4-128-16,-5 3 0 0,-4 3 0 0,-2 3 0 15,1 1-208-15,-10 1-14816 16</inkml:trace>
  <inkml:trace contextRef="#ctx0" brushRef="#br0" timeOffset="72754.5761">4868 6520 18831 0,'0'0'832'0,"0"0"176"0,0 0-816 0,0 0-192 15,0-10 0-15,0 10 0 0,0 0 1200 0,0 0 192 16,-2-10 32-16,2 10 16 0,0 0-720 0,0 0-144 15,0 0-16-15,0 0-16 0,-12 5-384 0,12-5-160 0,-12 12 128 0,4-2-128 16,8-10 0-16,0 0 0 0,-6 16 0 0,3-1 0 0,3-15 0 0,0 0 0 31,0 0 0-31,7 18 0 0,-7-18 0 0,12 15 0 0,-12-15 0 16,16 10 0-16,-16-10 0 0,19 11 0 0,0-4 0 0,-2 1 0 16,-2-1 336-16,3-2-16 0,2 2 0 0,-1 0 0 0,-1 0 256 0,0 0 64 15,1 0 0-15,-1-2 0 16,2 2-304-16,-1 2-48 0,-1 1-16 0,-1 0 0 0,-2-1-272 15,-1 0 128-15,-14-9-128 0,11 12 0 0,-11-12 0 0,0 0 0 16,0 0 0-16,0 0 0 0,-4 17 144 0,4-17-144 0,-8 14 0 0,-5-4 144 0,0-5-144 16,-3 2 0-16,-1-2 144 0,-2 1-144 0,0-5 0 15,0-1 128 1,2 2-128-16,-2-2 0 0,-2-2 0 0,2 1 0 16,3-1 0-16,1 0 128 0,-1-1-128 0,3-1 0 0,1-3 128 0,-1 2-128 15,3 0 0-15,1-2 0 16,9 7 0-16,-6-12 0 0,0 0 0 0,3 2 144 0,3-3-144 15,3 0 0-15,4-5 176 0,4-1-176 0,2 0 160 0,6-1-160 0,6-1 240 0,2 0-48 16,6 1-16-16,7-3 0 16,5 1 16-16,8 1 16 0,11 0 0 0,3 2 0 15,4-3-208-15,0-4 144 0,-2-7-144 0,-4 0 128 0,-2 2-128 0,-5 2-144 16,-3 0 144-16</inkml:trace>
  <inkml:trace contextRef="#ctx0" brushRef="#br0" timeOffset="68371.0089">2495 5699 9503 0,'0'0'416'16,"0"0"96"-16,0 0-512 0,16-5 0 0,-16 5 0 0,13-6 0 15,-2 0 1536-15,-11 6 224 0,13-9 32 0,1 2 16 16,0 2-240-16,-2 0-48 0,0-1-16 0,0 0 0 0,-3-1-336 0,3-2-64 16,0 2-16-16,0 0 0 0,0 0-112 0,2 0-16 0,0 2-16 15,-2 2 0-15,0-1-432 0,2-1-96 16,1 3-16-16,-1 2 0 0,-14 0-256 0,0 0-144 15,16 4 160-15,-16-4-160 0,14 3 0 0,-14-3 128 0,0 0-128 0,6 14 0 16,-6-14 0-16,4 17 0 16,-6-1 0-16,-1-1 0 0,-2 1 0 0,-2 0 0 15,-4-1 128-15,-1 1-128 0,-2-3 0 0,2 1 0 16,0 0 128-16,2-4-128 0,1 1 0 0,9-11 0 16,-8 10 0-16,1 0 0 0,2 1 0 0,5-11 0 0,0 0 0 0,0 15 0 0,0-15 0 0,1 16 0 15,-1-16 0-15,5 15 0 0,-5-15 0 0,9 14 0 16,-9-14 0-16,12 12 0 0,-12-12 0 0,14 12 0 15,-14-12 0-15,14 11 0 0,-14-11 0 0,15 8 0 32,-15-8 0-32,16 12 0 0,-4-1 0 0,-12-11 0 15,15 12 0-15,-1-2 0 0,-14-10 0 0,18 12 0 16,-5-3 0-16,1 1 0 0,-3 1 0 0,-11-11 0 0,15 10 0 0,-1-1 0 0,-14-9 0 0,15 8 0 16,-15-8 0-16,14 9 0 0,-14-9 0 0,0 0 0 15,0 0 0-15,0 0 0 0,0 0 0 0,0 0 0 0,-3 14 0 0,-6-6 0 16,-3-1 0-16,-5-2 128 15,-4 1-128-15,0-1 0 0,1-2 128 0,-5 1-128 16,-2-1 0-16,-1 2 144 0,1 0-144 0,-6 2 0 16,-3 0 0-16,-2 0 0 0,0-2-256 0,0 1 0 15,0-1 16-15,7-2 0 0,5 1-528 16,7-3-128-16,3 1 0 0,16-2-11584 16</inkml:trace>
  <inkml:trace contextRef="#ctx0" brushRef="#br0" timeOffset="68673.2108">3103 5654 19743 0,'-18'-23'880'0,"13"11"176"0,2 0-848 0,-1 4-208 0,-1-1 0 0,5 9 0 16,0 0 1056-16,0 0 160 0,-2-9 48 0,2 9 0 15,0 0-112-15,0 0-32 0,0 0 0 0,5 25 0 16,-1 2-240-16,-1 4-48 0,1 4-16 0,-4-1 0 0,-2-1 64 0,0 3 16 16,-1 1 0-16,-1-3 0 0,-2-1-384 0,-3 0-80 15,-1 1-16-15,-4-1 0 0,-2 0-256 0,-1 3-160 16,-2 2 192-16,0 3-192 0,0 1 0 0,2 3 0 16,1 3 0-16,2-3 0 15,2-2-256-15,2 0-176 0,0-1-16 0,1-6-16 16,2-7-2768-16,2-5-544 0</inkml:trace>
  <inkml:trace contextRef="#ctx0" brushRef="#br0" timeOffset="68945.7727">3201 6092 13823 0,'0'0'608'0,"0"0"128"0,0 0-592 0,0 0-144 0,0 0 0 0,0 0 0 15,-2 18 2416-15,0 2 448 16,1 1 80-16,-1 1 32 0,0 3-1056 0,1-1-192 0,-1 2-64 0,0 1 0 0,0 1-368 0,-1 1-80 16,1 1 0-16,0-3-16 0,1-3-880 0,1-1-160 31,-2-3-32-31,4-1-128 0,3-3 128 0,0 1-128 0,-1 2 0 0,1 0 0 31,0 0-1264-31,2 0-352 0,0-2-80 0</inkml:trace>
  <inkml:trace contextRef="#ctx0" brushRef="#br0" timeOffset="69347.0427">3615 6122 7359 0,'-17'-16'656'0,"8"9"-528"16,-1 0-128-16,0 2 0 0,-1 2 3312 0,11 3 624 0,0 0 128 0,0 0 32 0,-12 3-3264 0,12-3-640 15,-14 5-192-15,14-5 0 0,-10 11 496 0,1 2 0 16,1 3 0-16,2 1 0 0,1 1 512 0,2 2 96 16,1 1 32-16,2 5 0 0,2 0-352 0,1 5-64 15,2 2-16-15,1-1 0 0,-1-2-320 0,2-1-80 0,1-3-16 0,3 0 0 16,-3-5-96-16,3-1-32 0,1 1 0 0,-2-4 0 0,-1-3-160 0,1 0 0 15,-1-2 144-15,-1-2-144 16,-8-10 0-16,0 0 144 0,14 9-144 0,-2-4 0 0,-12-5 160 0,14 2-160 16,-14-2 128-16,14 0-128 0,-14 0 144 0,14-5-144 15,-14 5 160-15,12-7-160 0,-12 7 144 0,0 0-144 32,10-14 128-32,-1 2-128 0,-9 12 0 0,5-14 0 0,-2 0 0 15,1 2 0-15,-4 12 0 0,0-15 0 0,-4 3 0 0,-1-1 0 16,5 13-192-16,-10-15-112 0,-2 1-16 0,-2 4-16 15,-2 1-448-15,-1 4-96 16,-5 3-16-16,-2 4 0 0,-2 3-304 0,0 4-64 16,-2 5-16-16,1 3 0 0,1 5-1088 0,2 2-240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9:17.34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3459 911 0,'0'0'0'0,"0"0"0"0,0 0 0 0,0 0 0 16,0 0 0-16,0 0 0 0,9-9 3520 0,-9 9 640 16,10-8 112-16,-10 8 16 0,12-7-2928 0,-12 7-592 15,11-7-112-15,-11 7-16 0,0 0-48 0,13-7 0 0,-2 0 0 0,-11 7 0 0,10-5-144 0,1 0-48 32,-11 5 0-32,15-5 0 0,1 1-160 0,-3 2-48 15,-13 2 0-15,16-3 0 0,-2-1-32 0,-2 1-16 0,0 0 0 0,0-1 0 16,-12 4 160-16,16-7 16 0,-4 0 16 0,-2 2 0 15,-10 5 48-15,12-5 16 0,-12 5 0 0,10-5 0 0,-10 5 0 0,0 0 0 32,11-7 0-32,-11 7 0 0,0 0-144 0,0 0-48 15,0 0 0-15,10-7 0 0,-10 7-208 0,0 0 128 16,0 0-128-16,0 0 0 0,0 0 0 0,0 0 0 0,12-4 0 0,-12 4 0 16,0 0 0-16,14-3 0 0,-14 3 0 0,10-5 0 15,-10 5 128-15,0 0-128 0,12-4 0 0,-12 4 0 16,0 0 0-16,13-5 0 0,-13 5 0 0,0 0 0 15,10-7 144-15,-10 7-144 0,0 0 128 0,0 0-128 16,5-8 256-16,-5 8-48 0,2-11 0 0,-2 11 0 0,0-10-64 0,0 10-16 16,-5-12 0-16,1 3 0 15,4 9-128-15,-5-10 0 0,2 1 0 0,3 9 128 16,-2-8-128-16,2 8 128 0,0-14-128 0,2 5 128 0,-1 1 0 0,3-1-128 16,-1-3 192-16,2 3-64 0,1-1-128 0,-1 1 0 15,2-3 0-15,0 4 0 0,1-3 0 0,1 1 0 16,-1-2 0-16,1 1 0 0,-2 1 0 0,0 0 0 0,-2-2 0 0,0-2 0 15,-1 0 0-15,-1 0 0 16,-1 0 0-16,1 1 0 0,1-3 128 0,-3 4-128 16,-1 12 128-16,0-14-128 0,0-1 256 0,4 3-48 0,-4 12 0 0,3-13 0 15,1 0 128-15,-4 13 32 0,0 0 0 0,0 0 0 16,7-14-96-16,-7 14-16 0,7-12 0 0,-7 12 0 16,10-11-256-16,0 1 0 0,-10 10 0 0,11-10 0 0,-11 10 0 0,8-12 0 31,-1-2 0-31,-7 14 0 0,9-14 160 0,-2 2-32 0,-2-4 0 0,0-1 0 0,0 0-128 0,-1-2 0 15,-4-2 0-15,0 0 0 16,-2-1 0-16,2 0 0 16,-2-3 0-16,2-1 0 0,0 1 0 0,0-1 0 15,0 0 0-15,0 2 0 0,0 5 0 0,0 1 0 0,2 3 0 0,1-1 0 16,3 4 0-16,-1 2 0 0,-2 0 0 0,2-1 0 0,1 1 0 0,1 1 0 16,-1-1 0-16,3 0 0 0,-2-1 128 0,2-1 0 15,-3 0 0-15,1 2 0 16,0 1-128-16,0 0 0 0,0-1 0 0,-7 10 0 15,7-10 0-15,-7 10 0 0,5-14-192 0,-1 2 192 0,-4 12 0 0,0 0 0 16,5-12 0-16,-5 12 0 0,7-12 0 0,-7 12 0 16,0 0 0-16,5-12 0 0,-5 12 0 0,5-13 0 0,-5 13 0 0,0 0 0 31,7-12 0-31,-7 12 0 0,0 0 0 0,10-10 0 16,-10 10 0-16,11-9 0 0,-11 9 0 0,10-8 0 0,-10 8 0 0,9-11 0 15,-9 11 0-15,7-12 0 0,-7 12 0 0,6-12 0 0,-6 12 0 0,6-15 0 16,-1 1 0-16,-3 2 0 0,-2-4 0 15,0 2 0-15,0 14 0 0,-2-15 0 0,0-1 0 0,0 3 0 0,1 1 0 16,1 12 0-16,-2-14 0 0,2 2 0 0,0 1 0 16,0 11 0-1,5-12 0-15,-5 12 0 0,4-12 0 0,-4 12 0 16,5-14 0-16,-5 14 0 0,3-14 0 0,-3 14 0 16,5-10 0-16,-5 10 0 0,0 0 0 0,7-8 0 0,-7 8 0 0,9-9 0 15,0 0 0-15,-9 9 0 16,3-10 0-16,-3 10 0 0,7-10 0 0,-7 10 0 15,5-11 0-15,0 3 0 0,2 1 0 0,-7 7 0 16,0 0 0-16,7-7 0 0,0 0 0 0,-7 7 0 16,7-9 0-16,-7 9 0 0,7-8 0 0,-7 8 0 0,3-11 0 0,2 3 0 15,2 1 0-15,-7 7 0 0,11-9 0 0,-11 9 0 0,12-7 0 0,-2 2 0 16,-1 0 0-16,-9 5 0 16,14-4 0-16,-2 1 0 0,-12 3 0 0,15-5 0 15,-1 3 0-15,0 2 0 0,-14 0 0 0,14 0 0 0,-14 0 0 0,15 2 0 16,-1-1 0-16,-14-1 0 15,15 0 0-15,-1 2 0 0,-14-2 0 0,14 0 0 0,-14 0 0 0,16 0 0 16,-3-2 0-16,1 2 0 0,-14 0 0 16,16 0 0-16,-2-1 0 0,-14 1 0 0,13-2 0 0,-13 2 0 0,14-2 0 0,-14 2 0 0,14-1 0 15,0-1 0-15,-14 2 0 0,14-2 0 0,-14 2 0 16,15-2 0-16,-1-1 0 0,-2-1 0 16,-12 4 0-16,16-3 0 0,-3 0 0 0,-13 3 0 15,14-6 0-15,-2 1 128 16,-12 5-128-16,14-5 0 0,-14 5 0 0,12-9 0 15,-12 9 0-15,0 0 0 0,12-8 0 0,-12 8 0 16,11-7 0-16,-11 7 0 0,10-9 0 0,-10 9 0 16,10-8 0-16,1 1 0 0,-11 7 0 0,13-7 0 15,-13 7 0-15,14-7 0 0,-3 0 0 0,-1 2 0 0,-10 5 0 0,14-5 0 16,-4-1 0-16,-10 6 0 16,14-6 0-16,-14 6 0 0,12-6 0 0,-12 6 0 0,14-5-176 0,-14 5 176 0,0 0 0 0,0 0 0 15,10-8 0-15,-10 8 0 0,0 0 0 0,11-11 0 16,-11 11 0-16,0 0 0 15,8-12 0-15,-8 12 0 0,0 0 0 0,0 0 128 0,5-14-128 0,-5 14 0 16,-1-13-128-16,1 13 128 16,0 0 0-16,0-16 0 0,0 16 0 0,-2-16 0 15,2 16 0-15,0 0 0 0,-2-15 0 0,0-1 0 0,2 16 0 0,-1-13 0 16,1 13 128-16,0 0-128 0,-4-16 0 0,3 0 0 16,1 16 0-16,-2-15 0 0,0 1 0 0,2 14 0 15,-2-14 0-15,1-1 0 16,-3-1 0-16,2 2 0 0,2 14 0 0,0-15 128 15,0-2-128-15,0 1 0 0,-1 4-176 0,1 0 176 16,1-2 0-16,1 2 0 0,-4 0 0 0,2-2 0 0,0-1 0 0,0-1 0 16,0 1 0-16,4-3 0 15,1 3 0-15,-1-1 0 0,-4 1 0 0,1-1 0 16,1 2 128-16,1-1-128 0,1 1 0 0,-1 2 0 16,1-2 0-16,1 2 0 0,2-3 0 0,2 1-144 0,-1 0 144 0,-1 2 0 15,-3 0 0-15,1 1 0 0,2-1 0 0,-7 12 0 16,0 0 0-16,8-10 0 0,-1 1 0 0,-7 9 0 0,7-10 0 0,-7 10 0 0,0 0 0 15,7-10 0 1,-7 10 0-16,5-12 128 0,-5 12-128 0,0 0 0 16,4-14 0-16,-4 14 0 0,0-14 0 0,0 14 0 15,0-16 0-15,0 3 0 0,0 13 0 0,-2-16 0 16,0 1 0-16,0-1 0 0,1 0 0 0,-1 3 0 16,2 13 0-16,-2-19 0 0,0 0 0 0,2 1 0 15,0 3 0-15,0-2 0 0,2-1 0 0,2 3 0 0,-3-1 0 0,3 1 0 16,-1 1 0-16,1 0 0 15,-1-1 0-15,1 1 0 0,-1 2 0 0,1-2 0 0,-3-3 0 16,3 3 0-16,-3 2 0 0,1-2 0 0,0 2 0 0,-2 2 0 16,0-1 0-16,0 3 0 0,0-3 0 0,0 11 0 15,0-10 0-15,0 1 0 0,2-1 0 0,-1 1 0 16,-1 9 0-16,4-10 0 0,-4 10 0 0,5-10-128 16,-2-1 128-16,-3 11 0 0,6-10 0 0,1 1 0 15,1 1 0-15,1 1 0 0,-2-2 0 0,0 2 0 16,-1-2 0-16,-6 9 0 0,9-8 0 0,0 1 0 0,-9 7 0 15,10-9 0-15,-10 9 0 0,10-8 0 0,-10 8 0 0,0 0 0 16,11-7 0-16,-11 7 176 0,12-5-176 0,-12 5 0 16,10-6-192-16,-10 6 192 15,0 0-144-15,16-1 144 0,-2-3 0 0,-1 3 0 16,-13 1 0-16,18 0 0 0,-3 1 0 0,1-1 0 0,-1 0 0 0,3 2 0 16,-3 0 0-16,2-1 0 0,-1-1 0 0,1 2 0 0,0 2 0 0,1-3 0 15,1 1 0-15,-2 0 0 0,0 0 0 0,0-1 0 16,-1 1 0-16,1 1 0 0,0-1 0 0,1 2 0 0,-1-3 0 0,0 1 0 31,-1 0 0-31,1-2 0 0,2 3 0 0,0 1 0 0,0-1 0 0,0 1 0 16,0-3 0-16,0 1-128 0,2-2 128 15,-1 3 0-15,-1 1 0 0,2-1 0 0,0-1 0 0,1 2 0 0,2-1 0 0,-1 0 0 16,-1-1 0-16,2 2 0 16,1-1 0-16,-3 1 0 0,-3-1 0 0,0 0 0 0,0 1 0 15,0-1 0-15,0 1 0 0,2-1 0 16,-1 1 0-16,1-3 0 0,-2 1 0 0,2 0 0 15,-1-2 0-15,3 0 0 16,1 0 0-16,-1 0 0 0,-1 0 0 0,-1 0 0 0,-1 0 0 16,-1 0 0-16,-3 0 0 0,3 0 0 0,-2 0 0 0,0 0 0 15,-3-2 0-15,0 0 0 0,0 2 0 0,-14 0 0 0,15 0 0 0,1 0 0 0,-2 0 0 16,-14 0 0-16,15 2 0 0,1-2 0 16,-2 0 0-16,-1 2 0 0,-13-2 0 0,16 0 0 15,-2 0 0-15,-14 0 0 0,15-2 0 0,-15 2 0 0,14-2 0 16,-14 2 0-1,14-1 0-15,-14 1 0 0,0 0 0 0,0 0 0 0,14-2 0 0,-14 2 0 16,0 0 0-16,0 0 0 16,0 0 0-16,0 0 0 0,0 0 0 0,0 0 0 15,10-9 0-15,-10 9 0 0,7-10 0 0,-7 10 0 0,0 0 0 0,0 0 0 16,5-12 0-16,-5 12 0 0,4-12 0 0,-4 12 0 0,5-11 0 0,-5 11 0 16,0 0 0-16,3-12 0 0,-3 12 0 15,0 0 0 1,0 0 0-16,0 0 0 0,0 0 0 0,-5-12 0 0,5 12 0 0,-7-8 0 0,7 8 0 15,0 0 0-15,0 0 0 0,-10-11 0 0,-1 4 0 0,11 7 0 0,0 0 0 0,-10-6 0 32,10 6 0-32,0 0 0 0,-10-9 0 0,10 9 0 0,-9-9 0 0,9 9 0 15,0 0 0-15,-9-8 0 0,9 8 0 0,0 0 0 16,0 0 0-16,-6-11 0 0,6 11 0 0,0 0 0 0,-6-14 0 0,6 14 0 16,0 0 0-16,0 0 0 0,0-15 0 15,0 15 0 1,0 0 0-16,4-16 0 0,-1-1 0 0,-3 17 0 0,5-14 0 0,-5 14 0 15,0 0 0-15,4-17 0 0,-4 17 0 0,0 0 0 0,5-17 0 0,-5 17 0 16,0 0 0-16,0 0 0 0,0 0 0 0,0 0 0 31,9-12 0-31,-9 12 0 0,0 0 0 0,15-4 0 16,-1 1 0-16,2 3 0 0,-1 0 0 0,-1 3 144 0,-14-3-144 0,17 4 192 16,0-1-336-16,-1 4-64 0,-2-2-16 0,-14-5 0 31,14 5-720-31,-14-5-144 0,8 11-16 0,-8-11-16 0,0 0-2240 0,0 0-448 0,0 0-96 15,0 0 0-15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45.18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-10652 5218 10415 0,'0'0'448'0,"0"0"128"0,0 0-576 0,0 0 0 15,-12 2 0-15,12-2 0 0,0 0 368 0,-12 1-48 16,12-1 0-16,0 0 0 0,-12 0 160 0,12 0 32 0,0 0 0 16,0 0 0-16,0 0 32 0,0 0 16 0,0 0 0 0,0 0 0 15,0 0-176-15,0 0-48 16,0 0 0-16,0 0 0 0,0 0-208 0,14 9-128 0,-1 0 128 0,3-3-128 16,1 1 400-16,4-1 16 0,3-3 0 0,2 0 0 15,0 1 176-15,2-1 48 0,-1 1 0 0,2-4 0 16,3-2-16-16,0 0 0 0,-1-1 0 0,2-2 0 15,2-4-112-15,3 0-32 0,1 1 0 0,3-1 0 16,-1 1-160-16,4-1-16 0,2 2-16 0,4 2 0 0,5 0-112 0,1 1-32 16,-2 2 0-16,0 1 0 0,-1-1-144 0,-3-1 192 15,-1-1-192-15,1 1 192 16,-5-1-48-16,2-1 0 0,3 3 0 0,0 2 0 0,1 2 48 0,5 0 16 0,5 1 0 0,0-1 0 16,-1-2 48-16,-1-2 0 0,-1-1 0 0,-1-4 0 15,1-3 0-15,2 1 0 0,-1 0 0 0,4 2 0 16,1 0-64-16,4 1-16 0,2-3 0 0,0 2 0 15,-4 2-176-15,-3 0 128 16,-5-2-128-16,-2 0 128 0,-2 3-128 16,-1-1 0-16,-3 2 0 0,1-1 128 0,-2 1-128 15,2-1 0-15,1 1 0 0,1 1 128 16,-2 1-128-16,-1 1 0 0,1 3 0 0,0-3 0 16,-5-3 0-16,-1-1 0 0,4 1 0 0,0-1 0 0,0-3 0 0,0 4 128 15,2-4-128-15,2 2 0 0,3 1 128 16,-4 1-128-16,-3-1 128 0,2 1-128 0,-4-1 192 0,-1 1-32 15,-6 1-16-15,1-1 0 0,-4-1 16 0,0 3 0 0,-2-1 0 0,-1 2 0 16,-1 0-160-16,2 2 0 0,-1-2 144 0,3 0-144 16,1 0 0-16,5 0 0 0,-3 0 0 0,2 0 128 0,0 0-128 0,2 0 0 31,0-2 0-31,-2 2 128 0,0 2-128 0,1-2 0 16,-1-2 0-16,0 2 0 0,0 0 0 0,2 2 0 0,3 3 0 0,4 0 0 15,3-2 0-15,2 3 0 16,-2 1 0-16,2-1 0 0,0 0 0 0,-1-1 0 0,-5-2 0 0,3 1 0 15,1-1 0-15,4 1 0 0,-1-1 0 16,8-1 0-16,5-4 0 0,3 2 128 0,4 4-128 16,-2-4 0-16,-4-2 192 0,1 0-16 0,-3 0-16 0,3 2 0 15,-2 0-160-15,3 4 128 0,5-1-128 0,2 1 128 0,2-1-128 16,-3 1 0-16,-8-3 0 0,2 5 0 0,2-1 0 0,4 2 0 16,-1-1 0-16,6 1 0 0,1 0 0 0,0-2 0 15,0-1 0-15,-1-2 0 0,-2-2 0 0,-2 0 0 16,-5-2 0-16,5 2 0 0,4-2 0 0,-1-1 0 0,-3-2 0 0,-3-2 0 31,-6-2 0-31,-1 2 0 0,-3 2 0 0,-1 0 0 0,-2 0 0 0,4 1 0 0,-1 2 0 0,1 1 0 16,-2-3 0-16,-3 3 0 15,-4 1 0-15,-4-4 0 0,-5 1 0 0,-2 1 0 16,-3 2 0-16,1 0 0 0,-2 0 0 0,1 0 0 16,1 2 0-16,5 1 0 0,5 2 0 0,3-1 0 15,2-1 0-15,-1-3 0 0,-4-2 0 0,0-1 0 16,-6 0 0-16,1-1 0 0,-3 4 0 0,-1-3 0 15,0-3 0-15,2 3 0 0,2 0 0 0,0-1 0 0,-2-1 0 0,3 1 0 16,1-1-128-16,-2 0 128 0,-2 2 0 0,-4-3 0 16,-1 3 0-16,-3 1 0 15,-4 4 0-15,-2-2 0 0,-3-2 0 0,-1 1 0 16,-4 1 0-16,0 1 0 0,-1 1 0 0,1-2-176 0,-1 0 176 0,1-2-128 16,1 2 128-16,2-1 0 0,-1-1-144 0,3 0 144 15,-1 0 0-15,3 1 0 0,-1-3 0 0,3 2 0 16,-1 4 0-16,-3-4 0 0,-4-3 0 0,0 2 0 15,1-1 0-15,-4 1 0 0,-7-1 0 0,-2 1 0 16,-2-2 0-16,-3 3 0 0,-12 2 0 0,0 0 0 16,9-8 0-16,-9 8 0 0,7-9 0 0,-7 9 0 15,0 0 192-15,0 0-64 0,0 0 0 0,0 0 0 16,9-10 0-16,-1 1 0 0,-3 0 0 0,-5 9 0 0,0 0-320 0,0 0-80 16,0 0-16-16,0 0-9632 15,0 0-1920-15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3:58.89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54 143 911 0,'0'0'0'0,"0"0"0"0,0 0 0 0,0 0 0 15,-10-7 3440-15,1 0 592 0,3-2 128 0,6 9 32 16,0 0-2000-16,0 0-400 0,-9-6-64 0,9 6-32 16,0 0-496-16,0 0-112 0,0 0 0 0,-12 3-16 0,12-3-512 0,0 0-112 15,-7 16 0-15,4 1-16 0,3 0-176 0,1 2-48 16,3 0 0-16,1 4 0 15,0 1 16-15,2-4 0 0,2-1 0 0,1 2 0 16,2 2 0-16,2-5 0 16,0 0 0-16,-2-6 0 0,2 0-48 0,-2 2-16 0,0-2 0 0,1-2 0 15,1-3-160-15,0 0 192 0,0 0-192 0,0-2 192 16,0-3-64-16,-1-2 0 0,1-4 0 0,-2-1 0 16,-3-2 0-16,-1 0-128 0,3 0 192 0,-3-1-64 15,-2-1-128-15,-1-1 160 0,2-1-160 16,-4 1 160-16,-5-2-32 0,1 0 0 0,-1 0 0 0,-1-2 0 15,-3 0-128-15,1-1 0 0,0 1 0 0,0 0 0 0,1 0 0 0,1 4 0 16,-2 0 0-16,5 10 0 16,0 0-144-16,0 0 144 0,0 0 0 0,0 0 0 0,0 0-160 15,0 0 160-15,0 0-128 0,0 0 128 0,0 0 0 0,0 0-128 16,10 0 128-16,0 3 0 0,-10-3 0 0,13 5-128 0,-1 2 128 0,0 0 0 31,-2 0 0-31,2 0 0 0,0 0 0 0,0 0 0 0,0 0 0 0,2-1 0 16,2 1 0-16,1 0 0 0,-1 0 0 0,-1 0 0 0,1-2 0 15,-3 0 0-15,1 1 0 0,-2-5 0 16,0 3 0-16,-1-1 0 0,-1-1 0 0,-10-2 0 16,10 2 128-16,-10-2-128 0,11-2 128 0,-3 0-128 15,-8 2 128-15,9-7-128 0,-4 0 0 0,0-1 0 0,-1-3 0 0,-2-1 128 16,-1-3-128-16,1-1 0 0,0 1 128 0,-2-4-128 16,-2-2 0-16,0 0 0 0,1-1 0 15,-1-1 0-15,0-1 0 0,0 2 0 16,-1-2 0-16,0 3 0 0,-3 2 0 0,3 3 0 0,-1 3 0 15,1 1-192-15,-2 5-16 0,5 7-16 0,-7 1 0 0,-7 5 0 32,0 2-288-32,2 3-64 0,0 2-16 0,3 3 0 15,4 1-1520-15,2 2-320 0,1 2-48 0,6-9-16 0</inkml:trace>
  <inkml:trace contextRef="#ctx0" brushRef="#br0" timeOffset="1872.4477">857 333 4607 0,'0'0'192'0,"0"0"64"0,0 0-256 0,10 0 0 16,-10 0 0-16,11-2 0 0,1 0 2592 0,-2 2 480 16,-10 0 80-16,0 0 32 0,0 0-1408 0,11 0-288 0,-11 0-48 0,0 0-16 15,0 0-464-15,0 0-80 0,0 0-32 0,6 11 0 16,0 1-288-16,-3-2-64 15,-3-10-16-15,2 16 0 0,-4 1-256 0,2 2-48 16,0-4-16-16,2 4 0 0,1 0-16 0,2 2 0 0,2 0 0 0,4 0 0 16,1-2-336-16,3-2-80 0,3 3-16 0,1-4 0 0</inkml:trace>
  <inkml:trace contextRef="#ctx0" brushRef="#br0" timeOffset="2641.2837">1382 253 10127 0,'0'0'448'0,"0"0"96"0,0 0-544 0,0 0 0 0,0 0 0 0,0 0 0 0,0 0 2832 0,0 0 464 31,0-5 96-31,0 5 0 0,0 0-2144 0,0 0-432 0,0 0-96 0,0 0-16 16,10 11-208-16,0-1-48 0,1 0-16 0,-1-3 0 0,-1 2-160 0,1-1-16 15,0 3-16-15,1-3 0 0,-1 1-240 0,1 0 128 31,-1-2-128-31,2-2 0 0,-2 2 128 0,1-2-128 16,-1-2 0-16,0-1 144 0,-10-2-144 0,11 3 0 0,-1-1 144 0,-10-2-144 0,10 0 0 0,-10 0 128 16,11 0-128-16,-11 0 0 0,0 0 0 0,10-2 144 15,-10 2-144-15,9-3 0 0,-1 0 128 0,-8 3-128 16,0 0 0-16,9-6 0 0,0 1 0 0,-1 0 0 16,-8 5 0-16,9-3 0 0,0-1 0 0,-9 4 0 0,8-5 0 0,-8 5 0 0,0 0 0 15,0 0 0-15,0 0 0 0,0 0 0 0,0 0 0 0,0 0 0 16,0 0 0-16,0 0-144 0,0 0 144 15,0 0 0 1,11 3 0-16,-1 3 0 0,0-1 0 0,2 0 0 0,2 2 0 0,0-2-128 16,0 0 128-16,0 0 0 0,1-1 0 0,1-1 0 15,-1 1 0-15,1-1 128 16,1-1-128-16,0 0 0 0,-1-2 0 0,-1 0 0 16,-1 0 0-16,-2-2 0 0,-1-2 0 0,-1 1 0 15,0-2 0-15,-1 0 0 0,-9 5 0 0,7-7 0 16,-7 7 0-16,3-11 0 0,-1 1 0 0,-2 1 0 0,-2-3 0 0,-3-1 128 15,-2-3-128-15,-3 2 0 0,-4-1 0 0,0 1 0 16,-1 0 0-16,-3 4-192 0,1-1 64 0,-5-2 0 16,3 2-256-16,3 6-32 15,2 2-16-15,14 3 0 0,-12 3-672 0,12-3-144 0,0 0-32 0,0 0 0 0</inkml:trace>
  <inkml:trace contextRef="#ctx0" brushRef="#br0" timeOffset="3066.7987">2236 336 10303 0,'0'0'448'0,"0"0"112"0,0 0-560 0,10 0 0 0,3-1 0 0,-3 1 0 15,0 0 880-15,1 0 64 0,-11 0 16 0,10 0 0 16,-10 0 256-16,0 0 48 0,10 1 16 0,-10-1 0 0,0 0-320 0,11 2-48 16,-11-2-16-16,10 7 0 15,-10-7-192-15,10 8-32 0,-10-8-16 0,9 11 0 0,-9-11 16 0,7 10 0 16,-7-10 0-16,5 12 0 0,-1 0-32 0,-4-12-16 16,0 12 0-16,0 1 0 0,0-13-176 0,-2 10-16 15,-2 2-16-15,4-12 0 0,-3 12-80 0,3-12-16 16,-5 10 0-16,5-10 0 0,-7 9-128 0,7-9-48 0,-7 10 0 0,7-10 0 15,-7 9 32-15,7-9 0 16,0 0 0-16,0 0 0 0,-9 9-48 0,9-9-128 0,0 0 192 0,-3 10-64 16,3-10 16-16,0 0 0 0,0 0 0 0,0 0 0 15,7 10-144-15,3-1 128 0,4-4-128 0,3 0 128 0,4 1-128 0,3-3 0 16,2 0 0-16,3-1 0 0,2-2 0 0,4-2 0 31,1-1 144-31,0 0-144 0,-1-1 0 0,-1 1 0 0,1-1-160 0,0 1-9792 16,-3-2-1952-16</inkml:trace>
  <inkml:trace contextRef="#ctx0" brushRef="#br0" timeOffset="4817.5658">3474 240 5519 0,'0'0'496'0,"0"0"-496"0,0 0 0 0,8-9 0 16,-8 9 1216-16,0 0 128 0,9-9 48 0,-9 9 0 15,0 0-480-15,0 0-80 0,0 0-32 0,0 0 0 16,0 0 288-16,0 0 64 0,0 0 16 0,0 0 0 16,0 0-368-16,-12 0-80 0,0 2-16 0,12-2 0 15,-14 7-144-15,2 0-48 0,0-4 0 0,0 2 0 16,0 2 32-16,-1 4 0 0,1-1 0 0,2 0 0 15,-2-1-160-15,3 1-16 0,9-10-16 0,-10 11 0 0,10-11-176 0,-9 12-48 16,9-12 0-16,0 0 0 16,0 0 0-16,-3 17-128 0,3-17 192 0,0 0-64 15,0 0 16-15,9 16 0 0,3-4 0 0,-12-12 0 0,15 8-144 0,1-4 0 16,1 1 0-16,0-2 0 16,2-3 0-16,0-1 0 0,0 2 0 0,0 3 0 15,-2-2 0-15,2 1 0 0,-1 1 0 0,-3 1 0 0,-15-5 0 0,16 7 0 16,-16-7 0-16,15 10 0 0,-15-10 0 0,12 12 160 15,-12-12-32-15,0 0-128 0,7 19 240 0,-7-19-64 16,0 0-16-16,0 0 0 0,-3 17-32 0,3-17 0 0,0 0 0 16,-7 18 0-16,-5-5-128 0,0-4 160 0,-2 0-160 0,0-1 160 15,-1 1-32-15,-3 1-128 0,-1-1 192 0,0 1-64 16,-1-1-128-16,-3-1 0 0,-1 1 0 0,-4-2 0 31,-1-2-576-31,0 0-64 0,-2 2 0 0,1-3 0 16,3-3-1376-16,3 1-288 0,1-2-48 0,9-2-6944 0</inkml:trace>
  <inkml:trace contextRef="#ctx0" brushRef="#br0" timeOffset="5059.0586">4047 405 12895 0,'0'0'1152'0,"0"0"-928"0,0 0-224 0,0 0 0 15,0 0 2240-15,0 0 416 0,0 0 80 0,0 0 16 16,0 0-1472-16,0 0-304 0,0 0-48 0,0 0-16 16,0 0 64-16,0 0 16 0,-7 12 0 0,2 2 0 0,5-14-160 0,0 19-48 15,0-19 0-15,5 19 0 0,2-2-528 0,1 1-96 16,3 1-32-16,-1 0 0 16,0 0-128-16,2 0 0 0,0-2 144 0,2 2-144 0,-2 0 0 0,-1 3 0 15,-4 4-160-15,0-2-9616 16,-1-3-1920-16</inkml:trace>
  <inkml:trace contextRef="#ctx0" brushRef="#br0" timeOffset="5551.7302">4877 252 10127 0,'0'0'448'0,"0"0"96"0,0 0-544 0,0 0 0 0,0 0 0 0,0 0 0 15,-9-6 1824-15,9 6 256 0,0 0 48 0,-14 0 16 16,2 2-1088-16,12-2-224 0,-14-5-32 0,2 5-16 15,0 3 16-15,12-3 0 0,-14 7 0 0,14-7 0 16,-12 9-224-16,4 0-64 0,1 3 0 0,7-12 0 16,0 0-96-16,-4 15-32 0,4-15 0 0,0 0 0 15,-1 19-128-15,1-19-16 0,1 16-16 0,-1-16 0 16,6 19-16-16,1-4 0 0,-7-15 0 0,10 14 0 16,-10-14-64-16,14 16-16 0,-2-3 0 0,-12-13 0 0,15 9-128 15,-1 1 128-15,-14-10-128 0,14 11 128 0,-14-11-128 0,14 8 0 16,-14-8 0-16,0 0 0 15,0 0 0-15,7 18 128 0,-7-18-128 0,0 0 0 0,-4 15 288 0,4-15-32 16,-10 17 0-16,-1-1 0 0,-1-4 0 0,0 0 0 0,-2-1 0 0,-1-1 0 16,-2-3-256-16,-2 1 160 0,0-1-160 0,1 0 128 15,1 0-128-15,0 0 0 0,-2-4 0 0,2 4 0 16,1 2 0-16,1-2 0 0,1-2 0 0,0 0 0 16,0 0-2272-16,2-1-480 15,12-4-112-15,-17-4-16 0</inkml:trace>
  <inkml:trace contextRef="#ctx0" brushRef="#br0" timeOffset="5928.4196">4960 405 15311 0,'0'0'672'0,"0"0"160"0,0 0-672 0,0 0-160 0,0 0 0 0,13 5 0 15,1-1 448-15,-14-4 64 0,16 3 16 0,-2-1 0 0,-14-2 224 0,17 0 32 16,-3 2 16-16,-14-2 0 16,15 5 144-16,-1-2 16 0,-14-3 16 0,14 9 0 0,-2 0-208 0,-12-9-32 0,0 0-16 0,10 14 0 31,-10-14-272-31,9 13-48 0,-9-13-16 0,0 0 0 0,0 0 0 16,7 18-16-16,-7-18 0 0,3 17 0 15,-3-17-80-15,0 0-16 0,0 15 0 0,0-15 0 0,-1 16 16 0,1-16 0 0,-2 15 0 0,2-15 0 16,-7 16 48-16,0-2 16 0,0-2 0 0,-2-2 0 15,9-10-80-15,-12 12-16 16,2-1 0-16,1-1 0 0,1-1-256 0,8-9 0 0,-11 12 0 0,11-12 0 16,0 0 0-16,0 0 0 0,-1 14 0 0,1-14 0 15,0 0 144-15,13 12-144 0,3-5 0 0,5-2 144 0,3 0-144 0,7 0 128 16,5-2-128-16,9 4 128 16,9 4-128-16,4-1-176 0,3-6 48 0,-1-8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4:10.18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-5548 231 17903 0,'0'0'784'0,"-7"-10"176"0,7 10-768 0,-5-9-192 0,5 9 0 0,0-12 0 16,2 0 1088-16,1 1 192 0,-1 1 16 0,-2 10 16 15,0 0-368-15,12-2-80 0,-12 2-16 0,17 6 0 0,0 0-16 16,4 5-16-16,2 3 0 0,-3-1 0 0,-2 1 80 0,1 0 0 15,0 0 16-15,0 0 0 0,-4-2-496 0,-1 0-96 16,0-2-32-16,-1 1 0 0,0-3-288 0,-13-8 0 0,13 9 0 0,-13-9 0 31,12 8 144-31,-12-8-144 0,0 0 0 0,0 0 144 16,0 0-144-16,0 0 0 0,0 0 0 0,0 0 128 0,0 0-128 0,0 0 0 16,0 0 0-16,0 0 0 0,0 0-144 0,0 0 144 0,-8-13-192 0,-4 1 192 31,-2-2-144-31,0-2 144 0,0-3 0 0,1 2-144 0,-3-2 144 0,0 0 0 15,1-2 0-15,-1-1 0 0,-1-1 0 0,2 3 0 16,1 1 0-16,2 0 0 0,0 0 0 0,1 0 0 16,4 5 0-16,2 0 0 0,0 2 0 0,2 2 0 15,3 10 0-15,0 0 0 0,0 0 0 0,0 0 0 16,3-9 0-16,-3 9 0 0,0 0 0 0,14-5 0 0,0-2 0 0,1 2 0 0,1 1 0 16,1 4 0-1,0 0 0-15,0 0 0 0,-1 0 0 0,0-1 0 0,-3 2 0 0,3 3 0 0,-2 1 0 0,-1 2 0 31,1 0 0-31,0 0 0 0,-14-7-192 0,16 8 64 0,-3 1 0 0,-2 1 0 16,-4 4 128-16,-2 2 0 0,-2-1 0 0,-3 2 0 16,-3-1 0-16,-2-1 0 0,-2-1 0 0,2 2 0 15,-6-1 0-15,1-1 0 0,-2-3 0 0,1 2 0 16,3-1 0-16,-1 1 0 0,1-5 0 0,1 1 0 16,0-1 0-16,7-8 0 0,-7 9 0 0,7-9 0 15,-4 14 0-15,4-14 0 0,0 0 0 0,0 0 0 16,0 14 0-16,0-14 0 0,6 15-144 0,0-1 144 15,-6-14 0-15,14 14 0 0,0-4 0 0,3-1 0 0,2-1 0 0,0 1 0 16,2-2 0-16,-2 0 0 0,-2 0-144 0,2 0 144 16,2 0 0-16,-2-2 0 15,0 0-128-15,-2 0 128 0,0 0 0 0,1-1 0 16,1-1 704-16,-2 1 256 0,-3-3 64 0,-14-1 0 16,15 4-832-16,-15-4-192 0,0 0 0 0,0 0 0 15,0 0 0-15,0 0 0 0,0 0 0 0,0 0 0 16,0 0 0-16,-13 14 0 0,-5-4 0 0,1-1 0 15,-4-3-768-15,-1 3-208 16,-2-2-48-16,-2 3 0 0,-2 1 816 0,-5-1 208 0,-5-1 0 0,-1-1 0 0,-3-1 0 0,-4-2 0 16,-6 1 0-16,0-1 0 0,0 0 0 0,2-2 192 15,-1 1-64-15,2-1 0 0,3 1-128 0,4-1 0 16,6-1 0-16,7-2-128 0,6 0 128 0,8-2 0 16,15 2 0-16,0 0 128 15,0 0-1840-15,10-12-352 0</inkml:trace>
  <inkml:trace contextRef="#ctx0" brushRef="#br0" timeOffset="687.8695">-4386 260 6447 0,'0'0'576'0,"0"0"-576"0,0 0 0 0,0 0 0 0,0 0 2112 0,-6-8 304 0,3-4 64 0,3 12 16 16,0 0-1136-16,0 0-208 0,0 0-64 0,0 0 0 15,-5-11-432-15,5 11-80 0,0 0-32 0,0 0 0 0,-9-5-256 0,9 5-48 16,-14 4-16-16,1 1 0 16,0 0 16-16,0 0 0 0,-3 2 0 0,-1 2 0 15,-2 1 16-15,0 0 0 0,-4-1 0 0,4 0 0 16,2-3 128-16,0 3 16 0,1 0 16 0,3-2 0 15,2-2 48-15,11-5 16 0,-8 8 0 0,8-8 0 16,0 0-128-16,0 0-32 0,0 0 0 0,-2 16 0 0,2-16-176 0,0 0-144 16,9 17 192-16,-9-17-192 0,13 11 144 0,-13-11-144 15,16 6 0-15,-1 1 144 0,1-3-144 0,-1-2 0 16,1 1 0-16,-4-1 128 0,0-4-128 0,2 0 0 16,-2-1 0-16,0-2 128 0,2 1-128 0,0 1 0 0,-2-2 0 0,0-1 0 15,0 3 0-15,0-2 128 0,-2 0-128 0,-1-1 0 16,0-1 0-16,-1 1 0 15,-1-1 128-15,-7 7-128 0,0 0 0 0,0 0 0 16,0 0 0-16,0 0 0 0,5-7 0 0,-5 7 0 0,0 0 0 0,0 0 0 16,0 0 0-16,0 0 0 15,0 0 0-15,9-5 0 0,-9 5 0 0,10-4-144 0,2 2 144 0,2 2-160 16,0 2 160-16,2 0 0 0,-1 0 0 0,4-1 0 16,0 1 0-16,0 0 0 15,0-2 0-15,2 2-128 0,-2 1 128 0,0-1 0 16,-2-2 0-16,-1 0 0 0,-1 0 0 0,-1 0 128 15,0-2-128-15,0 0 0 0,-2-1 0 0,1-1 0 16,1 1 0-16,0-1 128 0,-2-1-128 0,0 0 0 16,-1 0 128-16,-1 0-128 0,-1-4 0 0,-3 0 0 0,1 1 0 0,-7 8 0 15,4-11 0-15,-2 3 128 16,-2-1-128-16,0 1 0 0,0 8 0 0,-2-9 0 0,2 9 0 0,0 0 0 16,0 0 304-16,0 0 80 0,0 0 368 15,0 0-272-15,0 0-48 0,0 0-16 0,5 9 0 0,2 3-288 16,3 1-128-16,2-2 0 0,2 1 128 0,2 0-128 15,3 0 128-15,3 0-128 0,1 0 128 0,-3 2-128 16,1 2 128-16,-2 1-128 0,-4-2-14512 16</inkml:trace>
  <inkml:trace contextRef="#ctx0" brushRef="#br0" timeOffset="7985.7097">-1658 410 16575 0,'0'0'736'0,"0"0"160"16,-5-8-720-16,5 8-176 0,0 0 0 0,0 0 0 0,0 0 2016 0,0 0 368 15,0 0 80-15,0 0 16 0,0 0-1696 0,14 8-336 0,-4 5-64 0,-1-5 0 31,0 3 48-31,-1-1 16 0,1 0 0 0,-1 1 0 0,1-1-80 0,0 0-16 0,-1-1 0 0,3 1 0 16,-3 1-112-16,1-3-32 16,-2 1 0-16,2-2 0 0,1-2-208 0,-10-5 176 15,0 0-176-15,0 0 160 0,12 3-32 0,-2-1-128 16,-10-2 192-16,0 0-64 0,11-2-128 0,-1 1 192 0,-1-3-192 0,-9 4 192 16,8-5-192-16,-1 0 0 15,-7 5 0-15,0 0 128 0,4-9-128 0,-1 2 0 16,-3 7 0-16,2-12 0 0,-2 12 0 0,0 0 0 15,0 0 0-15,0 0 0 0,-5-12 0 0,5 12 0 16,0 0 0-16,0 0 0 0,-6-8 0 0,6 8 0 16,0 0 0-16,0 0 0 0,0 0-160 0,0 0 160 15,0 0 0-15,0 0-144 0,0 0 144 0,16 3 0 16,-16-3 0-16,16 3-128 0,-16-3 896 0,17 4 192 0,-2-2 48 16,-15-2 0-1,16 1-1584-15,-16-1-320 0,15 2-64 0,-15-2-16 0,11-2 784 0,-1 1 192 0,-10 1 0 0,9-4 0 0,-9 4 0 0,8-5 0 31,-8 5 0-31,7-9 0 0,-2-1 0 0,-1 0 0 0,-1 1 0 0,-1-1 0 0,-2-2 128 0,-2 1-128 16,1-1 0-16,-3 0 0 16,1-3 0-16,-1 1 0 0,-1 5 0 0,0-1 0 0,-2-1 0 0,2 3 0 0,-2 1 0 0,7 7 0 31,0 0-496-31,0 0-48 0,-10-7-16 16,10 7 0-1,0 0-656-15,0 0-144 0,0 0-32 0,0 0-6480 0,0 0-1280 0</inkml:trace>
  <inkml:trace contextRef="#ctx0" brushRef="#br0" timeOffset="8684.7631">-966 533 21599 0,'0'0'960'0,"0"0"192"0,-8 2-928 0,8-2-224 0,0 0 0 0,-2 12 0 0,4 0 640 0,1 2 96 15,2-1 16-15,4 3 0 16,1 1-176-16,3 1-48 0,-1 2 0 0,1 1 0 16,1 1-224-16,0-1-48 15,2 2-16-15,-3-3 0 0,1-2-112 0,-2-1-128 0,0 0 176 0,-1 0-176 16,-3-1 192-16,-1-2-64 16,0-2 0-16,-2 0-128 0,0 0 0 0,1 0 0 15,-6-12 0-15,0 0-144 16,3 10-688-16,-3-10-128 0,0 0-16 0,0 0-16 15,0 0-32-15,0 0-16 0,0 0 0 0,-9-17 0 16,1 0-208-16,-1-4-32 0,-1-5-16 0,3 7 0 0,0-5 880 0,-2 0 176 0,1 0 48 0,-1 0 0 16,1 1 192-16,-1 2 160 0,0 2-32 0,1 2 0 0,1 0 416 0,0 0 80 15,0 3 16-15,2 2 0 0,0 1-16 16,-1 3 0-16,1-1 0 0,2 2 0 0,-1 2-160 0,4 5-16 16,0 0-16-16,0 0 0 0,0 0-256 0,0 0-48 15,4-7-128-15,-4 7 192 0,0 0-192 0,0 0 0 16,8-2 128-16,-8 2-128 0,12 2 144 0,1 2-16 0,-1-3 0 0,0 3 0 15,-2-1-128-15,2 1 128 0,-1 1-128 0,1 0 128 16,-2-1 32-16,0 1 0 0,1 0 0 0,-11-5 0 16,8 7-32-1,-8-7-128-15,0 0 192 0,7 10-64 0,-7-10-128 0,0 0 0 16,4 10 0-16,-4-10 128 0,-2 11-128 0,0-3 0 16,2-8 0-16,-5 9 128 0,5-9 0 0,-5 7-128 15,5-7 192-15,0 0-64 0,-7 9-128 0,7-9 0 16,0 0 0-16,-4 8 0 0,1 1 0 0,3-9 0 15,0 0 0-15,2 10 0 0,-2-10 0 0,3 11 0 16,-3-11 0-16,7 10 0 0,0 0 0 0,0 1 0 16,0-1 0-16,1 0 0 0,3 4 0 0,-1-2 0 0,1-1 0 0,-1-1 0 15,0 0 0-15,2 2 0 0,0 1 0 0,0-3 128 0,1 0-128 0,-3 1 0 16,-1-1 0 0,-1-1 0-16,-1 1 128 0,-7-10-128 0,0 0 192 0,4 12-64 15,-6 2-128-15,-2-2 128 0,-3-3-128 0,-3-1 128 0,-4 1 256 0,-1-2 32 16,-3 0 16-16,-7 5 0 15,-1 0-224-15,3-2-32 0,3 0-16 0,-1 1 0 16,0 1-160-16,2 0 0 0,2-2 0 0,-2 1-8000 16,-2-3-1648-16</inkml:trace>
  <inkml:trace contextRef="#ctx0" brushRef="#br0" timeOffset="7253.5503">-2514 479 13823 0,'0'0'1216'0,"0"0"-960"16,0 0-256-16,0 0 0 0,0 0 1360 0,16 11 240 0,-4-1 32 0,-4 4 16 16,-8-14-80-16,9 21-16 15,0-2 0-15,-2 0 0 0,0 0-480 0,-1-2-112 0,3 0 0 16,-2 4-16-16,-2 1-416 0,0 3-80 0,2 0 0 0,0-2-16 15,0-4-240-15,-2 0-64 0,-1 2 0 0,-1-4 0 0,1-3-128 0,-4-14 160 0,5 15-160 0,0-5 160 16,-5-10-160-16,0 0 0 16,2 16 0-16,1 0 128 15,1-6-576-15,-4-10-112 0,3 9-16 0,-3-9-16 32,0 0-624-32,0 0-112 0,0 0-16 0,0 0-16 0,0 0-16 0,5-16 0 0,0-3 0 0,-1 2 0 31,-2 1-176-31,1-4-48 0,0-6 0 0,-1 0 0 0,-4 2 1008 0,2 1 192 0,2 4 32 0,-2 0 16 15,0 0 352-15,0 2 0 0,0 1 0 0,-2 4 0 0,-1 2 0 0,0 1 128 0,3 9 0 0,-2-10 0 32,-2 1 576-32,4 9 96 0,-5-8 32 0,5 8 0 15,-7-9 48-15,0 0 16 0,7 9 0 0,0 0 0 0,-8-6-400 0,8 6-80 16,-11-6-16-16,11 6 0 0,0 0-32 0,0 0-16 16,-5-7 0-16,5 7 0 0,0 0-64 0,0 0-16 0,0 0 0 0,0 0 0 15,0 0-272-15,0 0 0 16,14 4 0-16,-14-4 0 0,17 3 0 0,-3-1 0 0,-14-2 0 15,16 4 0-15,-16-4 0 0,17 3 0 0,-2-1 0 0,-15-2 0 16,16 3 0-16,-2-1 0 0,-14-2 0 0,14 3 0 16,-14-3 128-16,0 0-128 0,0 0 144 0,0 0-144 0,13 7 208 0,-13-7-48 31,0 0-16-31,0 0 0 0,0 0 32 0,0 0 0 16,0 0 0-16,-6 16 0 0,-3-6 48 0,9-10 16 0,-10 12 0 0,-1-1 0 15,1-5-240-15,10-6 128 0,0 0-128 16,-11 11 0-16,11-11 128 0,-6 12-128 0,6-12 0 0,-4 14 0 0,4-14 0 15,0 14 0-15,0-14 0 0,4 15 0 0,-4-15 0 0,10 17 0 0,-1-1 0 0,1-2 0 32,4-6 0-32,-2 3 0 0,-2-3 0 0,0 3 0 15,1 1 0-15,-1 0 0 0,-10-12 0 0,14 8 0 0,0 1 0 0,-2-2 0 16,-12-7 0-16,14 10 0 0,-6 1 0 0,3-1 0 0,-11-10 0 0,15 10 0 31,-1 1 0-31,-2-1 0 0,-2-1 0 0,-10-9 0 16,14 8 128-16,-14-8-128 0,12 7 0 0,-12-7 0 15,0 0 128-15,0 0-128 0,0 0 0 0,0 0 0 16,0 0 0-16,0 0 0 0,0 0 0 0,-7 11 0 0,-3-4 128 0,-4-2-128 16,-1-4 0-16,-4 3 144 0,-5 3-144 0,-2-2 0 15,-4-2 144-15,1 6-144 0,0-2 0 0,-2 2 0 16,-2-1 0-16,0 3 0 0,0-1 0 0,2 0 128 16,0-5-128-16,3-3 0 15,1-2-1440-15,1-2-352 0</inkml:trace>
  <inkml:trace contextRef="#ctx0" brushRef="#br0" timeOffset="1195.1488">-5160 1208 17503 0,'0'0'1552'0,"-8"-4"-1232"0,8 4-320 0,0 0 0 16,0 0 2096-16,0 0 352 0,0 0 80 0,0 0 16 0,0 0-1296 0,3 18-256 15,1-1-48-15,3-2-16 0,1 1-304 0,3 0-64 16,-1-3-16-16,4 1 0 0,0-2-112 0,1-1-32 0,1-3 0 0,-1 3 0 15,2-1-224-15,-1-1-48 0,-16-9-128 16,17 5 192-16,-1-2-192 0,-3-3 0 16,-13 0 128-16,16-7-128 15,-2-1 128-15,-2-1-128 0,-2-1 176 0,1-2-176 0,1-2 160 0,0-2-160 16,-2-3 128-16,1 0-128 0,1-1 160 0,0 1-160 0,0 1 192 16,2-1-192-16,-2 0 0 0,1 0 0 0,0 2 0 0,-1-2 0 15,1 2 0-15,1 0 0 0,-2-1 0 0,-1 5 0 16,-1 4 128-16,-10 9-128 0,0 0 0 0,0 0 0 0,0 0 0 0,0 0-144 31,0 0-16-31,0 0 0 16,0 0-784-16,0 0-144 0,-5 10-48 0,1-1-13008 0</inkml:trace>
  <inkml:trace contextRef="#ctx0" brushRef="#br0" timeOffset="1785.0751">-4225 1142 11967 0,'0'0'1072'0,"0"0"-864"0,-9-1-208 0,1-3 0 0,-3-3 1856 0,-1 2 336 16,0 3 64-16,-1 1 16 0,-5-1-1184 0,1 2-224 15,-2 2-48-15,2-1-16 0,-1 6-96 0,-4 4 0 0,1 1 528 31,4 0-432-31,0 1-96 0,1 3 0 0,2 1-16 0,4 1-384 0,3-1-80 0,0 0-16 0,4 4 0 0,1-4-208 0,4 2 0 16,1 0 0-16,3-2 0 16,0 1 128-16,3-3-128 0,0-1 0 0,-1-2 0 15,1-2 160-15,1 1-160 0,1-6 160 0,-3 0-160 16,-8-5 128-16,11 2-128 0,-1-4 0 0,0-1 144 0,-10 3-144 16,11-6 0-1,-3 1 0-15,1 0 128 0,-2-2-128 0,0 0 0 0,-2-1 0 0,2-1 0 16,0-1 0-16,-2 1 0 15,-2 0 0-15,3 1 0 0,0-3 0 0,0 1 0 0,-5 0 0 0,1 1 0 16,2 0 0-16,-1 1 0 16,0-3 0-16,-3 11 0 0,6-8 0 0,-1 3 0 15,0-4 0-15,2 4 0 0,2 1 0 0,1 1 0 0,0-1 0 0,2 4 0 16,0 0 0-16,2 2 0 0,0 0 128 0,2 1-128 0,-1 3 0 0,-1-1 0 16,0 2 0-16,-1-2 0 0,1 2 128 0,-2 1-128 15,0 3 0-15,1 1 128 16,-1 0-304-16,0 2-64 0,-2-1-16 0,-1 0-8432 15,-2-3-1680 1</inkml:trace>
  <inkml:trace contextRef="#ctx0" brushRef="#br0" timeOffset="2215.6751">-3995 1211 7359 0,'0'0'656'0,"0"0"-528"0,0 0-128 0,0 0 0 15,0 0 2064-15,0 0 384 0,0 0 80 0,0 0 16 16,0 0-1488-16,0 0-288 0,0 0-64 0,0 0-16 16,11 4-224-16,-1 1-32 0,-1 2-16 0,-1 1 0 0,1 1 320 0,0 1 64 15,-1-1 16-15,1 0 0 0,-2 1-304 0,0-3-64 0,-7-7-16 0,7 10 0 16,-1 1-64-16,0-3-16 0,-6-8 0 0,0 0 0 0,0 0-160 16,0 0-48-16,0 0 0 0,0 0 0 15,0 0-144-15,0 0 160 0,0 0-160 0,0 0 160 16,0 0-32-16,0 0 0 15,0 0 0-15,0 0 0 0,0 0-128 0,0-8 0 0,-2-1 144 0,0 0-144 16,0 1 0-16,1-3 144 0,-3 1-144 0,1 0 0 16,-2-2 128-16,0 0-128 15,1-1 0-15,1 1 0 0,-1 0 0 0,1 0 0 0,-1 2 0 0,3 1 0 0,-1 1 0 0,2 8 0 32,0 0 0-32,2-9 0 0,-2 9 0 0,0 0 0 15,0 0 0-15,8-3 0 0,-8 3 0 0,12-2 0 0,0 4-192 0,0-1 192 0,0-1 0 0,2 4 0 16,0 1-128-16,2 2 128 0,-1 0 128 0,-1-2 80 15,0 0 16-15,0 0 0 0,-1 0 32 0,3 1 0 16,-2-3 0-16,1 0 0 16,3 3-80-16,1-1-16 0,-2-2 0 0,2 2 0 15,0 1-160-15,0 1 160 0,0 1-160 0,0-1-13264 16</inkml:trace>
  <inkml:trace contextRef="#ctx0" brushRef="#br0" timeOffset="6460.0354">-2783 371 3679 0,'0'0'160'0,"0"0"32"0,0 0-192 0,0 0 0 15,0 0 0-15,10-5 0 0,-10 5 2128 0,12-9 384 0,-12 9 80 0,14-7 16 16,-14 7-992-16,16-7-192 16,-16 7-32-16,10-8-16 0,-10 8-224 0,10-11-64 15,-10 11 0-15,0 0 0 0,7-10-224 0,-7 10-48 0,0 0-16 0,0 0 0 16,0 0-256-16,0 0-48 0,0 0-16 0,0 0 0 15,0 0-208-15,0 0-32 0,-13-4-16 0,1 3 0 0,-2 1-64 0,0 1-16 16,0 3 0-16,0 1 0 0,0 0 144 0,1 2 32 16,-1-2 0-16,2 4 0 15,0 1-112-15,0-3-16 0,-4-2 0 0,4 4 0 0,5 3-48 0,0 0-16 0,-1-2 0 0,8-10 0 16,-9 11-128-16,9-11 160 16,-7 14-160-16,7-14 160 15,-7 13-160-15,7-13 0 0,0 0 144 0,-2 19-144 0,2-1 0 0,0-18 128 0,7 20-128 16,2-4 0-16,-2-1 0 0,5-1 144 0,3-2-144 0,3-1 0 15,-1-3 1008-15,2-3 80 0,2 1 32 0,3-1 0 32,2 0-1920-32,1-2-384 15,3 1-80-15,-1-1-16 0,0-3-1184 0,1 0-240 0,8-8-48 16,-6-3-7984-16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1:58.81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28 65 7359 0,'0'-10'656'0,"2"-2"-528"16,-1 0-128-16,1 1 0 0,-2 1 1952 0,0 10 352 0,4-12 80 0,-4 12 16 15,0 0-1536-15,0 0-304 16,0 0-64-16,0 0-16 0,0 0-224 0,0 0-32 0,0 0-16 0,0 0 0 31,0 0 176-31,0 0 48 0,0 0 0 0,-7 15 0 16,7-15 80-16,-6 19 32 0,0-3 0 0,0-1 0 0,6-15 0 0,-3 21 0 16,1 0 0-16,0-2 0 0,1 3 128 0,1 1 32 0,-4-3 0 0,4 5 0 15,0-1-128-15,0 0-32 0,0 4 0 0,4-1 0 16,-1-3-96-16,2 4 0 0,1 1-16 0,0-1 0 15,1 1 16-15,4 2 0 0,1-1 0 0,2 2 0 16,1 3 32-16,1-2 16 16,-1-2 0-16,1-2 0 0,1-3-256 0,2-2-48 15,-2-3-16-15,0 1 0 0,2-1-176 0,-3-2 0 0,-2-3 0 0,-2-1 0 16,-2 1 0-16,-3-3 0 16,-5 1 0-16,-2-14 0 0,-4 18 0 0,-1-3 0 15,-2 1 0-15,-1-3 0 0,-4-2 0 0,0-1 0 16,-1 0 0-16,0 1 0 0,-1-1 0 0,0 1 0 0,-1-3 0 0,-1 4 128 15,-1 0-128-15,1-1 0 0,1-3 0 0,1 1 0 0,0 0 0 0,2-2 0 16,0-1 0-16,12-6 0 0,0 0 128 0,-10 6-128 16,10-6 0-16,0 0 128 15,0 0 0-15,0 0 0 0,0 0 0 0,0 0 0 0,0 0 64 16,3-12 0-16,0-2 0 0,4 3 0 0,2 3-320 0,-9 8-64 0,15-5-16 0,1 3-10208 16,-2 2-2032-16</inkml:trace>
  <inkml:trace contextRef="#ctx0" brushRef="#br0" timeOffset="1689.1525">49 617 1839 0,'0'0'160'0,"0"0"-160"0,0 0 0 0,0 0 0 0,0 0 3024 0,0 0 576 0,0 0 112 0,0 0 32 32,0 0-1952-32,0 0-400 0,0 0-80 0,0 0-16 0,0 0-400 0,0 0-96 15,0 0-16-15,0 0 0 0,0 0-304 0,0 0-64 0,0 0-16 0,0 0 0 31,0 0-32-31,10 16-16 0,-3 3 0 0,1 5 0 16,3 4 368-16,-3 3 80 0,-1 2 16 0,0 3 0 16,0 0-32-16,0 0 0 0,-2 1 0 0,0-5 0 0,-1-1-160 0,-2-1-48 0,-1-4 0 0,1 3 0 15,-2 0-304-15,2 1-64 16,1 1-16-16,2-2 0 0,1 0-192 0,-1 1 0 16,2 1 0-16,1-2 0 0,1-3 0 0,0-3 0 15,-1-6 0-15,1-2 0 0,-1-4 0 0,-8-11 0 0,14 8 0 0,0-2 0 16,-14-6 144-16,16 3-16 0,-16-3 0 0,15 3 0 15,-15-3-128-15,12 11 0 0,-1 4 0 0,-3 6 0 16,-4 0-3072-16,-4-2-608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9:30.89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21319 2694 911 0,'0'0'0'0,"0"0"0"0,0 0 0 0,0 0 0 16,0 0 0-16,0 0 0 0,0 0 2112 0,0 0 352 16,0 0 64-16,0 0 16 0,0 0-1760 0,0 0-336 15,0 0-80-15,13-1-16 0,-13 1 96 0,0 0 32 16,14-2 0-16,-14 2 0 0,0 0 464 0,0 0 80 0,0 0 32 0,0 0 0 16,0 0-144-16,0 0-16 0,14-2-16 0,-14 2 0 15,0 0-304-15,0 0-64 0,0 0-16 0,0 0 0 16,0 0-160-16,14 4-16 0,-14-4-16 0,0 0 0 15,0 0-128-15,10 10-32 16,-10-10 0-16,9 14 0 0,0 0 16 0,-3-1 0 0,-6-13 0 0,9 21 0 16,-2 0 112-16,0 0 32 0,0-1 0 0,-2 3 0 15,-2 1 80-15,4 0 0 0,0-3 16 0,0 3 0 16,-2 2 0-16,2-4 0 16,0-1 0-16,0 0 0 0,-2-1-48 0,0 1-16 15,-1-2 0-15,-1-2 0 0,2-1-160 0,-1-1-48 0,-4 3 0 0,0-1 0 16,2 0 0-16,-1 0 0 0,1-1 0 0,0 1 0 0,0-1 64 0,-1 1 0 15,-1-17 0-15,4 24 0 16,-1 2-192-16,1-2 0 0,-3 0 0 0,3 1 128 0,1-1-128 0,0 3 0 16,0 4 0-16,0 4 0 0,1-1 0 0,-1 1 0 15,0-1 0-15,0-2 0 0,-1-1-144 0,-1 0 144 16,-1-4 0-16,0-1 0 0,-2-3 0 0,-2-1 0 16,0-3 0-16,0-2 0 0,-1 1 0 0,-1-1 0 15,1-2-160-15,0 1 160 0,-3-1 0 0,3 1 0 16,3-16 0-16,-2 19-128 0,2-19 128 0,-2 17 0 0,1 0 0 15,1 1-128-15,3 1 128 0,-1 0 0 16,0 0 0-16,1 0 0 0,1 1 0 0,-1 4 0 0,-1 2 0 0,1 4 0 16,2 3 0-16,-1 3 0 0,-1-2 0 0,1 1 0 0,-1-2 0 15,1-4 0 1,-3-1 0-16,1-1 0 0,-2 1 0 0,2-6 0 0,0-3 0 0,-2 2 0 16,-2-2 0-16,4 0 0 15,1-2 0-15,0-1 0 0,-3-16 0 0,6 19 0 0,-1-4 0 0,-5-15 0 0,5 17 0 0,-5-17 0 16,3 16 0-16,-3-16 0 0,0 0 0 0,6 16 0 31,-6-16 0-31,0 0 0 0,0 0 0 0,0 0 0 16,0 0 0-16,0 0 0 0,0 0 0 0,0 0 0 0,0 0 0 0,0 0 0 0,0 0 0 0,0 0 128 15,0 0-128-15,0 0 176 0,0 0 80 0,0 0 0 16,0 0 16-16,0 0 0 0,0 0 144 0,0 0 32 0,0 0 0 0,0 0 0 31,0 0-304-31,-14 6-144 0,0-2 160 0,0-4-160 16,-1 0 144-16,-3 0-144 0,-2 2 128 0,-3-1-128 15,-1-2 0-15,-2-1 0 0,-1 0 0 0,-3-1 0 0,-3 1 128 0,1 2-128 16,-3 0 128-16,1 2-128 0,-3-1 0 0,1 1 0 16,2 2 0-16,-1-3 0 0,-1-1 0 0,1 0 0 15,4 4 0-15,2-1 0 0,1-1 0 0,1 0 0 16,-1 1 0-16,0 1 0 0,1-3 0 0,-1 1 0 0,1 0 0 0,-1-1 0 16,0-1 0-16,1 4 0 0,1-2 0 0,2 1 0 15,0 1 0-15,-2-1 0 0,-2 0 0 0,0 3 0 16,1 1 0-16,-1-1 0 0,1 1 0 0,1 0 0 0,2 0 0 0,-1 0 0 15,-1 0 0-15,2 0 0 16,2 0 0-16,1 0 0 16,2 1 0-16,2-1 0 0,-2-2 0 0,2 1 0 0,-1-1 0 0,1 0 0 15,2 2 0-15,-3-4 0 0,-1 1 0 0,2-1 0 16,0 1 128-16,0-1-128 0,-1 1 128 0,-1-1-128 16,0-1 0-16,-1-1 0 0,-1 1 0 0,-1 0 0 15,-1-2 0-15,1 2 0 0,-1-1 0 0,-4 3 0 16,-6-1 0-16,-7 2 0 0,-5 4 0 15,-5 1 0-15,-7 3 0 0,-1-7 0 0,-1-2 0 0,0-1 0 16,0-3 0-16,3 2 0 16,-1 2 0-16,1 2 0 0,3 5 0 0,1 1 0 0,4 2 0 0,-2 1 0 15,-2 2 0-15,0 2 0 0,-3-5 0 0,0-2 0 16,-1-3 0-16,3 0 0 0,-1-3 0 0,4 0 0 16,2-1 0-16,5 0 0 0,3 0 0 0,4 4 0 0,0-2 0 0,3 1 0 15,4-1 0-15,3 2 0 16,2 0 0-16,3-1 0 0,2 3 0 0,0-3 0 15,2-3 0-15,1 2 0 0,0 0 0 0,3-2 0 0,-1 0 0 0,0-1 0 0,0-1 0 16,2 3 0 0,0-3 0-16,0 0 0 0,-2 1 0 0,2-1 0 0,12-3 0 0,-12 4 0 15,2-1 0-15,10-3 0 0,-11 4 0 0,11-4 0 16,-10 3 0-16,10-3 0 0,-10 4 0 0,10-4 0 16,0 0 0-16,0 0 0 0,-11 3 0 0,11-3 0 15,-10 4 0-15,10-4 0 0,0 0 0 0,0 0 0 16,-10 3 0-16,10-3 0 15,0 0-144-15,0 0 144 0,-13 2 0 0,13-2 0 0,-12 1 0 16,12-1 0-16,-12 4 0 0,12-4 0 0,-12 2 0 0,12-2 0 16,-12 0 0-16,12 0 0 0,-12 3 0 0,12-3 0 0,-12-3 0 0,12 3 0 15,-12 1 0-15,12-1 0 0,-10-1 0 0,10 1 0 0,-11 1 0 0,11-1 0 16,-12 0 0-16,12 0 0 0,-12-3 0 0,12 3 0 31,-14-2 0-31,4 0 0 0,10 2 0 0,0 0 0 0,-12 0 0 0,12 0 0 16,-12-1 0-16,12 1 0 0,-11-2 0 0,11 2 0 15,-12-2 128-15,12 2-128 0,-10-3 0 0,10 3 0 0,-10-2 0 0,10 2 0 16,-13-2 0-16,13 2 0 0,0 0 0 0,0 0 0 16,-10-5 0-16,10 5 0 0,-10-3 0 0,10 3 0 15,0 0 0-15,0 0 0 0,-12-4 0 0,12 4 0 16,-12-3 0-16,12 3 0 16,-12 0 0-16,12 0 0 0,-11 2 0 0,11-2 0 15,-12 5 0-15,12-5 0 0,0 0 0 0,-10 5 0 16,10-5 0-16,-12 5 0 0,12-5 0 15,-12 5 0-15,-2-1 0 0,3-1 0 0,11-3 0 0,-12 5 0 16,-1-1 0-16,0-2 0 0,0-2 0 0,-1 1 0 16,0 1 0-16,-2 1 0 0,-1 1 0 0,-2-1 0 0,-3-1 0 0,-1-2 0 0,-1 0 0 0,0 0 0 15,-4-2 0 1,-1 2 0-16,-4 0 0 0,-3 0 0 0,0-1 0 0,1 1 0 16,-1-2 0-16,2 0 0 0,-1 0 0 0,0 2 0 15,1 0 0-15,-2 0 0 0,-4 0 0 0,0 2 0 16,-1 0 0-16,-4-2 0 0,-5-2 0 0,0 2 0 0,0 2 0 0,-4-2 0 15,-3-4 0-15,2 3 0 0,0-1 0 0,1 0 0 0,3 2 0 16,-1 0 0-16,0 2 0 0,0 1 0 16,1 1 0-16,-1-2 0 0,0-2 0 0,0 1 0 15,-1 1 0-15,1 0 128 16,4-2-128-16,3 0 192 0,2-2-192 0,1 0 0 16,2 2-192-16,1 2 192 0,-1 0 0 0,2 1-128 0,2 1 128 0,0-1 0 15,-1 1 0-15,-1-1 0 0,-1 2 0 0,-1-1 0 16,-1-1 0-16,-3 1 128 0,-4-4-128 0,1 0 192 0,1 0-192 0,1 0 0 15,0 0 0-15,0 0 0 16,-1 1 0-16,1 3 0 0,0 1 0 0,0-2-160 16,-2 1 160-16,-3-1 0 0,-1-1 0 0,-5 0 0 15,-2-1 0-15,1-1 0 0,-2-1 0 0,2-1 176 0,2-1-176 0,0 1 0 16,-2 2 0-16,0 2-176 16,0-1 176-16,-4 1 0 0,-4-2 0 0,-3 0 0 15,-2-5 0-15,-1 1 0 0,-2-1 0 0,-1 2 0 0,-2-1 0 0,-1 4 0 0,-1 0 0 0,-5 0 128 16,-7-1-128-16,1-3 0 15,-1-1 0-15,0 1 0 16,-1 1 0-16,1 1 0 0,-2 2 0 0,-3-1 0 0,-3-3 0 0,1 1 0 0,-1-1 0 0,3 4 0 16,0-1 0-16,-1 1 0 0,-5 0 0 0,0 0 0 31,-3-2 0-31,4-2 0 0,5 1 0 0,2-1 0 0,1 3 0 0,-1 1 0 0,-2 0 0 0,-1 0 0 31,-1-2 0-31,4 0 0 0,1 2 0 0,4 2 0 0,0 0 0 0,-2 1 0 16,-3-1 0-16,0-4 0 0,0-1 144 0,5 1-144 15,3 0 192-15,6 4-192 0,1-2 0 0,2 0 0 16,-1 0 0-16,-1-2 0 0,0 1 0 0,4-1-144 0,3 0 144 0,6 0 0 0,3 1 0 0,3 1 0 16,2 1 0-16,2-1 0 0,-1 0 0 0,1 0 0 15,0 2 0-15,-2-2 0 16,5-2 0-16,2 1 0 0,2-1 0 16,1 0 0-16,4 2 0 0,2 0 0 0,1 2 0 0,2-2 0 15,-2 0 0-15,4 3 0 0,2 1 0 0,-1-1 0 16,1 1 0-16,-1-3 0 0,-3-1 0 0,0 0 0 15,-2 0 0-15,2 0 0 0,0 0 0 0,-1-1 0 0,-3-3 0 0,1 3 128 16,1 1-128-16,2-2 128 0,0-2-128 0,-1 3 0 16,-3-1-128-16,-1 2 128 15,-2 0 0-15,2 0 0 0,-2 0 0 0,-3 0 0 0,-6 0 0 0,2 0 0 16,2 0 0-16,-1 0 0 0,-5 0 0 0,5 0 0 16,2 0 0-16,3 0 0 15,1 2 0-15,2-1 0 0,1-1 0 0,4 2 0 16,4 0 0-16,-1 0 0 0,2-2 0 0,-1 0 0 15,-2 0 0-15,1 0 0 0,1 0 0 0,1-2 0 0,0 0 0 0,-1 0 0 0,-3 1 0 16,3-3 0 0,-1 1 0-16,1 1 0 0,-1 0 0 15,2 1 128-15,1 2-128 0,-5-1 0 0,1 2 0 0,2 0 0 0,-4-1 0 0,1 1 0 16,-1 0-128-16,-1 1 128 0,-4-1 0 0,-1 2 0 16,1-3 0-16,-3-1 0 0,-4 0 0 0,1-1 0 0,3 1 0 0,1 0 128 15,-2-2-128-15,2 2 0 0,2 0-128 0,0 0 128 0,0 0 0 0,0 0 0 16,0 0 0-16,-2 0 0 0,-4 0 0 0,1 0 0 31,-2 0 0-31,-2 0 0 0,-1-2 0 0,-2 0 0 0,-1 2 0 0,5 0 128 16,-3-1-128-16,2 2 0 0,-1 3-128 0,1-1 128 15,2 1 0-15,-4-1 0 0,-3 1 0 0,0-3 0 16,2-1 0-16,2 0 0 16,-1 0 0-16,4-1 128 0,4-1-128 0,1 0 0 15,2 2 0-15,1 0 0 0,2 0 0 0,4 2 0 0,0-2-128 0,1 0 128 16,3 0 0-16,-3 0 0 0,-1-2 0 0,0 2 0 15,-1-2 0-15,-1 1 0 16,-1-1 0-16,-1 0 0 0,0 1 0 0,2 1 0 0,0 0 144 0,2-2-144 16,-2 0 0-16,4 0 0 0,1 2 0 0,-2-1 0 15,-1-1 0-15,3 2 0 0,4 2 0 0,0-2 0 16,-2-2 0-16,-1 0 0 0,0 0 0 0,-3 1-144 16,-1-1 144-16,0 0 0 0,-2 1 0 15,0-1 0-15,-2-2 0 0,2 1 0 0,0-1 0 0,0 1 128 16,2 0-128-16,1 1 0 0,3 2-128 0,0 0 128 15,1-2 0-15,2 0 0 0,0 2 0 0,1-1 0 16,-1-1 0-16,1 2 0 0,1 0 0 0,-1-2 0 16,-3 0 0-16,-2 1 0 0,-1 1 0 0,-1-2 0 15,-1-1 0-15,-2-1 0 0,-4-1 0 0,3 0 0 16,1 0 0-16,-2 1 0 0,0 1 160 0,2 1-160 16,0 0 0-16,2 2 0 0,0 0-128 0,0 0 128 0,-1 0 0 15,1 0 0-15,2 2 0 0,-1-2 0 0,-3 0 0 0,4-2 0 16,-1-1 0-16,2-2 0 0,1-1 0 0,0 0 0 15,3-1 0-15,3-2 0 0,0-1 0 0,4-1 0 0,1 1 128 0,2 0-128 16,0-1 0-16,2 1 0 0,0-2 0 0,-2 3 0 16,1 0 0-16,3 3 0 15,-2-1 0-15,-1 2 0 0,-1-1 0 0,2 3 0 16,-2 1 0-16,2 2 0 0,-2 0 0 0,0 0-128 0,0 0 128 0,2 0 0 16,1 0 0-16,2 0 0 0,1-2 0 0,0 1 0 15,1-1 0-15,0-1 0 0,0-3 0 0,12 6 0 16,-10-7 0-16,1 2 0 0,1-2 0 0,-1 0 0 15,2 1 0-15,7 6 0 0,-9-13 0 0,3 5 0 0,-3 1 0 0,2-2 0 16,-2-1 0-16,1 3 0 16,-1 4 0-16,9 3 0 0,-12-6 0 0,3 3 0 15,-1 1 0-15,0 1 0 0,-2-3 0 0,3 2 0 16,0 1 0-16,9 1 0 0,-12-6 0 0,4 3 0 0,8 3 0 0,-11-5 0 16,3 0 0-16,8 5 0 0,-7-11 0 0,2 3 0 15,1-1 0-15,1 2 0 16,-2 0 0-16,5 7 0 0,-4-14 0 0,2 6 0 15,1-1 0-15,-1 1 0 0,-2-1 0 0,4 9 0 16,-1-12 0-16,1 12 0 0,-2-12 0 0,0 3 0 0,-1 0 0 0,1 1 0 16,0-4 0-16,1 3 0 0,-3 0 0 0,4 9 0 15,-3-12 0-15,1 2 0 0,0 0 0 0,2 10 0 16,0 0 0-16,-5-9 0 0,5 9 0 0,-3-12 0 16,-3 0 0-16,6 12 0 0,-3-12 0 0,0 1 0 15,3 11 0-15,-6-12 0 0,6 12-128 16,-5-13 128-16,-2 2 0 0,2 1 0 0,5 10 0 0,-7-14 0 15,0 0 128-15,0 2-128 0,-1 2 0 0,1-1 0 0,0-1 0 0,2-1 0 0,-2-1 0 32,2 0 0-32,0-3 0 0,-1-2 0 15,1-4 128-15,0 1-128 0,0-1 0 0,0-3 0 0,-1-3 0 0,1-4 0 0,0-1 0 0,-2-2-160 16,0 3 160-16,2 2 0 16,-2 0 0-16,0-2 0 0,0 2 0 0,0 3 0 0,-1 4 0 0,1 2 0 15,-2-1 0-15,-3 1 0 0,-2-1 0 0,2 1 0 0,0-1 0 0,0-2 0 16,-2-3 0-16,1-3 0 15,1 1 0-15,-1-6 0 16,0-7 0-16,-1-7 0 0,0-5 0 0,0 0 0 16,-1 1 0-16,4 4 0 0,4 2 0 0,6 8 0 0,1 7 0 0,-2 4 0 0,-3 1 0 0,0 2 0 15,-1-1 0-15,1-1 0 0,2 2 0 0,1-1 0 16,2-3 0 0,0 1 0-16,0 1 0 0,0 1 0 0,-2-3 0 0,2-2 0 15,-3-6 0-15,-1 0 0 0,-1 0 0 0,-2 1 0 0,-1 1 0 0,-1 2 0 16,-1-1 0-16,-2 2 0 15,0 1 0-15,-1 4 0 0,0 0 0 0,1-1 0 0,1 1 0 0,3-3 0 16,-1-3 0-16,0-2 0 0,-1-4 0 0,1-3 0 16,1-4 0-16,-1-5 0 0,2-3 0 0,-1 3 0 15,-1 2 0-15,-1 4 0 0,-1 1 0 0,1 2 0 16,0 5 0-16,3 1 0 16,0-1 0-16,0 4 0 0,0 5 0 0,2-1 0 0,1 1 0 0,1 1 0 15,-1 1 0-15,3 1 0 0,-1 0 0 0,0 2-128 16,-1 0 128-16,1-4 0 15,0 0 0-15,1 2 0 0,-3 2 0 0,1-2-128 16,-1 4 128-16,1 1 0 0,-1 2 0 0,-1-1 0 0,0 1 0 0,0 0 0 16,-2-2 0-16,2 2 0 0,0-2 0 0,1 2 0 0,1 0 0 0,1-2 0 15,0 1 0-15,0-1 0 16,1 0 0-16,1 1 0 0,3 1 0 0,-1 1 0 16,0 1 0-16,1 2 0 0,2 1 0 0,0-2 0 15,-1 1 0-15,-1-1 0 0,1 1 0 0,-1-1 0 16,1 2 0-16,-1 2 0 0,-1 0 0 0,-2 12 0 15,0-15 0-15,0 1 0 0,0 2 0 0,0 12 0 0,-4-14 0 0,3-2 0 16,-1 4 0-16,0 0 0 0,-1-2 0 0,1 2 0 16,0 0 0-16,2-2 0 15,-1-1 0-15,1 3 0 0,0 0 0 0,1 0 0 16,1 0 0-16,1 0 0 0,3 3 0 0,-1 0 0 16,-2 1 0-16,4 1 0 0,2-2 0 0,-9 9 0 0,8-10 0 15,-1 1 0-15,-7 9 0 0,0 0 0 16,0 0 0-16,6-10 0 0,-6 10 0 0,3-9 0 0,-3 9 0 0,3-9 0 15,-3 9 0-15,2-8 0 0,-2 8 0 0,0 0 0 0,-2-12 0 16,2 12 0-16,0 0 0 0,2-11 0 0,-2 11 0 16,0 0 0-16,7-8 0 0,3 1 0 0,1 0 0 15,3 4 0-15,-1-1 0 0,1 1 0 0,2-1 0 0,-1 2 0 16,3-1 0-16,-1 1 0 0,4-1 0 0,-3 1 0 16,0 0-176-16,-1 1 176 0,0-3 0 0,1 2 0 15,-3 1 0-15,-1 1 0 0,-14 0 0 0,14 0 0 16,-14 0 0-16,13-2 0 0,-13 2 0 0,14 0 0 15,-14 0 0-15,12 0 0 0,-12 0 0 0,12-2-144 16,-12 2 144-16,16-1 0 0,0-1 0 0,-3 0 0 16,-13 2 0-16,19-3 0 0,0-3 0 0,-1 3 0 15,-3-2 0-15,1 1 0 0,-4-1 128 0,2 2-128 16,-2-1 128-16,0 1-128 0,-12 3 0 0,13-4 0 16,-13 4 0-16,16-3-128 0,-16 3 128 0,16-2 0 15,-4 1 0-15,1-1 0 0,0 0 0 0,0 4 0 0,1-2 0 16,3 0 0-16,4-2 0 0,2 2 128 15,1 0-128-15,3 2 0 0,4 0 0 0,2-2-128 0,0 0 0 0,2 0 0 16,1 1 128-16,2-2 0 16,-2-1 0-16,2 0 0 0,0-1 0 0,2-3 0 15,-1 1 0-15,-1 0 0 0,-1 0 0 0,-3 3 0 16,1 0 0-16,-1 1 0 0,-1-1 0 0,0 2 0 0,-1 3 0 0,1-1 0 16,-2-4 0-16,-1 2 0 0,-3 2 0 0,1 2-128 15,0 1 128-15,1-2 0 16,0-3 0-16,2 2 0 0,-1-2 0 0,1 2 0 0,0-1 0 0,0-1 0 15,-2 0 0-15,-1-1 0 0,-1-1 0 0,1 2 0 16,-2 0 0-16,-2 0 0 0,-2 0 0 0,-3 2 0 0,-1-2 0 0,-3 1 0 16,-1-1 0-16,-14 0 0 0,0 0 0 0,0 0 0 15,0 0 0-15,0 0 0 0,0 0 0 0,0 0 0 16,0 0 0-16,0 0 0 0,0 0 0 0,0 0 0 16,0 0 0-16,14 0 0 15,-14 0 0-15,0 0 0 0,0 0 0 0,0 0 0 16,0 0 0-16,14-3 0 0,-14 3 0 0,13-2 0 0,-13 2 0 0,0 0 0 15,14 0 0-15,-14 0 0 0,0 0 0 0,14 0 0 16,-14 0 0-16,0 0 0 0,0 0 0 0,0 0 0 16,0 0 0-16,14 2 0 0,-14-2 0 0,0 0 0 15,0 0 0-15,14 0 0 0,-14 0 0 0,14 0 0 16,-14 0 0-16,15-2 0 0,2 1 0 0,1-1 0 16,-5 0 0-16,1 0 0 0,0 1 0 0,-14 1 0 15,12-2 0-15,-12 2 0 0,14-4 0 0,-14 4 0 16,0 0 0-16,12-1 0 0,-12 1 0 0,0 0 0 15,0 0 0-15,0 0 0 0,0 0 0 0,0 0 0 16,0 0 0-16,0 0 0 0,0 0 176 0,0 0-48 16,0 0 0-16,12-2 0 0,-12 2-128 0,0 0 0 15,0 0 0-15,0 0 0 0,10-7 0 0,-10 7-144 0,0 0 144 0,0 0-208 16,12-7 208-16,-12 7 128 0,0 0 0 0,0 0-128 16,0 0 0-16,11-5 0 15,-11 5-192-15,0 0 48 0,0 0 144 0,10-7 0 0,-10 7 0 16,0 0 0-16,0 0 0 0,0 0 0 15,0 0 0-15,0 0 0 0,11-5 0 0,-11 5 0 0,0 0 0 16,0 0 0-16,0 0 0 0,0 0 0 0,0 0 0 0,0 0-128 16,0 0 128-16,0 0 0 0,0 0 0 0,0 0 0 15,0 0 0-15,0 0 0 0,12-2 0 0,-12 2 0 0,13 0 0 0,0-2 0 0,-13 2 0 0,12-1 0 16,-12 1 0-16,13 1 0 0,-1-1 0 16,-12 0 0-16,16 2 0 0,-16-2 0 0,14 0 0 0,-14 0 0 15,0 0 0-15,0 0 0 0,14 0 0 0,-14 0 0 16,0 0 0-16,0 0 0 0,0 0 0 0,0 0 0 15,0 0 0-15,0 0 0 0,0 0 0 0,0 0 0 32,0 0 0-32,0 0 0 0,0 0 0 0,12-2 0 0,-12 2 0 0,0 0 0 15,12-1 0-15,-12 1 0 0,14-4 0 0,-14 4 0 0,10-7 0 0,-10 7 0 16,12-5 0-16,-12 5 0 16,0 0 0-16,12-3 0 0,-12 3 0 0,0 0 0 0,0 0 0 0,0 0 128 15,0 0-128-15,0 0 0 16,7-9 0-16,-7 9 0 0,0 0 144 0,0 0-144 0,0 0 192 0,0-12-192 15,0 12 0-15,0 0 0 0,0 0 0 0,-5-14 0 0,0 2 0 0,0 0 0 16,-1 0 0-16,6 12 0 16,-3-16 0-16,-1 4 0 0,4 12 0 0,-3-12 0 15,1 0 0-15,1 0 0 0,-1 2 0 0,2 10 0 0,-2-12 0 16,0 1 0-16,-3-1 0 0,2 4 0 16,-1-3 0-16,4 11 0 0,-8-10 0 0,1 1 0 0,0 2 0 15,0-1 0-15,0-1 0 0,0 0 0 0,7 9 0 0,-10-6 0 16,1-3 0-16,0 2-144 15,3 0 144-15,-3 0 0 0,0-1 0 0,1 1 0 0,-1-2 0 16,9 9 0-16,-5-9 0 0,5 9 0 0,-5-10 0 0,5 10 0 16,-4-10 0-16,4 10 0 0,0 0 0 0,0 0 0 15,0 0 0-15,0 0 0 0,5-9 0 0,-5 9 0 16,0 0 0-16,0 0-128 0,0 0 128 0,0 0 0 16,0 0 0-16,0 0 0 0,14 2 0 0,-14-2-128 15,0 0 128-15,0 0 0 0,0 0 0 0,0 0 0 0,12 8 0 0,-12-8 0 31,0 0 0-31,11 13 0 0,-11-13 0 0,0 0 0 0,8 10 0 0,-8-10 0 16,0 0 0-16,11 12 0 0,-11-12 0 0,12 9 0 0,-12-9 128 0,12 10-128 16,-12-10 0-16,10 16-320 15,-1 1 64-15,-4 0-14720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9:31.62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1567 2618 12895 0,'0'0'576'0,"0"0"112"0,0 0-560 0,0 0-128 0,0 0 0 0,0 0 0 16,0 0 1024-16,0 0 192 0,-1-12 16 0,1 12 16 15,0 0-336-15,0 0-64 16,0 0-16-16,0 0 0 0,0 0-320 0,0 0-64 16,-5-10 0-16,5 10-16 0,-9-5-272 0,9 5-160 0,0 0 192 0,-14 1-192 31,-1 1 0-31,1 2 0 0,-2-1 0 0,1 0 0 0,-3 3 0 0,3-1 0 16,-1 0 0-16,1 0 0 0,1 4 144 0,2-2-16 15,0 0-128-15,2-2 192 0,-1 2-192 0,1 0 176 0,10-7-176 0,-14 7 160 16,14-7-160-16,-12 6 128 0,12-6-128 0,0 0 128 15,0 0-128-15,0 0 0 0,0 0 144 0,0 0-144 16,0 0 0-16,0 0 128 0,0 0-128 0,0 0 0 16,0 0 0-16,14 0 144 0,1 0-144 0,1-1 0 15,1-1 128-15,0-1-128 16,2-3 0-16,2 1 0 0,3 2 0 0,0-1 0 0,0 1 0 0,-1-2 0 16,-2-2 0-16,-2 0 0 0,0-2 0 0,-2 2 0 0,-2 0 0 0,-1 2 0 31,-2-2 0-31,-1 0-144 0,-11 7 144 0,10-8 0 0,-10 8 0 0,7-14 0 0,-4 2 0 0,1 0 0 15,-2 1 0-15,-2 11 0 16,0 0 0-16,0-12 0 16,0-3 160-16,-2 4-160 0,0 1 336 0,2 0-16 0,0-1-16 0,0 1 0 15,0 0-48-15,0 10-16 0,-2-9 0 0,2 2 0 16,0 7-32-16,2-10 0 0,-2 1 0 0,0 9 0 16,0 0 48-16,0 0 0 0,0 0 0 0,0 0 0 15,0 0 144-15,0 0 48 0,0 0 0 0,0 0 0 0,0 0-448 0,7 16 0 0,-4 1 0 0,3 2 0 16,-1 2 0-16,2-1 0 15,1-1 0-15,3 0 0 0,2 0 0 0,3-1 0 16,3-5 0-16,3 3 0 16,6-1-976-16,5-1-240 0,17 0-32 15,-3 2-16-15</inkml:trace>
  <inkml:trace contextRef="#ctx0" brushRef="#br0" timeOffset="1816.2993">1611 2801 2751 0,'0'0'256'16,"0"0"-256"-16,0 0 0 0,0 0 0 0,0 0 2752 0,0 0 512 15,0 0 112-15,0 0 16 0,0 0-1520 0,0 0-288 16,5-14-64-16,-5 14-16 0,0-12-416 0,0 12-96 16,0 0-16-16,0 0 0 0,-4-15-368 0,4 15-80 15,-3-14-16-15,3 14 0 0,0-14-208 0,0 14-48 16,0 0-16-16,-2-15 0 0,2 15-80 0,2-16-16 15,-2 1 0-15,0 1 0 0,0 0-16 0,2 2-128 0,-1-4 192 0,3 1-64 16,-1-1 112-16,1-1 16 16,-3-2 0-16,1 2 0 0,-2 0 0 0,0 1 0 15,0 0 0-15,0 1 0 0,0-1-128 0,-2 3 0 16,1-1-128-16,-3 2 192 0,1 3-192 0,3 9 0 0,-5-10 0 0,5 10 0 16,0 0 0-16,-6-7 128 15,6 7-128-15,0 0 0 0,-3-9 0 0,3 9 0 0,0 0 0 0,0 0 0 0,0 0 0 16,2-10 0-16,1 1 0 0,1-1 0 0,-4 10 0 15,3-9 0 1,1 1 0-16,-4 8 0 0,5-9 0 0,-5 9 0 16,3-9 0-16,-3 9 0 0,0 0 0 0,0 0 128 15,0 0-128-15,0 0 144 0,0 0-144 0,0 0 0 16,0 0 0-16,0 0 0 0,-12 2 0 0,2 3 0 0,-2 2 0 16,3 2 0-16,0-1 0 0,9-8 0 0,-7 11 0 0,7-11 0 0,-3 15 128 0,3-15-128 15,-5 14 0-15,5-14 128 16,-2 14-128-16,2-14 0 0,-2 14 0 0,2-14-176 15,0 15 176-15,0-15 0 0,0 0 0 0,0 16 0 0,2-2 0 0,-2-14 0 16,0 12 0-16,0-12 0 16,-2 15 0-16,-1-1 0 0,3-14 0 0,-9 12-128 15,1-2 128-15,-4-1 0 0,-1-2 0 0,1-2 0 16,0 0 0-16,12-5 0 0,-13 4 0 0,13-4 128 16,0 0-128-16,0 0 0 0,-14 3 0 0,14-3 0 15,0 0 0-15,0 0 0 0,0 0 128 0,0 0-128 0,0 0 0 0,0 0 0 16,0 0 0-16,0 0 0 0,0 0 0 0,0 0 0 15,0 0 0-15,10-10 0 0,-10 10 0 0,10-14 128 16,-3 0-128-16,-7 14 0 0,9-12 0 0,-2 2 128 16,0-4-128-16,0 0 0 0,-2 0 128 0,-2 2-128 15,1-1 128-15,-3 0-128 0,1 3 0 0,2 1 0 16,-1 1 0-16,1-3 0 0,-1 1 0 0,2 1 0 0,-1-1 0 0,3 1-128 16,1 3 128-16,1-1 0 15,-9 7 0-15,14-9 0 0,-2 2 0 0,2-1-128 16,-2 2 128-16,3 1-128 0,1 0 128 0,-3 2 0 0,-13 3 0 0,16-2 0 0,-2 2 0 15,-14 0-128-15,0 0 128 0,0 0-128 0,0 0 128 0,12 10 0 32,-12-10 0-32,10 16 0 0,-3 3 0 0,-2 1 0 15,-1 1 0-15,1 8 0 0,2 4 0 0,1 2-160 0,5-2 160 0</inkml:trace>
  <inkml:trace contextRef="#ctx0" brushRef="#br0" timeOffset="-359613.3881">1122 4116 9215 0,'0'0'816'0,"0"0"-656"0,11-8-160 0,-3-1 0 0,1-1 2816 0,1 1 512 16,-1-1 128-16,3 1 0 15,2 1-1744-15,-2 1-368 0,0 0-64 0,0 0 0 16,0 0-784-16,2 2-160 0,0 1-16 0,-1 4-16 16,-13 0-304-16,16 4 0 0,-2 1-128 0,-14-5-11968 15</inkml:trace>
  <inkml:trace contextRef="#ctx0" brushRef="#br0" timeOffset="-359419.9803">1115 4185 13823 0,'0'0'1216'0,"0"0"-960"15,0 0-256-15,0 0 0 0,0 0 2064 0,0 0 368 16,14-8 80-16,0 1 16 0,1 0-1712 0,3 0-352 0,1 0-64 16,1 0-16-16,3 2-224 0,3 2-160 0,0-1 192 0,1 3-192 0,4-1 144 15,0 4-144-15,-1-2 0 0,2 0-10912 16</inkml:trace>
  <inkml:trace contextRef="#ctx0" brushRef="#br0" timeOffset="-360441.1406">1559 3373 24991 0,'-24'-9'1104'0,"8"7"240"0,-3 4-1088 0,2 3-256 15,3 0 0-15,2 4 0 0,0 1 528 0,0-1 48 0,0 0 16 0,-2 1 0 16,-2 0-128-16,3 4-16 16,-5 2-16-16,5-1 0 0,-1 2-256 0,3 1-48 15,1-3-128-15,1 2 192 0,2-1-192 0,1-1 128 16,-1 3-128-16,0 1 0 16,0-2-1248-16,0-1-352 0,0-3-64 0,7-13-9664 0</inkml:trace>
  <inkml:trace contextRef="#ctx0" brushRef="#br0" timeOffset="-360910.9948">727 3248 5519 0,'0'0'240'0,"0"0"64"0,0 0-304 0,0 0 0 0,-12-7 0 0,12 7 0 16,0 0 1888-16,0 0 320 0,0 0 64 0,0 0 16 15,-11-5-1264-15,11 5-256 0,-8-7-64 0,8 7 0 16,-7-8 416-16,7 8 80 0,0 0 16 0,0 0 0 15,0 0-320-15,0 0-64 0,0-12-16 0,0 12 0 0,3-11-416 0,-3 11-80 0,0 0 0 16,0 0-16 0,14 4-176-16,2-1-128 0,-2 4 144 0,1 0-144 15,1 2 368-15,1-1-32 0,2 3 0 0,0-1 0 0,0-1-80 0,0-3-32 16,-2 0 0-16,0-1 0 16,2 0 80-16,-1 0 16 0,-3-1 0 0,1 2 0 15,-1 1 64-15,-1 0 32 0,-14-7 0 0,14 7 0 16,-14-7-192-16,10 14-32 0,-3 0-16 0,-7-14 0 0,4 19-176 0,-4-2 192 15,-4-1-192-15,-1-3 192 0,-4-2-192 0,-3-1 160 16,-2 2-160-16,-1 2 160 0,-4 0-16 0,2-4 0 0,1 1 0 0,1 1 0 16,-1-2 64-16,2 0 16 0,2-1 0 0,12-9 0 0,-12 10-48 0,12-10-16 15,0 0 0-15,0 0 0 0,0 0-160 0,0 0 160 16,0 0-160-16,0 0 160 0,0 0-160 0,17 7 0 31,4-2 144-31,1-5-144 0,3-1 0 0,0-1-160 0,3 0 16 0,-4-1 0 31,-3-2-2320-31,0-1-464 0,-1 0-80 0</inkml:trace>
  <inkml:trace contextRef="#ctx0" brushRef="#br0" timeOffset="-360231.1181">1222 3471 18431 0,'0'0'1632'0,"0"0"-1312"0,0 0-320 0,0 0 0 31,0 0 1072-31,0 0 144 0,9-12 16 0,1 5 16 16,4 0-608-16,0 2-112 0,0 1-16 0,3 3-16 15,0 1 192-15,2 3 32 0,0 1 16 0,4 2 0 16,1 1-176-16,2-1-48 0,0 0 0 0,1 3 0 0,1 1-304 0,-1 4-64 0,1 4-16 0,-2 1 0 16,-2 3-128-1,0 2 0-15,0 2 0 0,1-2-8768 16,-3 0-1776-16</inkml:trace>
  <inkml:trace contextRef="#ctx0" brushRef="#br0" timeOffset="-360682.077">782 3486 8287 0,'0'0'736'0,"12"-5"-592"0,4 2-144 0,-1-2 0 31,-1 1 2176-31,2 1 416 0,3-1 80 0,0 1 16 16,-2-2-2016-16,0 1-400 0,2 2-80 0,0 2 0 15,-2 0-192-15,-1 0 0 0,-2 2 0 0,-14-2-8240 16</inkml:trace>
  <inkml:trace contextRef="#ctx0" brushRef="#br0" timeOffset="-356571.2774">877 4921 10767 0,'0'0'464'0,"0"0"112"0,-14-2-448 0,14 2-128 0,-12-1 0 0,12 1 0 16,0 0 1152-16,0 0 224 0,-8-6 32 0,8 6 16 0,0 0-144 0,-9-7-16 0,0 2-16 0,9 5 0 31,0 0-192-31,0 0-32 0,-7-7-16 0,7 7 0 16,0 0-352-16,0 0-64 0,0 0-16 0,0 0 0 16,0 0-256-16,0 0-48 0,0 0-16 0,0 0 0 0,0 0-256 0,0 0 0 15,11-8 0-15,-11 8 0 0,8-9 0 0,-8 9 0 0,0 0 0 0,12-12 0 31,-1 1 0-31,-11 11 0 0,14-8 0 0,-14 8 0 16,12-9 0-16,-12 9 0 0,14-7 128 0,-2 0-128 0,0 0 144 0,1 4-16 0,-13 3-128 16,18-4 192-1,-3-1-48-15,1 2-16 0,-1-1 0 0,1 3 0 0,-16 1 64 0,17-2 16 0,-3 0 0 0,-14 2 0 16,15 2 48-16,-1 0 0 16,-14-2 0-16,14 6 0 0,-14-6-256 0,10 9 144 15,-10-9-144-15,9 14 128 0,-9-14-128 0,4 16 128 0,-3-3-128 0,-1 3 128 16,-3 0 16-16,-1-2 0 15,-1-1 0-15,-2 1 0 0,-1 0 112 0,-3-2 0 0,-1-3 16 0,0 0 0 16,0 3-16-16,0 2-16 0,-2-1 0 0,-1 1 0 16,-3 2-48-16,1-1-16 0,0-2 0 0,1 2 0 15,1 1-16-15,-1-1 0 0,1-1 0 0,-1 2 0 0,1 1-160 0,1 0 192 16,0-3-192-16,2 0 192 0,2 0-64 0,1-2 0 16,2 0 0-1,7-12 0-15,-5 12-128 0,5-12 0 16,0 0 0-16,0 0 0 0,0 13 0 0,0-13 0 15,12 8 0-15,2-3 0 0,-14-5 0 0,19 0 0 0,0-1 0 0,1-3 0 16,3-1 0-16,1-2 0 0,0-2 0 0,2-3 0 16,0 0 0-16,2-2 0 0,-3-1 0 0,3 1 0 15,-2 0 0-15,0 0 0 0,3 0 0 0,1 2 128 16,-3 2-128-16,1-1 0 0,-2 1 0 0,0 3 0 0,-1 2 0 0,-2 1-144 0,-4 3 0 0,-2-3-15136 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3:35.96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2008 4777 15311 0,'0'0'672'0,"0"0"160"0,0 0-672 0,0 0-160 0,0 0 0 0,0 0 0 15,-11-3 832-15,11 3 128 16,0 0 16-16,0 0 16 0,-12-5-192 0,5 3-32 0,7 2-16 0,0 0 0 16,0 0-128-16,0 0-32 0,0 0 0 0,0 0 0 0,0 0-288 0,0 0-64 31,0 0-16-31,0 0 0 0,0 15-80 0,0-15-16 0,0 0 0 0,0 0 0 16,11 21 80-16,-1-5 16 0,-10-16 0 0,14 12 0 15,-14-12 160-15,15 12 48 0,-15-12 0 0,18 16 0 0,-5 1-112 0,-13-17 0 16,16 7-16-16,-16-7 0 15,15 17-112-15,-1-1-32 0,-14-16 0 0,16 12 0 16,-16-12-160-16,14 12 128 0,-14-12-128 0,0 0 128 16,0 0-128-16,0 0 192 0,8 17-192 0,-8-17 192 15,0 0-192-15,0 0 0 0,0 0 0 0,-7 13 0 0,7-13 128 0,-14 10-128 0,1-1 128 0,-1-4-128 16,-2 2 128-16,1-2-128 0,-2 0 128 0,1 0-128 16,0-1 0-16,3-1 0 0,-1 1 0 15,2-1 0 1,12-3-672-16,-14 2-112 0,2-2-32 0,12 0-7584 15,-12-2-1520-15</inkml:trace>
  <inkml:trace contextRef="#ctx0" brushRef="#br0" timeOffset="201.6827">2011 4812 1839 0,'0'0'0'0,"0"0"160"0,0 0-160 0,0 0 0 16,10-7 0-16,2 0 0 0,1-3 2560 0,0 4 464 0,3 1 112 0,3 2 0 16,0 1-2224-16,3-1-448 0,2-1-80 0,2 2-32 15,0 1 80-15,2 1 16 0,1 1 0 0,1 3 0 16,-1 1-208-16,2 0-48 0,-3 0 0 0</inkml:trace>
  <inkml:trace contextRef="#ctx0" brushRef="#br0" timeOffset="-485.6096">1528 4833 10127 0,'0'0'896'0,"0"0"-704"16,0 0-192-16,0 0 0 0,0 0 944 0,0 0 144 16,-7 5 48-16,-2 0 0 0,1 0-96 0,-3 2-16 0,1-2 0 0,0 4 0 15,1 0 368-15,0 1 64 16,-1 2 16-16,0 2 0 16,3-2-544-16,1 0-96 0,1-1-32 0,5-11 0 0,-3 10-224 0,-1 2-32 15,1 0-16-15,1-1 0 0,2-11-96 0,0 0-32 16,2 12 0-16,-2-12 0 0,5 9-192 0,-5-9-32 15,0 0-16-15,12 7 0 0,-1-4-32 0,2-1 0 16,1-2 0-16,2 0 0 0,-1-2-128 0,1-3 192 16,-2 1-192-16,-1-1 192 0,3 0-192 0,-2 0 0 15,-4 0 0-15,2-1 0 0,-1 1 0 0,-3 0 128 16,-8 5-128-16,0 0 128 0,7-7-128 0,-2 0 0 16,-3-2 0-16,-2 2 128 0,0 7-128 0,-7-8 0 0,-3 1 0 0,-8-3 0 0,1-1-192 0,-4 4-80 31,-1 2-16-31,-2 0 0 15,0 0-240-15,0 1-48 0,-1 2-16 0,5 4 0 0,1 2-1456 0,1-3-272 0</inkml:trace>
  <inkml:trace contextRef="#ctx0" brushRef="#br0" timeOffset="570.4946">1088 5687 14735 0,'0'0'1312'0,"0"0"-1056"16,0 0-256-16,0 0 0 0,0 0 1760 0,5-10 288 16,2-1 64-16,3 3 16 0,2-1-976 0,2 0-192 15,-2-3-32-15,7 0-16 0,5 0 32 0,4 0 0 16,-1-2 0-16,6 2 0 0,3 2-304 0,6 0-48 15,3-1-16-15,7 3 0 0,4 1-96 0,1-2-32 16,2 0 0-16,-5-3 0 0,-4-2-112 0,-2 1-16 16,-1 1-16-16,-4 0 0 0,-4 5-176 0,-2 1-128 0,-4 1 144 0,-2 5-144 15,-2 4 0-15,-3 3-256 0,-5 0 16 0,-4 1-9744 16,-3 4-1968-16</inkml:trace>
  <inkml:trace contextRef="#ctx0" brushRef="#br0" timeOffset="1004.0132">1485 5818 15663 0,'-11'-7'1392'0,"3"-1"-1120"0,8 8-272 0,0 0 0 0,0 0 3168 0,0 0 576 15,0 0 112-15,0 0 32 0,0 0-2656 0,0 0-528 16,5 13-96-16,3 5-32 15,3 2-160-15,-1 1-32 0,2 2-16 0,0 1 0 0,2 3-112 0,2-1 0 16,-1-2-16-16,2-3 0 0,2 0-240 0,4 0 176 16,-2-6-176-16,-1-1 160 0,1 0-160 0,0-6 0 0,-2-2 144 0,0-3-144 15,-2-1 0-15,4-4 128 16,-2-1-128-16,0-4 0 0,-2-2 0 0,4-1 144 0,1-1-144 0,-1-1 0 16,-1-2 144-16,-1-1-144 0,0-1 0 0,0-1 144 15,-1-2-144-15,-3-2 0 0,-1 1 0 0,0 1 0 16,-4-2 0-16,-1 4 0 0,-2-1 0 0,-4 5 0 15,-1-1 0-15,-2 3 0 0,-2 5 0 0,2 6 0 16,-7-6 400-16,7 6 0 0,0 0 0 0,-10 2 0 16,10-2-16-16,-12 7 0 15,3 0 0-15,2 8 0 0,0 4-384 0,0 6 0 0,2 2 0 0,2 3 0 16,-1 2-176-16,3 1 176 0,1 2-128 0,1-1 128 16,1 1 0-16,2-1 0 0,-1 1 0 0,2-1-128 15,0 1 128-15,1-1 176 0,-1-1-48 0,2 3 0 31,0 9-1616-31,-1 2-336 0,0-1-64 0,7 1-16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9:39.44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25344 4862 5519 0,'0'0'496'0,"0"0"-496"0,0 0 0 0,0 0 0 0,0 0 1280 0,0 0 176 15,0 0 16-15,0 0 16 16,0 0-832-16,0 0-160 0,0 0-48 0,0 0 0 0,0 0-176 0,-6-11-32 0,6 11-16 0,0 0 0 15,0 0 288-15,0 0 64 16,0 0 16-16,0 0 0 0,0 0 512 0,0 0 112 16,0 0 0-16,0 0 16 0,0 0-368 0,0 0-80 15,0 0-16-15,0 0 0 0,0 0-192 0,0 0-32 0,0 0-16 0,9 14 0 16,-9-14 112-16,7 17 32 0,-2-1 0 0,2-1 0 0,0 1-128 0,0 3-32 31,1 2 0-31,1 1 0 0,0 0-96 0,-1 3-32 0,-1-3 0 0,2 4 0 16,-1 5-240-16,1 2-144 15,0 1 160-15,-1 1-160 0,1-2 0 0,0 1 0 0,-1-3 0 0,1-1 0 0,-2 1 0 0,0-4 0 16,0-1 0-16,-1 0-160 16,0-4 160-16,1 3 0 0,-1-3 0 0,1-1 0 0,-1-2 0 15,0 0-128-15,1 0 128 0,2 0 0 0,0-2 0 0,-3 4-128 16,1 1 128-16,0 6 0 0,2-1 0 0,0 4 0 16,-1 2 0-16,1 7-128 15,-1 5 128-15,-2 1 0 16,-6-6 0-16,1 0 0 0,-1-1 0 0,-1-2 0 0,-3-6 0 0,-1 0 0 0,-2-5 0 0,0 0 0 31,2 0 0-31,-2-4-128 0,-2-3 128 0,1 0 0 0,1-2 0 16,0 0 0-16,-2-1 0 0,3 1 0 0,-1-1 0 0,1 3 0 0,3 0 0 15,0 1 0-15,-1-1 0 0,2 0 0 16,-1 4 0-16,-1 1 0 0,1 0 0 0,1 2 0 16,2 0 0-16,0 0 0 15,-1-4 0-15,-1-1 0 0,2-2 0 0,0 0 0 0,-2 2 0 0,2-6 0 0,0-3 0 0,0 0 0 0,-2 0 0 0,1 2 0 16,-1-2 0-16,0-1 0 15,0-1 0-15,2-10 0 0,-5 12 0 0,-2-1 0 0,7-11 0 0,-12 8 128 16,-2-1-128-16,2 0 0 16,0-2 0-16,-3 0 128 0,-2 2-128 0,-2-2 176 15,0-1-176-15,-4-1 192 0,-3-1-64 0,0 1 0 16,-1 1 0-16,-3-1 0 0,-2 1-128 0,-3 1 192 16,-3 0-192-16,-2 0 192 0,1-1-192 0,-4 1 0 15,-6 2 0-15,3 0 128 0,-1-5-128 0,0 1 0 0,-3 0 0 0,0 3 0 16,-3-1 0-16,1 2 128 15,0 0-128-15,-3 1 0 0,-7-1 128 0,-2 2-128 16,-2-1 128-16,-3-1-128 0,-3-2 128 0,1-1-128 16,0 1 128-16,2-1-128 0,2-1 128 0,-5 0-128 0,-6 3 0 0,-7-1 128 15,-10 0-128-15,-1 0 0 0,-3-1 144 0,-2-3-144 16,-5 3 0-16,-6-1 0 0,-7 1 0 0,2-4 128 0,1 0-128 0,4 0 0 16,0 3 0-16,-6 2 0 0,-4 0 0 0,-1-1 0 15,1-2 0-15,-4 3-128 0,-2 3 128 0,-3-1 0 16,-6-3 0-16,4 1 0 0,4-2 0 0,1 3 0 15,1 2 0-15,-1 1 0 16,-3-4 0-16,8 0 0 0,11 0 0 0,0 4 0 0,0 1 0 0,1 1 0 16,1-4 0-16,8 0 0 0,7-1 0 0,5 7 0 15,7 0 0-15,0 6 0 0,-1 4 0 0,3-1 0 16,3-1 0-16,2-6 0 0,0-4 0 0,5 1 0 0,4 0 0 0,2 2 0 16,1 0 0-16,0 1 0 0,-2 6 0 0,2-4 0 15,-1-3 0-15,-1-2 0 0,-1-2 0 0,1 1 0 16,2-3 0-16,1 1 0 15,-1 0 0-15,2-1 0 0,5 4 0 0,-4-1 0 16,-4 1 0-16,-1-4 0 0,-1-1 0 0,-2 0 0 16,1-3 0-16,3-1 0 0,1 1 0 0,2 1 0 15,1 0 0-15,-1 0 0 0,-2-1 0 0,-1 1 0 16,-1 0 0-16,-3 0 0 0,-3-1 0 0,1-1 0 16,4-1 0-16,1 1 0 0,2-1 0 0,-1 3 0 0,-4 2 0 0,-2-2 0 0,-2 0 0 0,-1-1 0 31,-4-3 0-31,2 1 0 0,2-2 0 0,2-2 0 0,-2 6 0 0,-1 1 0 15,-1 0 0-15,-3 0 0 0,-4 1 0 0,0-3 0 16,-1-3 0-16,1 2 0 16,2-2 0-16,1 5 0 0,3 2 0 0,-3 0 0 0,-1-2 0 15,4 0 0-15,1-3 0 0,3 1 0 0,2 1 0 0,2 1 0 16,0-2 0-16,4-1 0 0,1 3 0 0,-2 2 0 0,-5 0 0 0,4-2 0 31,3-1 0-31,2-1 0 0,0-3 0 0,3 2 0 0,2 0 0 0,0 1 0 16,0 1 0-16,-3 1 0 0,1 2 0 0,-1 0 0 0,-4-2 0 0,0-2 0 15,-1 1 0-15,1-3 0 16,0-1 0-16,0 0 0 0,0 2 0 0,2 2 0 0,0-1 0 0,-2-1 0 16,-5-1 0-16,0-1 128 15,-2 0-128-15,-1 0 0 0,-4-1 0 0,0-3 128 16,0 1-128-16,0 1 0 0,-2 2 128 0,-6 0-128 16,-6 2 0-16,-3-2 0 0,-2-2 0 0,3 0 128 15,1 1-128-15,-1 1 0 0,-2 3 0 0,-3 2 0 0,-3 0 0 0,-2-1 0 16,-3-1 0-16,5 1-128 0,1 1 128 0,-4 0 0 15,-8 2 0-15,-1-3 0 0,0-1 0 0,0-1 0 16,5-1 0-16,-4 3 128 0,-3 1-128 16,-3-1 144-16,-4-6-144 0,0 2 160 0,0-2-160 0,-1 4 0 0,-6 1 144 0,-3-3-144 15,-2-3 0-15,2 1 0 0,5 2 0 0,-2 4 0 16,-3-3 0-16,0-1 0 0,1-3 0 0,6 3 0 16,3 3 0-16,4 2 0 15,-2-1 0-15,3-2 0 0,2-4 0 0,4 2 0 0,6 3 0 0,2 3 0 0,1 0 0 0,2 0 0 16,3-5 0-16,2-1 0 15,5-3 0-15,1 3 0 16,3 3 0-16,-1 6 0 0,-2 1 0 0,0-3 0 0,-2-7 0 0,4 0 0 16,1 0 0-16,2 4 0 0,0 3 0 0,1 5 0 15,-1 3 0-15,0-1 0 0,-2-5 0 0,1-4 0 16,-1-5 0-16,4 2 0 0,3 1 0 0,1 6 0 0,-4 1 0 0,-1-1 0 16,1-3 0-16,0 0 0 15,-2-5 0-15,4-1 0 0,1-1 0 0,4 4 0 16,2 2 0-16,-3 4 0 0,1 1 0 0,-2 1 0 15,-1-6 0-15,-3-3 0 0,-1-6 0 0,3 2 0 0,2 2 0 0,4 4 0 16,-2 1 0-16,1 2 0 0,2 0 0 0,1-4 0 0,-3-4 0 16,1-5 0-1,-1-1 0-15,4 1 0 0,4-1 0 16,2 1 0-16,3 3 0 0,1 1 0 0,1 1 0 0,-1-1 0 16,-1 0 0-16,1-3 0 0,-2-5 0 0,3-3 0 0,-3 0 0 0,4-1 0 15,2 0 0-15,2 4 0 0,-3 1 0 0,3 4 0 16,-1 1 0-16,-1 1 0 0,-2-2 0 0,0-2 0 15,-1-2 0-15,-1-3 0 16,-3-3 0-16,3 1 0 0,2 0 0 0,2-1 0 0,3 2 0 0,2 1 0 16,0 0 0-16,0 2 0 0,0-4 0 0,2 0 0 0,-2-3 0 0,3 0 0 15,2 0 0-15,2-1 0 16,0 4 0-16,5-1 0 0,5-2 0 0,4-1 0 16,3 3 0-16,3-2 0 0,4-2 0 0,4 1 0 15,-1 1 0-15,4 2 0 0,2-6 0 0,1 0 0 16,1 0 192-16,-3 1-64 0,1 1-128 0,-2-2 0 0,-2-1 0 0,2-3 0 15,0 1 0-15,-2-2 0 0,-1-1 0 0,-1-1 0 16,2-3 0-16,0 2 128 0,-1 3-128 0,-2 2 0 0,1 1 0 0,1-1 0 16,-3 0 0-16,3 1 0 0,-1 3 0 0,2 3 0 15,2 1 0-15,0 2 0 16,0-1 0-16,0-1 0 0,0 1 0 16,3-3 128-16,1-1-128 0,-1 2 0 0,0-2 0 0,3-2 0 15,-1-1 0-15,0-1 0 0,-4-4 0 0,4-2 0 0,1-3 0 0,-1-2 0 16,-2-4 0-16,-1-3 0 0,-1-4 0 0,-2 3 0 15,0 4 0-15,0 0 0 0,-1 2 0 0,-2 3 0 16,-1 2 0-16,3 4 0 16,2 4 0-16,4 1 0 0,-3-1 0 0,4 1 0 15,0-1 0-15,2-4 176 0,2-4-176 0,1 0 192 16,4-2-192-16,1-3 0 0,1-4-192 0,3 0 192 16,1-3 0-16,1 2 0 0,-2-2 0 0,1 5 0 0,1 3 0 0,0 6 0 15,-3 1 0-15,0 0 0 16,-1 4 0-16,-3 2 0 0,-4 3 0 0,-2 2 0 15,1-2 0-15,-2 0 0 0,-4 0 0 0,1 0 0 0,-3-4 0 0,-1 1 0 16,0-1 192-16,0-4-64 0,0-6-128 0,0-2 0 0,0-4 0 0,0-4 0 16,0-7 0-16,1-1 0 15,3 0 0-15,1 4 0 16,0 4 0-16,3 5 0 0,1 2 0 0,3 6-176 0,0 4 176 0,3 2-128 16,1 4 128-16,1 1-128 0,0-2 128 0,0 0 0 0,-1 0 0 0,-1-3 0 15,1-2 0-15,1-1 0 0,-2-6 0 0,-1 0 0 16,-2-6 0-16,0-3 0 0,-3-4 0 0,-1 1 0 15,-1 0 0-15,1 5 0 16,-1 2 0-16,0 4 0 0,0 3 0 0,0 1 0 16,1-1 0-16,1 2 0 0,1 6 0 0,0 1 0 0,1-1 0 0,-1-1 0 15,0 0 0-15,0-3 0 0,1-3 0 0,-1-1 0 16,0-3 0-16,2 1 0 0,0-3 0 0,0-1 0 0,-1-4 0 0,-1 3 0 16,0 2 0-16,0 3 0 15,-1 2 0-15,-1 3 0 0,-1 1 0 0,2 2 0 0,-1 3 0 0,1-2 0 31,-2 1 0-31,1 3 0 0,1-3 0 0,-1 4 0 0,-1 2 0 16,0-2 0-16,2-2 0 0,-3-3 0 0,1-2 0 0,0-3 0 16,0-4 0-16,1 0 0 0,1 1 0 0,0 0 0 15,-1 3 0-15,1 0 0 0,-3-2 0 0,1 1 0 16,2 3 0-16,-2 1 0 0,-1 0 0 0,0 7 0 16,-3 2 0-16,4-1 0 0,0 1 0 0,-1-2 0 15,-1 4 0-15,2-1 0 16,0 1 0-16,0 1 0 0,0-2 0 0,1 2 0 0,1 1 0 0,-2-1 0 0,-2 0 0 0,3 0 0 15,4 14 0-15,-7-15 0 0,1-3 0 0,-1 3 0 16,0 1 0-16,-2-1 0 0,0-1 0 0,1 0 0 16,-1 3 0-16,2-3 0 0,0-1 0 0,2 0 0 0,-2-2 0 0,4 0 0 15,-1-2 0-15,3 0 0 0,-1-1 0 16,2-2 0-16,3-4 0 0,1-1 0 0,-1-4 0 0,1 4 0 16,-1-1 0-16,2 4 0 15,-1 2 0-15,-1 2 0 0,1 1 0 0,-1 2 0 0,1 2 0 0,-3-1 0 16,-1 3 0-16,0 1 0 15,0 0 0-15,-1 2 0 0,-1 0 0 0,0 0 0 16,0 0 0-16,2 12 0 0,-1-14 0 0,-1 0 0 16,0-1 0-16,1-1 0 0,-3 1 0 0,2 1 0 0,1-2 0 0,-1 1 0 15,0-2 0-15,0-1 0 0,-1-6 0 0,0 0 0 16,-1-2 0-16,2 0 0 0,-1-1 0 0,1-3 0 0,2 1 0 16,-1 0 0-16,-1-4 0 0,0 5 0 15,0 4 0-15,2 2 0 0,0-1 0 0,0 3 0 16,-1 1 0-16,1 0 0 0,0 0 0 0,0 1 0 15,-2-1 0-15,2 2 0 0,-2 0 0 0,0 0 0 16,-1-1 0-16,1-1 0 0,1 0 0 0,1-3 0 16,-6-2 0-16,3 1 0 0,1 1 0 15,-1-1 0-15,-1 1 0 0,1-2 0 16,1 1 0-16,0 1 0 0,2-2 0 0,-1 0 0 0,-3-1 0 0,1 0 0 16,-1-3 0-16,1 2 0 15,-2 0 0-15,-1 0 0 0,3 2 0 0,-2 3 0 0,-4 1 0 0,1-1 0 0,1 4 0 16,1-1 0-16,1 1 0 0,0 2 0 0,2-4 0 0,1 3 0 15,0 2 0-15,1 2 0 16,-1 0 0-16,2-2 0 0,2 1 0 0,3-1 0 16,-2 0 0-16,-3 14 0 0,5-16 0 0,0 3 0 0,-5 13 0 0,9-14 0 15,0 0 0-15,-9 14 0 0,7-12 0 0,-7 12 0 16,8-14-144-16,-8 14 144 0,12-12 0 0,-1 3 0 16,-11 9 0-16,12-10 0 0,0 0 0 0,-2 1 0 15,-10 9 0-15,0 0 0 0,9-12 0 0,1 2 0 0,-10 10 0 0,9-11 0 31,-2-1 0-31,-7 12 0 0,7-12 0 0,-7 12 0 0,0 0 0 0,7-12 0 16,-1 2 0-16,-6 10 0 0,0 0 0 0,6-11 0 0,-6 11 0 16,5-12 0-16,0 0 0 0,-5 12 0 15,9-12 0-15,-1 3 0 0,3 1 0 0,1-1 0 16,2-1 0-16,3-1 0 0,3 1 0 0,1-2 0 16,0 0 0-16,3 3 0 0,2 1 0 0,2-1 0 15,1-3 0-15,4 5 0 0,1 0 0 0,2 2 0 16,2 0 0-16,0 0 0 0,-1 1 0 0,1 2 0 0,1-1 0 0,3 0 0 15,-1-1 0-15,2-1 0 16,4-4 0-16,0 4-176 0,-3 0 176 0,0 1 0 16,-3 1 0-16,2 1 0 0,0 1 0 0,4 4 0 0,-1 0 0 0,1 4 0 15,-2 2 0-15,-2-2 128 0,-1-2-128 0,1 0 128 16,-2-1-128-16,4-1 0 0,0-3-176 0,0 0 176 0,-2 0 0 0,-2 0 0 16,1 0 0-16,-1 2 0 0,2 1 0 0,4 2 0 15,3 1 0-15,0 1 0 0,0-2 0 0,0 0 0 16,0-2 0-16,2-1 160 15,-2-4-160-15,0 1 0 0,0-3 0 0,-3 2-176 16,-2 2 176-16,-2 0 0 0,-4 0 0 0,5 4 0 0,-1-1 0 0,2 3 0 16,-1 0 128-16,0 1-128 0,-3 2 0 0,2-4 0 15,0-3 0-15,0 0 0 0,-3-1 0 0,3-1 0 0,-1 0 0 0,-4 0-128 0,-2 0 128 16,-2 0 0-16,-1 0 0 0,0 4 0 0,-2-1 0 16,4 2 0-16,-1 1 128 0,2-1-128 15,1 3 0-15,1-1 0 0,3-1 0 0,-1-1 0 16,-2 0 0-16,0 0 0 0,1-2 0 0,-1-1 0 15,-3 0 0-15,-1-4 0 0,-1 0 0 16,-3 1 0-16,-5-1 0 0,0 0 0 16,-1 1 0-16,-4-1 0 0,-2 2 0 0,-1-2 0 0,2 0 0 0,-2 2 0 15,-1 0 0-15,-2 0 0 0,-1-1 0 0,3 1 0 16,-1 0 0-16,1 0 0 16,-1-2 0-16,1 2 0 0,-4 0 0 0,0 0 0 15,-12 0 0-15,16-2 0 0,-4 1 0 0,-12 1 0 0,0 0 0 0,0 0 0 16,0 0 0-16,0 0 0 0,0 0 0 0,0 0 0 15,0 0 0-15,0 0 0 0,0 0 0 0,0 0 0 16,0 0 176-16,0 0-48 0,0 0 0 0,7-9 0 0,-7 9-128 0,3-10 0 31,-3-1 0-31,0 11 0 0,2-12 0 0,-2 0 0 16,0 0 0-16,0 0 0 0,2 1 0 0,-1 1 0 0,-1 1-160 0,2 1 160 0,0-1 0 0,-2 9 0 16,0-10 0-16,0 10 160 0,0-9-160 0,-2 1 0 15,0-1-192-15,1 0 192 0,-3-1 0 0,4 10 0 16,-5-9 0-16,-2 1 0 0,0-1 0 0,0 0 0 15,0 1 0-15,0-1 192 0,1 1-192 0,-1-3 0 0,0-3-192 16,2 4 192-16,-2 1 0 0,0 1 0 16,-2-1 0-1,2 1 0-15,2-3 0 0,-2 3 0 0,2-5 0 0,0 5 0 16,5 8 0-16,-7-10 0 0,7 10 0 0,-7-11 0 0,0 1 0 0,7 10 0 16,-7-11 0-16,7 11 0 0,-8-10 0 0,8 10 0 0,0 0 0 0,-11-9 0 15,11 9 0-15,0 0 0 0,0 0-176 0,0 0 176 16,-14-5 0-16,14 5 0 15,0 0 0-15,0 0 0 0,-12-1 0 0,12 1 0 0,0 0 0 0,0 0 0 16,0 0-128-16,0 0 128 0,0 0-128 0,0 0 128 16,0 0 0-16,0 0 0 15,0 0 0-15,0 0 0 0,0 0 0 0,0 0 0 16,0 0 0-16,0 0 128 0,7 12-128 0,-7-12 0 16,0 0 0-16,0 0 0 0,0 0-336 0,7 15-96 0,-7-15-16 0,4 19 0 15,-6 0-2432-15,0-3-480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45.93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2189 9052 4607 0,'0'0'400'0,"0"0"-400"16,0 0 0-16,0 0 0 0,-14-4 2336 0,2 1 384 16,12 3 80-16,-12-2 16 0,12 2-1504 0,-12 0-288 0,12 0-64 0,0 0-16 15,0 0-144-15,0 0-32 0,0 0 0 0,0 0 0 16,0 0-144-16,0 0-48 0,0 0 0 0,0 0 0 16,3 21-48-16,2 0-16 0,2-1 0 0,0-1 0 15,0 0 112-15,0 2 16 0,0 5 0 0,0-2 0 16,0 2-128-16,-2 3 0 15,-2 4-16-15,3 5 0 0,-1 5 16 0,-2-1 16 0,1-4 0 0,1 0 0 16,0-4-208-16,2-1-32 0,-2-2-16 0,4 0 0 16,1-2-272-16,2-4 0 0,2-6 128 0,1-2-128 0,3 0 0 0,1 0 0 15,0 1 0-15,0-5 0 0,0-4 224 0,1 0-64 16,1-2-16-16,0 1 0 0,-2 1-144 0,1 5-192 16,1 3 32-16,-4 4-14144 0</inkml:trace>
  <inkml:trace contextRef="#ctx0" brushRef="#br0" timeOffset="645.1627">4685 9266 8399 0,'0'0'368'0,"0"0"80"0,0 0-448 0,0 0 0 0,0 0 0 0,0 0 0 15,0 0 848-15,10-7 80 0,-10 7 16 0,0 0 0 0,0 0 208 0,10-9 64 16,-10 9 0-16,0 0 0 15,0 0-128-15,0 0 0 0,0 0-16 0,0 0 0 16,0 0-128-16,0 0-32 0,0 0 0 0,0 0 0 0,0 0-272 0,0 0-48 16,0 0-16-16,5 21 0 0,-1 0-176 0,-1 1-32 15,-1 4-16-15,0 2 0 0,-2 3 80 0,1 0 16 0,-1-2 0 0,2 1 0 16,2-3-224-16,-1-1-32 0,1 0-16 0,1-4 0 16,2-3-176-16,1 0 160 0,1-1-160 0,1 1 160 15,1 0-592-15,-1-4-112 0,0 2-32 16,6 1 0-16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12:36.152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4695 5441 1839 0,'0'0'0'0,"0"0"160"16,0 0-160-16,-7-10 0 0,0-1 0 0,2 4 0 0,0 2 3792 0,1-2 736 0,-3 0 144 0,7 7 16 16,-5-5-2768-16,5 5-544 0,0 0-112 0,0 0-32 0,0 0-656 0,0 0-144 15,0 0-32-15,0 0 0 16,0 0-208-16,5 10-64 0,-5-10 0 0,11 12 0 15,3-1 80-15,1 0 16 0,2-1 0 0,4 1 0 16,1 1-224-16,3 0 176 0,1-1-176 0,1-1 160 0,4 4-160 0,2 1 160 16,0-1-160-16,8 1 160 0,-3-1-704 0,-3-1-144 31,-4-1-16-31,-12-3-6720 0,-2-4-1328 0</inkml:trace>
  <inkml:trace contextRef="#ctx0" brushRef="#br0" timeOffset="-261.491">4962 5366 2751 0,'0'0'256'15,"0"0"-256"-15,0 0 0 0,0 0 0 0,0 0 1168 0,0 0 192 16,0 0 48-16,0 0 0 16,0 0 192-16,0 0 32 0,-12 5 16 0,0 0 0 0,-2 1 80 0,2 1 0 15,0-2 16-15,0 4 0 0,0 1-688 0,0 3-144 16,2-3-16-16,-1 1-16 0,3-3-464 0,1 1-96 15,0 0 0-15,7-9-16 0,-5 9-176 0,5-9-128 16,-5 12 192-16,5-12-192 0,-4 11 144 0,4-11-144 16,0 0 0-16,-5 14 144 0,0-2-144 0,0-1-144 15,-2 1 144-15</inkml:trace>
  <inkml:trace contextRef="#ctx0" brushRef="#br0" timeOffset="466.4316">5258 5554 19231 0,'0'0'848'0,"0"0"176"0,0 0-816 0,0 0-208 16,0 0 0-16,0 0 0 0,1-7 1328 0,-1 7 208 16,0 0 64-16,0 0 0 15,0 0-768-15,0 0-128 0,0 0-48 0,0 0 0 16,11 12-208-16,-3 0-32 0,-1 1-16 0,0 1 0 0,0 2-160 0,0 0-48 15,0 1 0-15,-2 2 0 0,0 6-192 0,2 1 144 16,0 3-144-16,2 0-8704 16,3 1-1840-16</inkml:trace>
  <inkml:trace contextRef="#ctx0" brushRef="#br0" timeOffset="1467.1389">5932 5517 11967 0,'0'0'528'0,"0"0"112"16,0 0-512-16,0 0-128 0,7-9 0 0,-7 9 0 0,7-5 2016 0,2 1 368 15,1 1 80-15,1 1 16 0,-3 0-1712 0,4 1-352 0,0 2-64 0,2 3-16 16,0-2 0-16,3-1 0 0,2 5 0 0,2 2 0 15,0 3-208-15,-1-2-128 0,1 3 128 0,8 4-128 32,-3-2-1088-32,-3-3-272 0</inkml:trace>
  <inkml:trace contextRef="#ctx0" brushRef="#br0" timeOffset="1253.121">6195 5385 1839 0,'0'0'160'0,"0"0"-160"0,0 0 0 0,0 0 0 16,0-7 4448-16,0 7 864 0,0 0 160 0,0 0 32 0,0 0-3296 0,0 0-672 15,0 0-128-15,0 0-16 0,0 0-720 0,-7 12-144 0,-2 1-16 0,1 1-16 31,1 2-96-31,-2-2-16 0,0 1 0 0,3 1 0 0,-1 0-224 0,0 0-160 16,0-4 192-16,0 4-192 0,0 0 176 0,0 0-176 16,-2-4 160-16,3 0-160 0,0 1 0 0,1-1 0 15,0 0 0-15,-4 6 0 16,1-2-2224-16,-1-4-432 0</inkml:trace>
  <inkml:trace contextRef="#ctx0" brushRef="#br0" timeOffset="1850.4176">6604 5618 15087 0,'0'0'656'0,"0"0"160"0,0 0-656 0,0 0-160 16,0 0 0-16,0 0 0 0,3-8 1168 0,-3 8 208 16,0 0 32-16,0 0 16 0,4-8-416 0,-4 8-96 15,0 0-16-15,0 0 0 0,0 0-560 0,0 0-112 16,0 0-32-16,0 0 0 0,0 0-192 0,0 0 0 15,0 0 0-15,0 0 0 0,0 0 0 0,0 0 0 16,0 0 0-16,0 0 0 0,0 0 176 0,0 0-16 16,-7 6 0-16,0 1 0 0,0 0-16 0,0 0 0 15,-2-2 0-15,3 2 0 0,-1 0-16 0,1-2 0 16,6-5 0-16,-5 9 0 0,5-9 16 0,-3 9 0 0,3-9 0 0,0 0 0 16,0 11-144-16,0-11 0 15,8 10 0-15,3-1 0 0,1-2 240 0,2-2 16 16,1-1 0-16,2-2 0 0,1-4 64 0,-1 2 0 0,2 0 16 0,0-2 0 15,-2 0-160-15,4 1-48 16,0-1 0-16,1 2 0 0,2 0-128 0,0 0 0 16,1 0 0-16,-1 0-8512 0,0 0-1728 15</inkml:trace>
  <inkml:trace contextRef="#ctx0" brushRef="#br0" timeOffset="3422.0655">7753 5491 10767 0,'0'0'464'0,"-12"0"112"0,12 0-448 0,-14 0-128 16,2 0 0-16,12 0 0 0,-12 0 1152 0,12 0 224 15,-14 0 32-15,14 0 16 0,-12 0-528 0,2 2-96 16,10-2-32-16,-12 5 0 0,12-5-464 0,-12 4-112 0,0-1 0 0,12-3-16 0,-12 5-176 0,12-5 0 15,-14 7 0-15,14-7 0 0,-12 7 0 0,12-7 0 16,-11 9 0-16,11-9 0 0,0 0 0 0,0 0 0 16,0 0 0-16,0 0 128 0,-1 17 192 0,1-17 16 15,0 0 16-15,0 0 0 16,13 15-128-16,1-6-32 0,2-2 0 0,1-2 0 16,0-7-192-16,2 4 128 0,0 0-128 0,2 0 0 0,0-2 0 0,-1 3 128 15,3 1-128-15,-2-4 0 0,-1 1 0 0,-1 4 0 0,0 2 0 0,-1-3 0 31,-5-4 0-31,-13 0 144 0,16 3-144 0,-16-3 128 0,0 0 160 16,12 12 32-16,-12-12 0 0,0 0 0 0,7 16-320 0,-7-16 0 0,-4 15 0 16,-2 1 0-16,-3-2 160 0,-5-2-32 15,-7-2 0-15,-3-1 0 0,-2-1-128 0,-1-2 0 16,-3 1 0-16,1-1 0 0,-2 0 128 0,0-1 0 16,0 0 0-16,1 2 0 0,1-2-128 0,5 0 0 15,2-1 0-15,4-3-7104 16,3-1-1360-16</inkml:trace>
  <inkml:trace contextRef="#ctx0" brushRef="#br0" timeOffset="3667.2334">8130 5603 13823 0,'0'0'1216'0,"0"0"-960"0,0 0-256 0,0 0 0 0,0 0 1776 0,0 0 304 16,0 0 64-16,0 0 16 16,0 0-1296-16,0 0-256 0,0 0-48 0,10 6-16 15,-10-6 64-15,9 8 16 0,-9-8 0 0,6 12 0 0,1-1-304 0,-1 1-64 16,-1 0-16-16,0-2 0 0,0 4-240 0,0 2 128 31,-1-1-128-31,1 8 0 16,-2-3-288-16,1-3-160 0,-1 1-16 0</inkml:trace>
  <inkml:trace contextRef="#ctx0" brushRef="#br0" timeOffset="4163.8153">9210 5460 6447 0,'0'0'576'0,"0"0"-576"16,-5-5 0-16,5 5 0 0,0 0 2080 0,-7-5 304 15,-2 0 64-15,2-1 16 0,0 3-1536 0,-1 1-304 16,-1 1-64-16,1-3-16 0,-1-1 192 0,0 1 32 0,1 4 16 0,-1 0 0 15,0 0-496-15,3-1-96 16,-1 1-32-16,7 0 0 0,-9 5 16 0,2 0 0 16,7-5 0-16,-9 7 0 0,3-2 176 0,6-5 32 15,-6 9 16-15,6-9 0 0,-3 10-16 0,3-10 0 0,0 0 0 0,3 14 0 16,1 0-144-16,3-4-48 0,-7-10 0 0,12 11 0 16,0-1-64-16,2 0 0 15,0-3-128-15,1 2 192 0,2-2-192 0,2 0 128 0,4-2-128 0,-1 2 0 0,2 0 128 0,0-2-128 16,-1 3 0-16,-2-1 0 0,-2-2 128 0,0 1-128 15,-2 2 0-15,-2-3 0 16,-3 1 0-16,-1-1 0 0,-11-5 0 0,0 0 0 16,0 0 0-16,0 0 0 0,0 0 0 0,-5 10 0 0,-4-3 0 0,-3 0 0 15,-5 0 0-15,-4-2 0 0,-7 0 0 0,-1-1 0 16,-2-3 0-16,0 3 0 16,0-1 0-16,1 2 128 0,1 1-128 0,2-1 0 15,-1 2-208-15,4-2-96 0,3-2-16 0</inkml:trace>
  <inkml:trace contextRef="#ctx0" brushRef="#br0" timeOffset="4526.2551">9614 5597 12895 0,'0'0'576'0,"0"0"112"0,0 0-560 0,12-6-128 16,0-1 0-16,2 1 0 0,1-1 2176 0,1 1 384 0,1 3 96 0,-1 1 16 15,-3-1-2080-15,0 3-400 16,-1 0-192-16,-2 2 160 0,-10-2 352 0,12 3 64 16,-2 2 0-16,-1 2 16 0,0 2-144 0,-1-1-48 0,-1 1 0 0,0 0 0 0,-7-9-128 0,7 12-16 31,-2-2-16-31,-5-10 0 0,4 12-32 0,-4-12 0 16,3 12 0-16,-3 0 0 0,0-1 48 0,-2 1 0 0,-1-2 0 0,-2 0 0 15,0 3-64-15,-2-3-16 16,-2 0 0-16,-1 1 0 0,-1-1-176 0,1 2 160 0,0 0-160 0,-1 0 160 15,1-1-160-15,1 1 0 0,2-2 0 0,2 0 0 0,2-1 0 16,3-9 128-16,-2 9-128 0,2-9 0 16,0 0 160-16,12 7-160 0,4-4 192 0,3-3-192 15,3-2 0-15,7 1 0 0,6-1 0 0,5-2 0 16,5 1 128-16,6 1-128 0,5 0 0 0,19-1 0 31,-9-2-1808-31,-6-2-480 0</inkml:trace>
  <inkml:trace contextRef="#ctx0" brushRef="#br0" timeOffset="34868.8218">5187 6976 2751 0,'0'0'256'0,"0"0"-256"15,0 0 0-15,3-13 0 0,-3 13 2592 0,0 0 480 16,2-15 80-16,-2 15 32 0,0 0-1328 0,0 0-256 16,2-17-48-16,-2 17-16 0,0 0-304 0,0 0-64 15,0 0-16-15,-7-12 0 0,-2 1-576 0,-1 8-128 16,-2 1-32-16,12 2 0 0,-12 7-224 0,-2 2-32 16,2-1-16-16,1 4 0 0,3 2 48 0,1 0 16 0,0 1 0 0,2 1 0 15,1 3-64-15,3 2-16 16,-1 1 0-16,4 2 0 0,-1-1-128 0,3-1 0 0,-1-1 0 0,1 0 128 15,-1-2-128-15,4-2 0 0,0-2 0 0,2-1 128 0,-1-2-128 0,4-1 0 0,2-4 144 0,0-1-144 32,0 0 0-32,0-3 144 0,-1-3-144 0,1 0 0 15,0 0 176-15,0-2-176 0,-14 2 160 0,15-5-160 0,-1-2 160 0,0 0-160 16,0-1 160-16,-2-1-160 0,-4-1 0 0,1-1 0 16,0-1 0-16,-2-2 0 0,-2 1 0 0,-2-3-288 15,-1 1 32-15,-2-3 16 0,-4 1 48 0,-1 0 16 16,-2 0 0-16,-1-1 0 0,-4 3-32 0,-2-2-16 15,-5 1 0-15,0 0 0 0,-2 4-96 0,-3 0-32 16,-5 2 0-16,-2 3 0 0,-4 2 96 0,1 1 32 0,-1 1 0 0,4 3 0 31,5 0-432-31,5 2-96 0</inkml:trace>
  <inkml:trace contextRef="#ctx0" brushRef="#br0" timeOffset="35308.7425">6174 6943 11055 0,'0'0'976'0,"0"0"-784"0,0 0-192 0,0 0 0 16,0 0 2416-16,0 0 432 0,9-9 96 0,-9 9 0 16,10-5-1504-16,-10 5-304 0,0 0-64 0,0 0-16 15,14 2-128-15,-14-2-32 0,12 10 0 0,-2 0 0 0,-1 2-256 0,0 2-48 16,-9-14-16-16,10 19 0 0,0-1-128 0,-1-3-16 0,-4 1-16 0,0 3 0 16,0 1-224-16,1 4-64 0,-3 1 0 0,2 2 0 15,0 3-128-15,2 9 128 16,0 11-128-16,5-1-9680 0,2-4-2032 0</inkml:trace>
  <inkml:trace contextRef="#ctx0" brushRef="#br0" timeOffset="36879.3465">7455 6941 9263 0,'0'0'400'0,"0"0"112"0,0 0-512 0,0 0 0 0,0 0 0 0,0 0 0 16,-7-10 1360-16,7 10 176 0,-4-14 48 0,4 14 0 0,-1-12 80 0,1 12 0 16,0 0 16-16,7-17 0 15,-4-2-736-15,2 5-160 0,-5 14-16 0,9-9-16 0,-9 9-112 0,0 0 0 16,8-7-16-16,-8 7 0 0,0 0 16 0,14 7 0 15,-14-7 0-15,12 14 0 0,-1 0-208 0,-4 1-48 16,-7-15 0-16,6 21 0 0,1-2-192 0,-1 0-32 16,-6-19-16-16,6 22 0 0,0-1-144 0,1-2 160 15,-1 0-160-15,1 0 160 0,2-2-1232 0,-2 1-240 0,1-1-48 16</inkml:trace>
  <inkml:trace contextRef="#ctx0" brushRef="#br0" timeOffset="37135.0164">7952 6927 22399 0,'0'0'992'0,"-12"-3"208"0,-2-4-960 0,2 5-240 0,12 2 0 0,-11 0 0 0,11 0 304 0,-12 5 16 15,0 4 0-15,0 1 0 0,-2 6 192 0,-1 3 64 16,-1 0 0-16,3 3 0 0,-1 1 128 0,-2 1 16 0,4 5 16 0,2 2 0 31,-1-1-416-31,1 1-96 0,0 1-16 0,1 3 0 0,-1 0-208 0,1-1 128 16,0 1-128-16,3-6 0 0,-1-1 0 0,0-3 128 15,0 1-128-15,2-3 0 16,-1-4-2000-16,1-4-448 16</inkml:trace>
  <inkml:trace contextRef="#ctx0" brushRef="#br0" timeOffset="37487.0501">7924 7176 6447 0,'0'0'576'0,"0"0"-576"0,0 0 0 0,0 0 0 0,12-4 1600 0,-12 4 224 16,16-3 32-16,-16 3 16 0,14-2-560 0,-14 2-112 0,15 0-32 0,-1 4 0 0,-14-4-144 0,14 5-48 15,-14-5 0-15,12 8 0 0,-12-8-272 0,10 14-64 16,-3 0-16-16,-2 0 0 0,-1 0-224 0,-4-1-32 16,-2 0-16-16,-1 0 0 0,-1 1 48 0,-1 0 16 0,-4 1 0 15,1 1 0-15,-1-2-16 0,2-2 0 0,2-2 0 0,0 1 0 16,5-11-96-16,-7 12-32 0,7-12 0 0,-4 10 0 16,4-10-80-16,0 0-32 0,0 0 0 0,6 12 0 15,-6-12-160-15,12 7 160 0,1-4-160 0,3-1 160 16,0 0-160-16,1-4 192 0,3 0-192 0,3-1 192 15,3 0-192-15,0 1 160 0,0-2-160 0,1 1 160 16,4 0-336-16,2 1-64 16,-2 2-16-16,0-2-8432 15,-1 0-1680-15</inkml:trace>
  <inkml:trace contextRef="#ctx0" brushRef="#br0" timeOffset="38954.2609">8908 7017 7359 0,'0'0'656'0,"0"0"-528"16,-12-5-128-16,12 5 0 0,-9-5 2736 0,9 5 512 15,0 0 96-15,0 0 32 0,0 0-1552 0,0 0-304 16,0 0-64-16,0 0-16 0,5-12-720 0,4 3-144 16,-9 9-16-16,19-9-16 0,2-3-96 0,3 2-32 0,2 3 0 0,1 0 0 15,3 0-144-15,3 2-16 0,1 0-16 0,4 1 0 16,2 3-240-16,1 1 128 0,-3-2-128 0,-2 2 0 15,-3 3 0-15,-5 1 0 0,-4-1-176 0,-3 2-12704 16</inkml:trace>
  <inkml:trace contextRef="#ctx0" brushRef="#br0" timeOffset="39211.3062">9471 6834 21711 0,'-7'-15'960'0,"7"15"192"0,0 0-912 0,0 0-240 0,-2-13 0 0,2 13 0 15,0 0 768-15,0 0 128 16,0 0 0-16,0 0 16 0,5-8 16 0,-5 8 0 0,0 0 0 0,0 0 0 0,0 0-160 0,11 21-48 16,-3-3 0-16,1 1 0 0,-2-3-240 0,0 1-48 15,-1-3-16-15,-6-14 0 0,7 16-256 0,-7-16-160 31,9 20 192-31,-9-20-192 0,9 19 0 0,-2 2 0 16,-4-2 0-16,2 3-9600 16,0 3-2048-16</inkml:trace>
  <inkml:trace contextRef="#ctx0" brushRef="#br0" timeOffset="39476.2416">9930 6796 23903 0,'0'0'1056'0,"0"0"224"0,-9-7-1024 0,9 7-256 15,-5-8 0-15,5 8 0 0,0 0 0 0,0 0 144 16,0 0-144-16,-7 15 128 0,-2 6 672 0,2-1 128 16,1 3 32-16,0-2 0 0,1-2-64 0,-2 3 0 15,0 2 0-15,-1-1 0 16,-1 3-384-16,-1-1-96 0,-2 0-16 0,0 4 0 0,-2 2-224 0,0 2-48 15,-2 0-128-15,3-1 192 0,-1 3-192 0,2 1 0 16,0 2 128-16,3 0-128 16,2-5-1792-16,0-4-384 0,0-3-96 0</inkml:trace>
  <inkml:trace contextRef="#ctx0" brushRef="#br0" timeOffset="39999.4733">10185 7007 14975 0,'0'0'656'0,"0"0"144"0,-8-7-640 0,8 7-160 16,-13-11 0-16,3 4 0 0,1 1 1408 0,9 6 256 15,-10-6 64-15,0 1 0 0,-2 0-448 0,1 2-96 0,11 3-16 0,-12-2 0 16,0-3-352-16,2 5-80 0,-2 5-16 0,12-5 0 15,-11 7-400-15,11-7-96 0,-10 12-16 0,10-12 0 0,-9 10-208 0,9-10 128 16,-5 17-128-16,3 1 0 16,2-18 0-16,2 17 0 0,-2-17 0 0,7 17 0 15,2-3 128-15,-1 0-128 0,1-2 0 0,1 0 0 0,2-2 0 0,0 1 128 0,2-1-128 16,0 0 0-16,2 1 0 0,-1 1 0 0,1 0 0 0,-1 0 0 16,-1-2 0-16,0 1 0 0,-2 1 128 0,0 2-128 31,-2-1 0-31,-1 1 144 0,-2-2-144 0,-2 4 128 15,-1 3-128-15,-1-4 0 0,-1 1 0 0,-2-2 0 0,-2 0 128 0,0-1-128 16,1-2 0-16,-5-1 128 0,-1-1-128 0,1 1 128 16,-1-1-128-16,7-9 128 0,-12 8-128 0,-1-1 0 0,1 0 0 15,2-2 0-15,-2-1 0 0,0-1 128 0,0-1-128 0,0 0 128 16,-2-4-128-16,2 0 0 0,-2-1 0 0,2 1 0 16,12 2 0-16,-12-3 0 0,2-4 0 0,10 7 0 15,-9-12 0-15,4-1 128 0,1 0-128 0,4-3 0 0,0-5 0 0,4-1 0 31,-1 0 0-31,2-1 0 0,-1-1 0 0,3-2 0 16,1 2 0-16,4 0 0 0,0 1 0 0,6-1 0 0,2 2 128 0,1 1-128 16,0 0 0-16,1 4 0 0,2 3 0 0,2 2 0 15,-1 0-256-15,0 2-96 0,3 1-16 0,0 0-12752 16</inkml:trace>
  <inkml:trace contextRef="#ctx0" brushRef="#br0" timeOffset="41906.4382">5278 8798 3679 0,'0'0'160'0,"-1"-14"32"0,-1 1-192 0,0 0 0 0,-1 3 0 0,-1 1 0 0,4 9 1360 0,0 0 240 16,0 0 32-16,0 0 16 15,0 0 160-15,0 0 48 0,0 0 0 0,-12 13 0 16,2 0-128-16,1 3-32 0,0 3 0 0,4 2 0 0,0-2-352 0,3 3-64 16,1 2 0-16,1-1-16 0,0-1-448 0,0-1-96 15,1-2-16-15,3-2 0 0,-4-17-368 0,8 19-80 16,3-5 0-16,1 0-16 0,-12-14-112 0,17 15 0 16,-1-1-128-16,-1-2-8976 15,1 0-1904-15</inkml:trace>
  <inkml:trace contextRef="#ctx0" brushRef="#br0" timeOffset="42493.5422">6328 8727 5519 0,'-12'-10'496'0,"12"10"-496"0,0 0 0 0,-9-7 0 15,0 2 2224-15,9 5 336 0,-8-3 80 0,8 3 16 0,0 0-1120 0,0 0-208 16,-12 3-48-16,12-3-16 0,-14 9-576 0,3-1-112 16,1 3-32-16,1 1 0 0,3 1 160 0,-1 1 16 0,-2-2 16 0,2 4 0 15,2 1-48-15,0 0-16 0,0 1 0 0,1-1 0 0,2 2-224 0,1-2-32 16,1-1-16-16,1-2 0 0,1 1-176 0,2-1-32 15,-4-14-16-15,8 15 0 0,3-3-176 0,-11-12 0 16,15 11 144-16,1-4-144 0,1 0 0 0,0 0 144 31,2-1-144-31,2-2 0 0,0-2 192 0,3-2-64 0,2 1 0 0,-1-1-128 16,0 0 160-16,-1-1-160 0,0-1 128 0,0 0-128 0,0-1 0 16,0-2 128-16,1-2-128 0,-5 0 0 0,-2 0 128 0,-1 0-128 15,-3-5 0-15,-1 0 128 0,-2 0-128 0,-1 0 0 16,-3-2 0-16,-2 2 0 0,-1-4 0 0,-4 1 0 31,-4-3 0-31,-1 1 0 0,-4 2 0 0,-3-6-176 0,-3-5 176 0,-4 0-128 0,-4-2-32 16,-2 3 0-16,-5 2 0 0,-4 6 0 15,-4 0-432-15,-5 6-96 0,-1 4-16 0</inkml:trace>
  <inkml:trace contextRef="#ctx0" brushRef="#br0" timeOffset="43977.3644">7415 8834 11967 0,'0'0'1072'0,"0"0"-864"0,0 0-208 0,0 0 0 16,-3-8 2304-16,3 8 400 15,0-12 96-15,1 0 16 0,1 1-1856 0,3 1-352 0,0-4-80 0,2 5-16 16,-7 9-176-16,11-8-32 15,-1-3-16-15,0 3 0 0,1 1-144 0,-11 7-16 16,15-2-128-16,2 4 192 0,-1 0-192 0,0-2 0 0,-1 0 0 0,1-2-7552 31,-4-1-1456-31</inkml:trace>
  <inkml:trace contextRef="#ctx0" brushRef="#br0" timeOffset="44227.8578">7916 8498 13823 0,'-11'-14'608'0,"11"14"128"0,-7-10-592 0,2 1-144 0,5 9 0 0,0 0 0 16,0 0 2656-16,0 0 496 0,0 0 112 0,0 0 0 0,0 0-2288 0,0 0-464 0,0 0-80 0,-2 17-32 15,-1 2-208-15,-1 2-32 0,1 1-16 0,0 4 0 16,-1 2 48-16,1 5 0 15,-3 3 0-15,1 5 0 0,0 4-192 0,0-5 160 16,0-2-160-16,3-5 160 0,0-4-1648 16,2-1-336-16,0-8-64 0,2-1-16 0</inkml:trace>
  <inkml:trace contextRef="#ctx0" brushRef="#br0" timeOffset="45319.5745">8264 8581 9215 0,'0'0'816'0,"0"0"-656"16,0 0-160-16,0 0 0 0,0-11 1824 0,0 11 336 15,-2-8 64-15,2 8 16 0,-1-11-640 0,1 11-112 16,-7-8-16-16,0 1-16 0,-2 0-496 0,-1 3-112 16,-2 1-16-16,12 3 0 0,-12 2-48 0,0 3-16 0,1 2 0 0,3 0 0 31,-1 1-64-31,0 4 0 0,3 2-16 0,-3 2 0 15,2 1-112-15,0 5 0 0,4 6-16 0,-1 3 0 16,1 4-112-16,-1-3-32 0,1-2 0 0,-1-1 0 16,1 2-224-16,-1-3-32 0,3-1-16 0,-3 1 0 0,1-4-144 0,-2-1 0 15,-1-4 0-15,0 1 0 0,-1 3 0 0,-4-4 0 16,-2-4 0-16,-3 1 0 0,0-1 160 0,-3-1-160 16,-3-2 192-16,3 2-192 0,3 0 0 0,3 1 0 15,-1-1 0-15,4 2 0 16,1-2-720-16,9-14-112 0,0 0 0 0,-2 15-16 15,2-15-2144-15,0 0-416 0,0 0-96 0,12 9-16 0</inkml:trace>
  <inkml:trace contextRef="#ctx0" brushRef="#br0" timeOffset="44464.1493">8164 8805 13823 0,'0'0'1216'0,"0"0"-960"0,-10-3-256 0,10 3 0 16,-11 7 1568-16,11-7 272 0,-8 10 48 0,1 2 16 0,7-12-1088 0,-7 17-224 15,2-1-32-15,0-1-16 0,-1-1 464 0,3 5 80 16,-2 4 32-16,0-3 0 0,-1 1-576 0,3-4-112 15,1 2-32-15,-1 0 0 16,-1-2-400-16,1 4 0 0,-2 2 0 0,-1-3-12416 0</inkml:trace>
  <inkml:trace contextRef="#ctx0" brushRef="#br0" timeOffset="45921.7188">8307 8962 13823 0,'0'0'1216'0,"0"0"-960"15,0 0-256-15,0 0 0 0,0 0 2336 0,0 0 416 0,0 0 96 0,0 0 16 16,0 0-1696-16,0 0-336 0,0 0-64 0,0 0 0 16,0 0-192-16,9 16-48 0,-9-16 0 0,0 0 0 0,9 17-64 0,-1-2-16 0,-8-15 0 0,0 0 0 15,11 14-176-15,-11-14-32 0,10 14-16 0,-10-14 0 16,0 0-96-16,14 10-128 0,-14-10 176 0,0 0-176 0,0 0 160 0,15 6-160 15,-15-6 128-15,18 5-128 16,-18-5 128-16,15 0-128 16,-15 0 0-16,16-4 128 0,-3 1 0 0,-13 3 0 15,14-4 0-15,0 1 0 0,-2 0-128 0,-12 3 0 0,0 0 0 0,12-6 0 16,0 1 0-16,-12 5 0 16,0 0 0-16,11-7 0 0,-11 7 0 0,0 0 0 15,7-10 0-15,-7 10 0 0,0 0 0 0,0 0 0 16,1-12 0-16,-1 12 0 0,0-12 0 0,0 12 0 0,0 0 0 0,0 0 0 15,0 0 0-15,0 0 0 0,0 0 0 0,0 0 128 16,0 0 352-16,0 0 64 0,14 7 16 0,-2 0 0 16,-12-7-368-16,14 10-192 0,-4-1 192 0,1 1-192 15,-3 0 0-15,1 1 0 0,-9-11 0 0,12 19 0 0,-2 0 0 16,-1 1 0-16,0-2 0 0,-1 1 0 16,3 3 0-16,-1 4 128 0,2 0-128 0,2 5 0 31,3 3-736-31,0 4-256 0,1 4-48 0</inkml:trace>
  <inkml:trace contextRef="#ctx0" brushRef="#br0" timeOffset="50502.4925">9443 8565 5519 0,'0'0'496'0,"0"0"-496"16,-14-5 0-16,14 5 0 0,-8-5 1264 0,8 5 144 0,-11-7 48 0,11 7 0 16,0 0-208-16,0 0-32 0,-5-10-16 0,5 10 0 15,2-11 80-15,-1 1 0 0,-1-1 16 0,0 11 0 16,9-12 32-16,1 2 0 0,1 1 0 0,-1 1 0 16,-10 8-368-16,14-7-64 0,-14 7 0 0,12-7-16 0,-3-2-224 15,-9 9-32 1,13-8-16-16,-2 1 0 0,-11 7-352 0,12-5-80 15,-12 5-16-15,0 0 0 0,15-6-160 0,-15 6 0 0,13 0 0 0,-13 0 0 0,0 0 128 0,15 4-128 16,-15-4 128-16,0 0-128 16,10 10 0-16,-10-10 0 0,0 0 0 0,0 0-176 15,7 18 176-15,-5-3 0 0,-5-1 0 0,3-14 0 16,-4 17 0-16,-1-3 0 0,-2 0 0 0,7-14 0 0,-9 12 0 0,1-2 0 16,-3-1 0-16,1-2 128 0,0 0-128 0,10-7 0 15,-12 8 0-15,12-8 128 0,-11 9-128 0,11-9 0 0,0 0 0 0,-7 10 0 16,7-10-320-16,0 0 0 15,-1 12 16-15,1-12 0 0,1 16-80 0,3-2 0 0,-1-2-16 0,2-2 0 0,2 0 160 0,0 1 48 16,2-3 0-16,0 3 0 0,1-1 192 0,0 1-192 16,1-1 192-16,-1 2-192 15,0-3 192-15,1 1 0 0,2 0 0 0,0 2 0 0,-3-3 0 16,0 0 0-16,1-1 0 0,-3 1 0 0,-8-9 0 0,7 10 0 16,-7-10 0-16,4 12 0 0,-4-12 0 0,-2 18 0 15,-3-6-144-15,-2 0 144 0,-2-2 0 0,-3 4 0 16,0 0 0-16,-4 0 0 15,-2-2 0-15,-1 0 0 16,-4 0 0-16,-1-2 128 0,-4-1-128 0,-3-1 0 0,-3 1 0 0,-1 0 0 16,1-2 0-16,-1-2 0 0,-1 0 0 0,1-2 128 15,3 3-496-15,1-1-80 16,-1 0-32-16</inkml:trace>
  <inkml:trace contextRef="#ctx0" brushRef="#br0" timeOffset="50801.8304">9911 8469 18143 0,'0'0'800'0,"0"0"160"0,0-13-768 0,0 13-192 0,0 0 0 0,0 0 0 15,0 0 1088-15,0 0 160 0,0 0 32 0,0 0 16 16,0 0-80-16,0 0-32 0,0 0 0 0,-5 16 0 0,1 3-432 0,-1 3-96 16,0 4-16-16,-2 7 0 0,-2 3 0 0,1 7-16 0,-1 6 0 0,-1-3 0 0,-1-1-272 0,1-2-48 31,-2-6-16-31,-2-3 0 0,0-1-288 0,-1 0 0 0,-1-6 0 0,2 1 0 16,0 0 0-16,1-1 0 0,-1-1 0 0,2 0 160 31,1 2-1984-31,3-2-400 0,1-2-80 0</inkml:trace>
  <inkml:trace contextRef="#ctx0" brushRef="#br0" timeOffset="51084.3537">10152 8933 22463 0,'-7'-16'992'0,"7"16"208"0,-5-8-960 0,5 8-240 0,0 0 0 0,0 0 0 16,0 0 1088-16,0 0 160 0,0 0 32 0,0 0 16 15,0 0-416-15,0 0-96 0,4 15-16 0,-1 2 0 16,-1 1 128-16,1-1 0 0,1-2 16 0,-1 3 0 0,-3-18-576 0,5 22-112 16,-1-5-32-16,-2 2 0 15,-1-1-192-15,-1 2 0 0,-1-2 0 0,1 4 0 16,-2 1 160-16,0 2-160 0,-3 0 160 0,2 0-160 15,-3 0 0-15,3 1-192 0,1 1 16 0,0-1-9856 16,-1-4-1968-16</inkml:trace>
  <inkml:trace contextRef="#ctx0" brushRef="#br0" timeOffset="51491.1167">10458 8890 16287 0,'0'0'720'0,"0"0"160"0,0 0-704 0,0 0-176 31,0 0 0-31,0 0 0 0,0 0 160 0,0 0 0 16,0 0 0-16,0 0 0 0,0 0 1008 0,0 0 208 0,-11 7 32 0,11-7 16 0,-8 20 48 0,3-1 16 16,1 0 0-16,3 0 0 0,-1 2-576 0,4-2-112 15,-1 0-32-15,3 0 0 0,-3 2 512 0,3-1 80 16,-2 4 32-16,-1-1 0 31,1-4-1888-31,0 5-368 0,-2 2-80 0,0-2-16 0,0-3 832 0,0 1 128 0,1-1 0 0,1-2 128 16,0-2-128-16,1-1 144 0,-3-16-144 0,9 15 160 0,0-4-160 0,1-4 0 15,-10-7 0-15,17 3 0 16,1-3 128-16,-1-2-128 0,-2-3 0 0,3-2 128 16,-1-1-128-16,4-3 128 0,3-1-128 0,0 0 128 0,-2-2-128 0,1 2 0 15,-4 0 0-15,-2 2 0 0,-3-1 0 0,-2 3 0 16,-3-1 0-16,-9 9 0 0,3-10 0 0,-3 10 128 15,-3-14-128-15,-6 7 128 0,-5 2-128 0,-8 1 128 16,-6 1-128-16,-5 3 128 0,-1 0-128 0,-3 2-176 16,-2 3 48-16,-3 5 0 0,1 2 128 0,-2 6-192 15,-4 2 192-15,4 10-9712 16,2 6-1824-16</inkml:trace>
  <inkml:trace contextRef="#ctx0" brushRef="#br0" timeOffset="63770.1018">5384 10733 6447 0,'0'0'576'0,"-13"3"-576"0,1 3 0 0,0-1 0 0,2 2 3120 0,1 1 512 15,1 3 96-15,1 2 32 16,0 3-2560-16,0 1-512 0,0 4-112 0,2 0 0 15,0-2 64-15,1 1 32 0,1-1 0 0,1 2 0 0,2-2 0 0,0 0 0 16,2-2 0-16,1-1 0 16,1-1-240-16,3-1-48 0,-7-14-16 0,10 16 0 0,0-4-96 0,-10-12-16 15,14 10 0-15,0-1 0 0,0-2-112 0,-14-7-16 16,17 0-128-16,0-2 192 0,1 0-192 0,1 1 128 0,1-3-128 0,1 1 0 16,1-3 144-16,3 1-144 15,0 0 128-15,0-2-128 0,-1 0 128 0,0 0-128 16,2 0 128-16,-2-1-128 0,0-3 0 0,-5-1 0 0,-5 4 0 0,-4-4 0 15,-3 0-128-15,-7-4 128 16,-5-3 0-16,-4-3 0 0,-4-3 0 0,-8-2 0 16,-5-2 0-16,-2 1 0 0,-1 2 0 0,-4 4 0 15,-3 1 0-15,-2 7 0 0,-3 4 0 0,3 6 0 16,0 6 0-16,3 3 0 16,4 6-1008-16,3 4-128 0,1 4-16 0</inkml:trace>
  <inkml:trace contextRef="#ctx0" brushRef="#br0" timeOffset="64493.5152">6754 10636 4607 0,'0'0'192'0,"-13"7"64"0,-1-2-256 0,2 1 0 0,-1-1 0 0,3 0 0 15,0 0 3552-15,10-5 672 0,-13 9 128 0,3 1 16 0,1 0-2656 0,2 4-544 16,2 0-96-16,0 3-32 16,1 2-400-16,1 2-64 0,1 0-32 0,1 3 0 0,-1 0-176 0,2 2-48 15,-2-5 0-15,0-1 0 0,2-1-176 0,0 0-144 16,0-1 192-16,0-3-192 0,0-1 272 0,2-2-48 15,-2-12-16-15,0 0 0 16,7 14 112-16,0-4 0 0,-7-10 16 0,10 9 0 0,-10-9-64 16,16 5-16-16,-2-2 0 0,0-3 0 0,1-3-128 0,1 0-128 15,0-3 192-15,-1 1-192 0,1 0 144 0,1-2-144 16,1 0 0-16,-1 0 144 0,0 0-144 0,1 0 0 0,-1 1 144 0,-1-3-144 16,-1 0 880-16,-1 1 96 0,-2-1 32 0,0 0 0 31,-1 1-1760-31,-2-4-336 0,-4-2-80 0,-2-2-16 0,-5-1 896 15,1-2 288-15,-4-3-160 0,-1-1 160 0,-1-1 0 0,-1 0 0 16,-4 2 0-16,-2 3 0 0,0 1 0 0,-4 4 0 16,1 1 0-16,-2 6 0 0,-4 2-288 0,1 3 32 15,-4 4 0-15,-2 3-12960 0</inkml:trace>
  <inkml:trace contextRef="#ctx0" brushRef="#br0" timeOffset="66257.7664">7726 10571 17855 0,'0'0'784'0,"0"0"176"0,0 0-768 0,0 0-192 0,-9-7 0 0,9 7 0 16,0 0 1520-16,0 0 272 0,-9-5 48 0,9 5 16 16,0 0-640-16,0 0-128 0,0 0-32 0,0 0 0 15,0 0-368-15,0 0-80 0,4 15-16 0,1 2 0 0,2-1 16 0,2-2 0 16,1 1 0-16,2 1 0 15,0-1-336-15,4 3-64 0,-1-1-16 0,1 4 0 16,-3 3-192-16,0 2 0 0,-3 0 0 0,0 3 0 31,-1 0-1008-31,-2 1-288 0,-2-5-64 0,0-2-12112 0</inkml:trace>
  <inkml:trace contextRef="#ctx0" brushRef="#br0" timeOffset="66898.5773">8081 10643 11967 0,'0'0'528'0,"0"0"112"0,0 0-512 0,0 0-128 16,5-12 0-16,-5 12 0 0,9-14 1936 0,-2 2 368 16,-2 2 64-16,2 0 0 0,0 1-1136 0,0 0-224 15,-7 9-48-15,10-8-16 0,1-3-608 0,2 4-112 0,1 0-32 0,2 2 0 16,-1-2-192-16,2 4 0 16,1 1 0-16,-1 2-7264 15,0 0-1504-15</inkml:trace>
  <inkml:trace contextRef="#ctx0" brushRef="#br0" timeOffset="66566.6251">8102 10624 9215 0,'0'0'816'0,"-4"-12"-656"16,4 12-160-16,-1-10 0 0,1 10 1664 0,0 0 288 0,0 0 64 0,0 0 16 16,0 0-1728-16,0 0-304 15,0 0-144-15,0 0 16 0,0 0 128 0,0 0 0 16,0 0 0-16,0 0 0 0,0 0 224 0,10 10 128 15,-10-10 32-15,10 16 0 0,-1-3 128 0,0 1 48 16,-1-2 0-16,1 0 0 0,-9-12-80 0,9 16-16 16,-2-2 0-16,-7-14 0 0,6 17 48 0,0-1 0 0,-1-3 0 0,0-1 0 15,-5-12-208-15,5 16-48 0,2-2 0 0,-2 0 0 16,-1-2-256-16,-3 0 128 0,-1-12-128 0,0 15 0 16,0-1 160-16,0-2-160 0,-1-1 128 0,-3 2-128 15,1 1 0-15,-1-2 0 0,-1 0 0 0,0-1 0 16,-2-1-288-16,0 0-32 0,-1 1-16 0,8-11-6624 15,-11 8-1312-15</inkml:trace>
  <inkml:trace contextRef="#ctx0" brushRef="#br0" timeOffset="68651.8468">9407 10457 11967 0,'0'0'528'0,"0"0"112"0,0 0-512 0,-12-4-128 15,12 4 0-15,0 0 0 0,0 0 2576 0,0 0 496 0,0 0 80 0,0 0 32 0,0 0-2240 0,0 0-448 32,0 0-96-32,0 0-16 0,0 0 368 0,0 0 64 15,3 18 16-15,-3-18 0 0,9 17-288 0,-9-17-48 16,10 14-16-16,0 1 0 0,-10-15-224 0,13 16-32 0,-13-16-16 0,10 14 0 0,-10-14-208 0,5 19 0 16,-1-2 0-16,-4-17 0 15,-2 19 128-15,0-4-128 0,0-1 0 0,2-14 0 16,0 0 128-16,-3 14-128 0,3-14 0 0,0 0 144 15,0 0-144-15,0 0 0 0,0 0 0 0,0 0 128 16,0 0-128-16,0 0 0 0,0 0 0 0,0 0 0 16,0 0 0-16,0 0 128 0,0 0-128 0,2-10 0 0,-1-1 0 15,-1 11 0-15,7-8 0 0,-7 8 0 0,9-7 0 0,-9 7-176 16,12-5 176-16,-12 5-128 16,0 0 128-16,17 3 0 0,-17-3-144 0,17 7 144 15,-3 0 0-15,0 1 0 0,-14-8 0 0,14 12 0 0,-2-1-144 0,-2-1 144 0,-10-10 0 0,14 16 0 16,-4-2 0-16,-1-2 0 0,-9-12 0 0,12 13 0 15,-3 1 0-15,1-2 0 0,1-1 0 0,-5-1 0 16,0 0 0-16,-3 4 0 0,-1 0 0 0,-4 3 0 16,-1 2 0-16,-3 0 0 15,0 0 0-15,-3 4 0 0,-3-1-320 0,0 2 32 16,-6 2 16-16,1-2 0 16,-3-1-2656-16,-3-3-528 15,-11 1-96-15,4-5-32 0</inkml:trace>
  <inkml:trace contextRef="#ctx0" brushRef="#br0" timeOffset="68968.9194">9457 10472 20559 0,'0'0'896'0,"0"0"208"0,0 0-880 0,0 0-224 0,0 0 0 0,0 0 0 15,0 0 1296-15,0 0 224 0,0 0 32 0,10-10 16 16,1 1-928-16,2 2-176 0,1 1-32 0,3 0-16 0,2 3-224 0,4-1-64 15,1 1 0-15,4 3 0 16,3-3-128-16,0 1 0 0,2 2-192 0,-1 0-12256 0</inkml:trace>
  <inkml:trace contextRef="#ctx0" brushRef="#br0" timeOffset="69198.4135">10128 10460 27119 0,'0'0'1200'0,"0"0"256"0,0 0-1168 0,0 0-288 16,0 0 0-16,0 0 0 0,0 0 672 0,4 21 80 16,-6 5 16-16,-3 3 0 0,-7 1-416 0,-2 6-80 0,-2 3-16 0,-4 10 0 15,-5 8-128-15,-2 0-128 0,-4-2 192 0,0-5-192 16,1-5 0-16,3-2 0 15,1-7 0-15,3-1 0 16,1-4-1920-16,1-2-384 0,4-1-64 0</inkml:trace>
  <inkml:trace contextRef="#ctx0" brushRef="#br0" timeOffset="69659.6087">10239 10909 22287 0,'0'0'976'0,"0"0"224"0,0 0-960 0,0 0-240 16,0 0 0-16,0 0 0 0,0 0 1040 0,0 0 176 0,0 0 16 0,0 0 16 15,0 0-464-15,7 16-80 16,-7-16-32-16,6 19 0 0,1-4 80 0,2 1 16 0,0-1 0 0,-1-3 0 15,3-1-256-15,-11-11-64 16,12 10 0-16,-12-10 0 0,15 14-256 0,1-6-48 0,-2-1-16 0,-14-7 0 0,15 4-128 0,-1-1 128 31,-14-3-128-31,17 0 128 0,-1-2-128 0,-2 1 0 0,-1-3 144 0,3 1-144 16,-2-2 0-16,1-1 0 16,1 1 0-16,-1 0 128 0,-1 0-128 0,0-2 0 0,0 0 0 0,-2-2 128 0,-12 9-128 0,12-8 128 15,-4-4-128-15,-8 12 128 0,9-12-128 0,-9 12 0 16,7-12 0-16,-7 12 0 0,0 0 144 0,0 0 16 15,0 0 0-15,0 0 0 16,0 0 544-16,0 0 96 0,0 0 32 0,0 0 0 0,0 0-624 16,-2 15-208-16,1 2 144 0,-1 2-144 0,0 2 0 0,2 2 0 0,-2-1 0 15,2 2 0-15,-1-3-128 0,1 1 128 0,0 1 0 0,0 3 0 32,0 5 0-32,3 5 0 0,1 9 0 0,1 3-17072 15</inkml:trace>
  <inkml:trace contextRef="#ctx0" brushRef="#br0" timeOffset="391879.6676">8033 11846 12383 0,'-12'-14'544'0,"12"14"112"0,-9-13-528 15,2 1-128-15,0-1 0 0,2 0 0 0,2-3 736 0,1 2 112 16,2 14 32-16,2-17 0 0,-1-2-416 0,3 0-80 0,1-2 0 0,-1 2-16 15,-1 4-112-15,2-2 0 16,4-6-16-16,-1 1 0 0,-1-1 112 0,0 3 32 16,-2 1 0-16,2 1 0 0,-2 4-112 0,1 6-16 0,-6 8 0 15,0 0 0-15,0 0 0 0,0 0-16 16,0 0 0-16,0 0 0 0,0 0-112 0,0 0 0 0,-6 22-128 16,1 2 192-16,0 1 96 0,-2-3 16 15,-1-1 0-15,1-1 0 0,0-1 16 0,0 0 0 0,-2 0 0 0,4-1 0 0,0-4 0 0,3 1 0 16,0 1 0-16,1-3 0 0,1-13 64 0,0 14 0 15,0-14 16-15,3 16 0 0,1-2-112 0,1-1-32 16,0 1 0-16,2 2 0 0,2-1 80 0,-1-1 16 16,1 0 0-16,-1 0 0 15,-8-14 16-15,11 17 0 0,-1 0 0 0,0-1 0 16,-1-3-48-16,1 3 0 0,-1 0 0 0,1 1 0 0,3 2 0 0,-3 0-16 16,-1 0 0-16,-1-2 0 0,1 2-128 0,1 3-32 15,-1 1 0-15,1 3 0 0,-1 3-144 0,-1-1 0 16,-1-2 0-16,0 0 0 0,0 1 0 0,0-3 0 15,-2-3 0-15,0 1 0 0,1 1 0 0,-1-2 0 16,-2-6 0-16,1 1 0 0,-1-3 0 0,1 1 0 16,-1-2 0-16,2 2 0 0,0-2 0 0,-1 0 0 0,-4-12 0 0,5 14 0 15,-5-14 0 1,0 0 0-16,5 16 0 0,-5-16 0 0,5 13 0 0,-5-13 0 16,0 0 0-16,0 0 0 0,7 18 0 0,-7-18 0 15,0 0 0-15,7 15 0 0,-7-15 0 0,0 0 0 16,0 0 0-16,7 16 0 0,-7-16 0 0,0 0 0 0,0 0 144 0,0 0-144 15,9 14 144-15,-9-14-144 16,0 0 192-16,0 0-192 0,0 0 160 0,0 0-160 16,0 0 128-16,0 0-128 0,10 15-144 0,-10-15-112 15,5 21-32-15,-1-4 0 16,-3 2-2176-16,1-3-432 0,-2-16-96 0,0 0-16 0</inkml:trace>
  <inkml:trace contextRef="#ctx0" brushRef="#br0" timeOffset="386322.3216">8066 11396 2751 0,'0'0'128'0,"0"0"16"0,0 0-144 15,0 0 0-15,0 0 0 0,0 0 0 0,0 0 1344 0,0 0 224 16,0 0 48-16,0 0 16 15,0 0-1088-15,0 0-224 0,0 0-32 0,0 0-16 16,0 0-112-16,0 0-32 0,0 0 0 0,0 0 0 0,0 0 208 16,0 0 48-16,0 0 0 0,0 0 0 15,0 0-64-15,0 0 0 0,0 0 0 0,0 0 0 0,0 0 64 0,0 0 0 16,-4 14 0-16,4-14 0 0,0 0 224 0,0 0 48 16,5 13 16-16,-5-13 0 0,6 16-288 0,-1-2-64 0,-5-14-16 0,5 15 0 15,0 1-128-15,-1-2-32 16,-3-1 0-16,1 1 0 0,-2-2 64 0,0-12 16 0,0 12 0 0,0-12 0 15,0 0 192-15,-2 14 32 16,2-14 16-16,-1 14 0 0,1-14 16 0,0 0 0 0,0 0 0 0,-2 14 0 16,2-14-144-16,2 14-16 0,-2-14-16 0,0 0 0 15,3 12-48-15,-3-12 0 0,0 0 0 0,3 13 0 16,-3-13-64-16,6 14-32 0,-1 0 0 0,-5-14 0 16,7 14 80-16,-7-14 16 0,8 15 0 0,1-1 0 15,-2-2-16-15,-7-12 0 0,10 12 0 0,-10-12 0 16,0 0-80-16,11 16-16 0,-3-4 0 0,-8-12 0 15,0 0-16-15,9 16 0 0,-2-4 0 0,0 0 0 16,-7-12-128-16,8 14 128 0,-8-14-128 0,5 13 128 16,-5-13 16-16,7 16 0 0,0-1 0 0,-7-15 0 15,7 16 48-15,-7-16 0 0,5 15 0 0,-5-15 0 16,6 19-16-16,-3-3 0 0,-3-16 0 0,3 17 0 0,-3-17 96 16,4 19 32-16,-4-19 0 0,3 19 0 0,1-2-80 0,-1 1-16 15,-3-18 0-15,4 19 0 0,-1-4-32 0,-3-15-16 16,5 18 0-16,-1-3 0 15,-4-15-160-15,0 16 128 0,2-3-128 0,1 3 128 16,0-1-128-16,-3-15 0 0,7 16 144 0,-2-2-144 16,1 0 0-16,-1-2 144 0,-5-12-144 0,7 13 0 0,0 0 320 0,0-3-64 15,-7-10 0-15,8 10 0 0,-8-10-256 0,11 12 0 16,-11-12 0-16,10 9 0 0,-10-9 128 0,12 9-128 16,-12-9 192-16,12 8-192 0,-12-8 0 0,10 7 0 0,-10-7 0 15,0 0 0-15,11 9 0 0,-11-9 0 16,0 0 0-16,0 0 0 0,0 0 0 0,8 8 0 0,-8-8 0 15,0 0 0-15,0 0 0 0,0 0 0 16,0 0 0-16,0 0 0 0,0 0 128 0,0 0-128 0,0 0 0 0,0 0 0 16,0 0 0-16,0 0 0 0,0 0 0 0,0 0 0 15,0 0 0-15,0 0 0 0,0 0 0 16,0 0 0-16,6 14 160 0,-6-14-160 16,0 0 128-16,0 0-128 0,0 0 0 0,0 0 0 15,0 0 0-15,0 0 0 0,10 9 0 0,-10-9 0 0,0 0 0 0,15 3 0 16,-15-3 0-16,14 2 0 0,-14-2 0 15,0 0 0-15,0 0 0 0,0 0 128 0,0 0-128 0,0 0 0 16,0 0 0-16,0 0 0 0,0 0 0 0,0 0 0 16,0 0 0-16,0 0 0 0,0 0 128 0,0 0-128 15,0 0 0-15,0 0 0 0,0 0 0 0,0 0 0 16,0 0 0-16,0 0 128 0,0 0-128 0,0 0 0 16,0 0 0-16,0 0 0 0,0 0 0 0,0 0 0 15,0 0 0-15,0 0 0 0,0 0 0 0,0 0 0 16,0 0 0-16,0 0 0 0,0 0 0 0,0 0 0 15,0 0 0-15,0 0 0 0,0 0 0 0,0 0 0 16,0 0 0-16,0 0 0 0,0 0 0 0,0 0 0 0,0 0 0 0,0 0 0 0,0 0 0 16,0 0 0-1,0 0 0-15,0 0 0 0,0 0 0 0,14-5 0 0,-14 5 0 0,0 0 0 16,14-5 0-16,-14 5 0 0,0 0 0 0,15-6 0 0,-1 3 0 16,-14 3 0-16,0 0 0 0,0 0-144 0,0 0 144 0,16 2-160 15,-2 1-272 1,-14-3-48-16,10 9-16 15,-1-1 0-15,-3 3-1488 0,3-3-320 0,-2-1-48 0,-7-7-9680 0</inkml:trace>
  <inkml:trace contextRef="#ctx0" brushRef="#br0" timeOffset="390189.3177">8081 11810 5519 0,'0'0'496'0,"0"0"-496"0,0 0 0 0,0 0 0 15,0 0 1184-15,0 0 144 0,0 0 16 0,0 0 16 16,0 0-592-16,0 0-128 0,0 0-32 0,0 0 0 16,0 0-352-16,0 0-80 0,0 0-16 0,0 0 0 15,0 0 352-15,0 0 64 0,9 10 0 0,-9-10 16 16,0 0 128-16,0 0 32 0,3 14 0 0,-3-14 0 0,0 0-48 0,2 16 0 16,-2 1 0-16,0-17 0 0,0 0-144 0,0 17-48 0,2 2 0 0,1-2 0 31,-3-17-80-31,5 19-32 0,-1-1 0 0,1-3 0 0,0 2-128 0,2 2-16 0,-2-1-16 15,2-1 0-15,0 0 16 0,-2-1 0 0,-1-1 0 0,1 3 0 16,2 1 16-16,0-2 16 16,-2 0 0-16,0 2 0 0,0 2-32 0,0-2-16 0,-1-2 0 0,-1 2 0 15,1-2-48-15,1-1-16 0,2-2 0 0,-2-2 0 16,-5-12-176-16,5 13 160 0,2-2-160 0,-7-11 160 16,4 15-160-16,1-1 0 15,-5-14 144-15,7 12-144 0,-7-12 128 0,7 12-128 16,-7-12 160-16,6 11-160 0,-6-11 208 0,0 0-48 0,0 0-16 0,6 10 0 0,-6-10-144 0,0 0 0 15,0 0 0-15,0 0 0 16,0 0 0-16,0 0 0 16,0 0 176-16,8 10-176 0,-8-10 0 0,0 0 128 15,0 0-128-15,0 0 0 0,0 0 0 0,11 9 0 0,-11-9 128 0,8 9-128 16,-8-9 0-16,0 0 0 0,0 0 0 0,9 12 0 16,-9-12 0-16,0 0 0 0,8 14 0 0,-8-14 0 15,0 0 0-15,11 10 0 0,-11-10 0 0,0 0 0 16,0 0 0-16,14 9 0 0,-14-9 0 0,13 6 0 0,-13-6 0 15,0 0 0-15,14 0 0 0,-14 0 0 0,0 0 144 0,16 0-144 16,-16 0 128-16,14-1-128 0,-14 1 0 0,0 0 0 16,13-2 128-16,-13 2-128 0,0 0 0 0,0 0 0 0,0 0 0 0,14-2 0 15,-14 2 0-15,0 0 0 0,0 0 0 0,0 0 128 32,0 0-128-32,0 0 0 0,0 0 0 0,0 0 0 15,0 0 0-15,0 0 0 0,0 0 0 0,0 0 0 0,0 0 0 0,0 0 128 16,0 0-128-16,0 0 0 0,0 0 0 0,0 0 0 0,0 0 0 0,0 0 0 15,0 0 0-15,0 0 128 16,0 0-128-16,0 0 0 0,0 0 0 0,0 0 0 16,0 0 0-16,0 0 0 0,0 0 0 0,0 0 0 0,0 0 0 0,0 0 0 15,0 0 0-15,0 0 0 0,0 0 0 0,0 0 0 16,0 0 0-16,0 0 0 16,0 0 0-16,0 0 0 0,0 0 0 0,0 0 0 15,0 0 0-15,0 0 0 0,0 0 0 0,0 0 0 16,0 0 0-16,14 7 0 15,-14-7-672-15,14 5-16 0,-14-5 0 0,14 6-12112 0</inkml:trace>
  <inkml:trace contextRef="#ctx0" brushRef="#br0" timeOffset="391348.8919">8112 12024 6447 0,'0'0'576'0,"0"0"-576"15,0 0 0-15,0 0 0 0,0 0 1808 0,0 0 256 16,0 0 48-16,0 0 16 0,0 0-1568 0,0 0-320 0,0 0-64 0,0 0-16 16,14-5 384-16,-4 0 80 0,-10 5 16 0,9-9 0 15,0 2-16-15,-9 7 0 0,7-7 0 0,-7 7 0 16,0 0-128-16,5-8-32 0,-5 8 0 15,0 0 0-15,0 0 400 0,0 0 80 0,0 0 16 0,0 0 0 16,-4 24-416-16,-1 2-80 0,0 0-16 0,0 3 0 16,-2 5 96-16,3 4 16 0,1 4 0 0,3-4 0 15,0-2-176-15,3-2-48 0,1-2 0 0,3-1 0 0,1-4-112 0,1-3-32 16,-2-6 0-16,2-3 0 0,1-1-192 0,0-4 176 16,-10-10-176-16,16 9 160 0,-2-4-160 15,-14-5 160-15,15 4-160 0,-15-4 160 0,0 0-160 0,0 0 0 16,0 0 144-16,0 0-144 0,0 0 1536 0,0 0 256 15,0 0 32-15,0 0 16 16,0 0-3984-16,-7-21-800 0,-1-2-144 0,-3 1-48 16,-1-4-448-16,-2-7-112 0</inkml:trace>
  <inkml:trace contextRef="#ctx0" brushRef="#br0" timeOffset="390736.5848">8214 12259 5519 0,'0'0'240'0,"0"0"64"0,0 0-304 0,0 0 0 15,-10 1 0-15,10-1 0 0,-12 9 2304 0,12-9 416 16,0 0 80-16,-9 10 16 0,9-10-1280 0,0 0-256 15,0 0-64-15,-3 18 0 0,3-18-272 0,-2 17-64 16,2 0-16-16,0-17 0 0,3 19-128 0,-3-19-32 0,7 19 0 0,0 0 0 16,2-2-64-16,-1-1-32 0,-8-16 0 0,11 15 0 15,-1 1-48-15,0 0-16 0,-10-16 0 0,11 17 0 16,-6-2 704-16,2-1 144 16,-7-14 16-16,9 12 16 15,-9-12-1728-15,10 16-336 0,-10-16-80 0,8 15-16 0,-8-15 736 0,7 16 0 0,-7-16 192 0,0 0-32 16,9 15-160-16,-9-15 0 0,9 14 144 0,-9-14-144 15,0 0 128-15,10 17-128 0,-10-17 160 0,14 14-160 16,-14-14 0-16,15 9 128 0,-15-9-128 0,19 9 0 16,-3-1-1360-16,-1 1-320 0,1 1-64 15,-2-3-11312-15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3:37.149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89F58B18-A13C-4B44-B77B-5D7FE48F0B8E}" emma:medium="tactile" emma:mode="ink">
          <msink:context xmlns:msink="http://schemas.microsoft.com/ink/2010/main" type="inkDrawing" rotatedBoundingBox="21643,8054 21806,149 23124,176 22961,8081" semanticType="verticalRange" shapeName="Other">
            <msink:sourceLink direction="with" ref="{5BE820BB-B3F3-4362-A03C-582B097F4EEA}"/>
          </msink:context>
        </emma:interpretation>
      </emma:emma>
    </inkml:annotationXML>
    <inkml:trace contextRef="#ctx0" brushRef="#br0">1011 56 911 0,'0'0'0'0,"0"0"0"0,0 0 0 0,0 0 0 0,13-5 0 0,-13 5 0 16,12-8 4480-16,-12 8 800 0,10-7 160 0,-10 7 48 15,0 0-3568-15,10-8-720 0,-3-2-144 0,-7 10-32 16,0 0-384-16,0 0-96 16,0 0-16-16,0 0 0 0,-4-10 192 0,4 10 48 15,-3-9 0-15,3 9 0 0,0 0-192 0,-13 3-48 16,-1 1 0-16,2-1 0 0,-1 1-112 0,-2 2-32 0,-2 3 0 0,-2-3 0 15,-1 1-144-15,-2 0-48 0,0 0 0 0,1 3 0 16,-3 0-16-16,2 0-16 16,0-2 0-16,-1 1 0 0,-3-3-32 0,1 1 0 15,0 0 0-15,0 0 0 0,-2-2 48 0,0 0 0 16,0 1 0-16,0 1 0 0,-2-2 64 0,1 2 16 16,-2 0 0-16,-1-1 0 0,1 1-112 0,-2 0-16 15,0 1 0-15,-2 1 0 0,1-3-128 0,-1 1 0 16,1 0 0-16,2 0 0 0,1-2 144 0,3 0-144 0,2 0 160 0,3 0-160 15,2-2 144-15,3 1-144 16,2-1 128-16,1-1-128 0,3-1 0 0,0 1 0 0,11-2 0 0,0 0 0 16,0 0 0-16,0 0 128 0,0 0-128 0,0 0 0 15,0 0 272-15,0 0-16 0,0 0-16 0,0 0 0 16,0 0-16-16,0 0 0 0,0 0 0 0,0 0 0 16,0 0-32-16,0 0-16 0,0 0 0 0,0 0 0 15,16 2-32-15,-16-2 0 0,13-4 0 0,0 3 0 16,-13 1 0-16,17 0 0 0,-2 1 0 0,1 3 0 15,-3-1-144-15,2-1 128 0,-1-1-128 0,1-1 128 16,2 2-128-16,-2 1 0 0,-2 2 144 0,2 1-144 16,1-3 0-16,-3 2 0 0,-13-5 0 0,17 7 0 15,-4-2 0-15,-13-5 0 0,17 5 0 0,-3 1 128 16,-14-6-128-16,11 11 144 0,-11-11-144 0,10 13 160 16,-10-13-32-16,9 15 0 0,-9-15 0 0,7 19 0 15,-2-4-128-15,0 2 160 0,-5-17-160 0,5 18 160 0,-2-1-16 0,0 0 0 16,-3-2 0-16,0 0 0 0,0-1-16 0,2-1 0 15,-2 2 0-15,0 0 0 0,0 2-128 0,0 0 160 16,-2 0-160-16,2-2 160 0,0-2-32 0,0 1-128 16,0-2 192-16,0 4-64 0,0 0-128 0,0-1 0 15,0 0-160-15,0-2 160 0,0-13 0 0,-1 15 0 16,-1 1 0-16,-1 0 0 0,-1 1 0 0,3 0 0 16,-1-2 0-16,0 2 0 0,-1-2 0 0,1 2 0 15,1 2 0-15,1-1 160 0,-2-1-160 0,2 1 0 16,2 4 0-16,1 2-176 0,0-2 176 0,2 0 0 15,-1-1 128-15,1 3-128 0,0 1 0 0,0 0 0 16,-2 1 0-16,2-4 0 0,0-2 0 0,0 0 0 16,-1 0 0-16,-1 0 0 0,2 1 0 0,-2-1 0 0,3-3 0 0,-5-2-128 15,-1 0 128-15,0 0 0 0,0 2 0 0,0-2 0 16,0 0 0-16,0 0 0 16,0 0 0-16,0 1 0 0,-1-1 0 0,-1 0 0 0,0 0 0 0,2 2 0 15,0 1 0-15,2-1 128 0,0 0-128 0,-1-2 0 16,-1 0 0-16,0 2 0 0,0 2 0 0,0 1 0 15,2 0 0-15,-2 0 0 0,0 0 0 0,0 1 0 16,-2 0 144-16,1 3-144 0,-1-1 192 0,0 1-192 16,0-2 128-16,1-2-128 0,-3 0 0 0,1 2 0 15,0-2 0-15,-1-1 0 0,1-1 0 0,0 1 0 16,-4-1 0-16,2-1 0 0,-2 0 0 0,0 0 0 0,-1 0 176 16,0 1-32-16,-1-1 0 0,2 0 0 0,1-2-144 0,-1 0 0 15,0 2 0-15,4-2 0 0,-2 0 0 16,1 2 0-16,1 3 0 0,1-1 0 0,1-2-144 15,1-1 144-15,-2 0 0 0,2 0 0 0,0 5 0 0,3 2 0 16,1 2 0-16,-3 1 0 0,1-1 0 0,0 2 0 16,-1-2 0-16,3 0 0 0,-2 0 0 0,-1-1 0 15,1-2 0-15,1 0 144 0,1 1-144 0,-1-1 0 16,-1-2 0-16,-1 1 0 0,3-1 0 0,-3 0 0 16,-1-2 0-16,0 3 0 0,0-4 0 0,-1 3 0 15,2 2 0-15,-1 1 0 0,0-1 0 0,0 3 0 16,-1 0-160-16,1 1 160 0,-2-3 0 0,0 8 0 15,-1-3 0-15,1 6 0 0,-1-1 0 0,1 1 0 16,1 0 0-16,-1-2 160 0,2-4-160 0,0 1 0 0,-2-6 0 0,2 3 0 16,-1-4 0-16,4-2 0 0,0-2 0 0,-1 1 0 15,-2 1 0-15,0 0 0 0,0-3 0 0,0 0 0 16,-2 0 0-16,1 1 0 0,-1 1 0 0,-3 1 0 16,1 0 0-16,1 0 0 0,-2 0 0 0,0 1 0 15,-2 1 0-15,2 3 0 0,0 3 0 0,0 3 0 16,0 1 0-16,0 1 0 0,2 1 0 0,-1-2 0 15,-1 0 0-15,2-4 0 0,0-1 0 0,1 0 0 16,2-1 0-16,0-3 0 0,-2 1 0 0,2-2 0 16,0-1 0-16,0 1 0 0,0 0 0 0,-3 2 0 15,1-1 0-15,0 1 0 0,1 1 0 0,-1 2 0 16,-1 0 0-16,-1 1 0 0,-1 1 0 0,2 5 0 16,-2 3 0-16,0 3 0 0,-2 0 0 0,2-2 0 15,2-3 0-15,-1-2 0 0,1-1 0 0,1-3 0 0,1-2 0 16,-1-2 0-16,-1-1 0 0,1-1 0 0,2-1 0 0,0 0 0 15,-2-2 0-15,2 0 0 16,0 1 0-16,0 1 0 0,-1-1 0 0,1 3 0 0,-2-4 0 16,2 0 0-16,-2 1 0 0,0 4 0 0,1 5 0 0,-3 4 0 15,-1 1 0-15,2 2 0 0,0 5 0 0,-1-3 0 16,1-2 0-16,-2-2 0 0,-2 0 0 0,2-3 0 16,0-3 0-16,0 0 0 0,-2-1 0 0,1 1 0 15,0-1 0-15,3 1 0 0,1 0 0 0,1-1 0 16,-1 3 0-16,4-1 0 0,-1 0 0 0,3 2 0 15,-1 3 0-15,1 2 0 0,1 2 0 0,0-2 0 0,0-3 0 16,0-1 0-16,-2-2 0 0,0-3 0 16,1-1 0-16,-2-1 0 0,-1-3 0 0,-1-1 0 0,0-2 0 0,0 2 0 15,0 0 0-15,-1 0 192 0,-1-2-192 0,0 4 192 16,0 1-192-16,-1 3 0 0,-2 1 0 0,2-2 0 16,-2 0 0-16,1 3 0 0,1 4 0 0,0 1 0 15,1 0 0-15,2 2 0 0,-4 2 0 0,3 0 0 16,-1-6 0-16,2 1 0 0,-2-7 128 0,2 0-128 15,0-2 0-15,-1 0 0 0,-3-1 0 0,1 0 0 16,0-4 0-16,-1 3 0 0,-1 1 0 0,2-1 0 16,0 1 0-16,1 1 0 0,-2 2 0 0,1-2 0 15,0 1 0-15,1 1 0 0,0 4 0 0,1 3 0 16,-1 0 0-16,2-1 0 0,0-1 0 0,0-1 0 16,0-4 0-16,2-2 0 0,-1-2 0 0,3-2 0 15,-1-5 0-15,2 1 0 0,0-2 0 0,0-1 0 16,0-1 272-16,-5-13-16 0,9 14-16 0,-1-1 0 0,-8-13-240 15,10 15 144-15,-1 1-144 0,-9-16 128 0,8 15-128 0,-3-2 0 16,-5-13 144-16,7 15-144 0,-7-15 0 0,8 17 0 16,-1-3 0-16,-2-1 128 0,-5-13-128 0,7 15 128 15,-1-1-128-15,0-1 128 0,-3-1-128 0,4 0 0 16,-7-12 0-16,8 13 0 0,0-3 0 0,3-1 0 16,-11-9 0-16,13 11 0 0,-1-1 0 0,1 1 0 15,-1-1 160-15,0 0-160 0,-2 0 0 0,3-2 0 16,1-1 0-16,-1 1 0 0,1 2 0 0,-1 2 0 15,1-2 0-15,-1 2 0 0,-1 0 0 0,1 0 0 16,2-1 0-16,1 0 0 0,-1-3-128 0,2 0 128 0,1-1 0 16,4-2 0-16,3-1-128 0,2-1 128 0,5-3 0 0,2 0 0 15,1-2 0-15,5-1 0 0,4-2 0 0,-3 0 0 16,1-2 0-16,-2 2 0 0,0 0 0 0,-3 0 0 16,-3-2 0-16,-5 4 0 0,-4-2 0 0,-2 0 0 15,-2 0 0-15,-3 1 0 0,-3 1 0 0,0 1 0 16,-15 2 0-16,17 0 0 0,-2 0 0 0,-15 0 0 15,0 0 0-15,16 7 144 0,-16-7-144 0,13 5 128 16,-13-5-128-16,0 0 0 0,0 0 0 0,0 0 0 16,0 0 0-16,0 0 0 0,0 0 0 0,0 0 0 31,0 0-2240-31,-8-17-368 0</inkml:trace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3:48.426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4BEF6E3C-6AD5-4343-9EDC-4B89D3571631}" emma:medium="tactile" emma:mode="ink">
          <msink:context xmlns:msink="http://schemas.microsoft.com/ink/2010/main" type="writingRegion" rotatedBoundingBox="26892,2318 31372,5903 29936,7698 25456,4113"/>
        </emma:interpretation>
      </emma:emma>
    </inkml:annotationXML>
    <inkml:traceGroup>
      <inkml:annotationXML>
        <emma:emma xmlns:emma="http://www.w3.org/2003/04/emma" version="1.0">
          <emma:interpretation id="{091907B9-FF27-4B9C-A845-BB1D8EE14EC0}" emma:medium="tactile" emma:mode="ink">
            <msink:context xmlns:msink="http://schemas.microsoft.com/ink/2010/main" type="paragraph" rotatedBoundingBox="28547,3987 30389,4928 30176,5344 28335,440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80895D2-334A-46D2-986A-54ED99B5FA03}" emma:medium="tactile" emma:mode="ink">
              <msink:context xmlns:msink="http://schemas.microsoft.com/ink/2010/main" type="line" rotatedBoundingBox="28547,3987 30389,4928 30176,5344 28335,4403"/>
            </emma:interpretation>
          </emma:emma>
        </inkml:annotationXML>
        <inkml:traceGroup>
          <inkml:annotationXML>
            <emma:emma xmlns:emma="http://www.w3.org/2003/04/emma" version="1.0">
              <emma:interpretation id="{7B9619CA-D4EA-4536-92CD-155DEDB72E7B}" emma:medium="tactile" emma:mode="ink">
                <msink:context xmlns:msink="http://schemas.microsoft.com/ink/2010/main" type="inkWord" rotatedBoundingBox="28547,3987 30389,4928 30176,5344 28335,4403">
                  <msink:destinationLink direction="with" ref="{EFBDE98C-0F67-44D9-AEE1-4B93CCC545B6}"/>
                  <msink:destinationLink direction="with" ref="{1A814ADF-5907-4D07-8E6A-F3E53566E77A}"/>
                </msink:context>
              </emma:interpretation>
            </emma:emma>
          </inkml:annotationXML>
          <inkml:trace contextRef="#ctx0" brushRef="#br0">3922 432 8287 0,'0'0'736'0,"0"0"-592"0,-12 2-144 0,12-2 0 0,-10 0 2560 0,10 0 464 15,0 0 112-15,0 0 0 0,0 0-1072 0,0 0-208 16,0 0-64-16,0 0 0 0,0 0-672 0,2-12-144 16,1 0-16-16,-3 12-16 0,9-12-432 0,-1 2-96 0,-8 10-16 0,10-12 0 15,-1 4-160-15,-1 0-48 0,-8 8 0 0,12-10 0 16,-12 10 80-16,12-7 16 0,-12 7 0 0,11-5 0 15,-11 5 160-15,0 0 16 0,0 0 16 0,17 0 0 16,-17 0 192-16,17 3 32 0,-17-3 16 0,15 7 0 16,-15-7-16-16,15 10 0 0,-15-10 0 0,17 13 0 0,-3-3-192 0,-1 1-32 15,-13-11-16-15,17 13 0 0,-4-3-96 0,3 2-32 16,-3 0 0-16,-1 1 0 0,-2-1-144 0,0 1-48 0,-2 1 0 16,2-1 0-1,-1-1-144-15,-9-12 0 0,5 15 0 0,-2 0 128 16,-3-15-128-16,-1 17 0 0,-3 0 0 0,-1-2 0 15,-3 0 0-15,-2-1-176 0,-2-1 176 0,-2 2-192 16,1 1 192-16,-2-1-128 0,0 0 128 0,0 0-128 16,1 0 128-16,1 0 0 0,-1-1 0 0,1-1 0 0,1-3 0 0,0 0 0 15,2-1 0-15,2-1 0 0,8-8 0 0,-7 10 0 16,7-10 0-16,-9 10 0 0,9-10 128 0,0 0-128 16,0 0 128-16,0 0-128 0,-6 9 0 0,6-9 128 15,0 0-128-15,0 0 0 0,0 0 0 0,0 0 128 16,0 0-128-16,22 5 0 0,-1-2 128 0,3-1-128 15,0-2 128-15,4 0-128 0,4 0 208 0,2 0-16 0,1-2-16 0,4 2 0 16,5 2-176-16,1 0 192 16,-1-1-192-16,-2 3 192 0,-5-3-192 0,-3-1 0 15,-4 0 0-15,-3 0 0 0,-4-1-224 0,-2-1-80 16,-1 0-16-16,-3 1 0 16,-4-3-1968-16,-3 3-400 0,0-3-64 0</inkml:trace>
          <inkml:trace contextRef="#ctx0" brushRef="#br0" timeOffset="-655.1907">2820 124 12895 0,'0'0'1152'0,"0"0"-928"15,0 0-224-15,0 0 0 0,18-3 3168 0,-18 3 592 0,15-5 112 0,-15 5 32 16,0 0-2112-16,15-5-432 16,-15 5-80-16,0 0 0 0,16-7-528 0,-16 7-112 0,0 0 0 15,0 0-16-15,10-10-16 0,-10 10 0 0,0 0 0 16,0 0 0-16,0 0 96 0,0 0 32 15,3-10 0-15,-3 10 0 0,-2-10-256 0,2 10-48 0,0-12-16 0,0 2 0 0,-3 1-288 0,3-1-128 16,3-2 128-16,1-1-128 0,-6 0 0 0,4-1 0 16,-1 1 0-16,-1-3 0 0,0 1 0 0,2-2 0 15,-2 1 0-15,0-1 0 0,0 2 0 0,-2 1 128 16,2 1-128-16,0 1 0 0,0 2 128 0,-1 1-128 16,-4 1 128-16,0 1-128 0,5 7 160 0,0 0-160 15,-9-8 192-15,9 8-192 16,0 0 160-16,0 0-160 0,0 0 128 0,0 0-128 15,0 0 0-15,0 0 0 0,-8 10 128 0,3 3-128 16,3 4 0-16,2 5-224 0,0 2 48 0,2 3 16 16,-1 1 160-16,4 3-192 0,2-3 192 0,-3 4-192 15,1 0 192-15,1 0 0 0,3 0 0 0,2 2 0 16,3-1 0-16,3-1 0 0,1-3 0 0,4 0 0 16,3 1 0-16,2-3 0 0,4-2 0 0,-3-2 0 0,1-1 0 0,0-3 0 0,-4-4 0 0,2-3 128 15,-2-4-128-15,2-1 0 0,0-4 0 0,0-3 0 16,0-1 0-16,0-3 0 0,0-1 0 0,-1-2 0 15,0-1 0-15,-4 0-128 0,-1-2 128 0,-2-2 0 16,-4-2-128-16,-1 1 128 0,-4-1-128 0,0 1 128 16,-3-1 0-16,-2 1 0 0,-2 1 0 0,-1-1 0 15,-2-1 0-15,0 14 128 0,0 0-128 0,-4-13 0 0,1-1 0 0,0 1 144 16,-3 1-144-16,1 4 0 0,-1-2 144 0,6 10-144 16,-10-9 0-16,1 3 144 0,9 6-144 0,-13-7 128 15,-1 2-128-15,14 5 128 0,0 0-128 0,-17-2 0 16,1 2 0-16,16 0 0 0,-16 5 0 0,16-5 0 15,-15 9 0-15,4-1-176 0,11-8 48 0,-11 12 0 16,11-12 0-16,0 0 0 31,0 0-384-31,-1 13-80 0,1-13-16 0,5 14 0 16,-5-14-2016-16,15 8-384 0,2-3-96 0,1-5-16 0</inkml:trace>
        </inkml:traceGroup>
      </inkml:traceGroup>
    </inkml:traceGroup>
    <inkml:traceGroup>
      <inkml:annotationXML>
        <emma:emma xmlns:emma="http://www.w3.org/2003/04/emma" version="1.0">
          <emma:interpretation id="{B420E0A1-662E-4C32-8308-4CC5AC30591F}" emma:medium="tactile" emma:mode="ink">
            <msink:context xmlns:msink="http://schemas.microsoft.com/ink/2010/main" type="paragraph" rotatedBoundingBox="26106,3301 30587,6885 29936,7698 25456,41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E468ADE-EC45-4C24-84EF-E6C0CBF5A8C7}" emma:medium="tactile" emma:mode="ink">
              <msink:context xmlns:msink="http://schemas.microsoft.com/ink/2010/main" type="inkBullet" rotatedBoundingBox="26017,3411 26385,3705 25824,4407 25456,4113"/>
            </emma:interpretation>
          </emma:emma>
        </inkml:annotationXML>
        <inkml:trace contextRef="#ctx0" brushRef="#br0" timeOffset="-8561.9815">266-544 13823 0,'0'0'1216'0,"0"0"-960"0,-8 10-256 0,8-10 0 0,0 0 5408 0,-10 9 1040 0,0-3 208 0,10-6 32 16,-10 5-4112-16,10-5-816 0,-14 0-160 0,3 2-48 16,11-2-896-16,-12 0-176 0,2-2-32 0,10 2-16 15,-12-3-432-15,2 1 0 0,0 2 0 0,10 0 0 16,-12-1-272-16,12 1 64 0,-10 1 16 0,10-1 0 16,0 0 192-16,0 0 0 0,0 0-160 0,0 0 160 15,0 0-240-15,20 10 32 0,5-3 0 0,4-2 0 16,5-1-48-16,6-3 0 0,5-1 0 0,2-1 0 15,6-3-272 1,-3-1-64-16,-4-2-16 0,-3-1 0 0,1-2-1728 0,-2-2-352 16,-2-1-64-16</inkml:trace>
        <inkml:trace contextRef="#ctx0" brushRef="#br0" timeOffset="-8343.4419">54 0 19343 0,'-13'11'1728'0,"0"1"-1392"15,-1-2-336-15,2-1 0 0,12-9 4224 0,0 0 784 16,-6 6 160-16,6-6 16 0,0 0-3568 0,0 0-720 16,0 0-128-16,0 0-48 0,23 7-720 0,4-4-192 15,2 1 0-15,3-4-16 16,6-4-432-16,6-2-96 0,7-4-16 0,4-7-16240 0</inkml:trace>
      </inkml:traceGroup>
      <inkml:traceGroup>
        <inkml:annotationXML>
          <emma:emma xmlns:emma="http://www.w3.org/2003/04/emma" version="1.0">
            <emma:interpretation id="{37AFA0A6-BF4E-41FB-BD4C-4092858CD28A}" emma:medium="tactile" emma:mode="ink">
              <msink:context xmlns:msink="http://schemas.microsoft.com/ink/2010/main" type="line" rotatedBoundingBox="28840,5488 30587,6885 29977,7648 28230,6251"/>
            </emma:interpretation>
          </emma:emma>
        </inkml:annotationXML>
        <inkml:traceGroup>
          <inkml:annotationXML>
            <emma:emma xmlns:emma="http://www.w3.org/2003/04/emma" version="1.0">
              <emma:interpretation id="{C48352B7-47FC-480F-A631-5D3FF93BBB9E}" emma:medium="tactile" emma:mode="ink">
                <msink:context xmlns:msink="http://schemas.microsoft.com/ink/2010/main" type="inkWord" rotatedBoundingBox="28638,5741 28816,5883 28594,6161 28416,601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1598.5864">2873 1770 5519 0,'0'0'240'0,"13"10"64"0,-1-2-304 0,0 0 0 16,-12-8 0-16,17 11 0 0,-4-3 5424 0,0 0 1024 0,-13-8 208 0,14 10 32 16,-14-10-5296-16,10 14-1072 15,-3-2-192-15,-7-12-8960 16,8 11-1776-16</inkml:trace>
          <inkml:trace contextRef="#ctx0" brushRef="#br0" timeOffset="543919.8623">3033 1560 3679 0,'0'0'160'0,"0"0"32"0,0 0-192 0,-11-3 0 16,-2 0 0-16,13 3 0 0,-13 0 2752 0,0 3 512 15,1 0 112-15,1 0 16 0,11-3-2896 0,-12 4-496 16,1 3-256-16</inkml:trace>
          <inkml:trace contextRef="#ctx0" brushRef="#br0" timeOffset="544208.6728">2936 1741 16639 0,'0'0'736'0,"0"0"160"0,0 0-720 0,0 0-176 0,1 14 0 0,-1-14 0 0,0 0 1184 0,0 0 208 15,0 0 32-15,0 0 16 0,-1 12-800 0,1-12-144 16,0 0-48-16,0 0 0 0,0 0-320 0,0 0-128 15,0 0 0-15,0 0 144 0,0 0-16 0,0 0-128 16,0 0 192-16,0 0-64 0,0 0 112 0,3-12 16 16,0-2 0-16,0 3 0 0,0 2-128 0,0 0 0 0,0-3-128 0,2 2 192 15,-2 0-192 1,0 2 0-16,-3 8 0 0,0 0-160 16,0 0-288-16,0 0-64 0,0 0-16 15,0 0 0-15,0 0-352 0,5 14-64 16,-2 1-16-16,-2 1 0 0,-1-1 352 0,-1 0 64 0,-1 1 16 0,1 1 0 0,-1 1 400 0,0 2 128 15,-1-2 0-15,2 1 0 0,-2-5 0 0,0-2 0 16,-2-1 0-16,0 0 0 0,1-1 0 0,-1 1 0 16,1 0 0-16,4-11-5312 0,0 0-1040 0</inkml:trace>
        </inkml:traceGroup>
        <inkml:traceGroup>
          <inkml:annotationXML>
            <emma:emma xmlns:emma="http://www.w3.org/2003/04/emma" version="1.0">
              <emma:interpretation id="{6740E5A1-3C3F-4E94-BCC8-F0364266D82C}" emma:medium="tactile" emma:mode="ink">
                <msink:context xmlns:msink="http://schemas.microsoft.com/ink/2010/main" type="inkWord" rotatedBoundingBox="28718,5831 29686,6605 29294,7095 28326,6321"/>
              </emma:interpretation>
              <emma:one-of disjunction-type="recognition" id="oneOf1">
                <emma:interpretation id="interp1" emma:lang="" emma:confidence="0">
                  <emma:literal>to</emma:literal>
                </emma:interpretation>
                <emma:interpretation id="interp2" emma:lang="" emma:confidence="0">
                  <emma:literal>V</emma:literal>
                </emma:interpretation>
                <emma:interpretation id="interp3" emma:lang="" emma:confidence="0">
                  <emma:literal>&amp;</emma:literal>
                </emma:interpretation>
                <emma:interpretation id="interp4" emma:lang="" emma:confidence="0">
                  <emma:literal>o</emma:literal>
                </emma:interpretation>
                <emma:interpretation id="interp5" emma:lang="" emma:confidence="0">
                  <emma:literal>No</emma:literal>
                </emma:interpretation>
              </emma:one-of>
            </emma:emma>
          </inkml:annotationXML>
          <inkml:trace contextRef="#ctx0" brushRef="#br0" timeOffset="545419.7034">3066 1612 21183 0,'0'0'944'0,"0"0"192"0,0 0-912 0,0 0-224 0,0 0 0 0,0 0 0 0,0 0 1792 0,0 0 304 15,0 0 64-15,0 0 16 0,0 0-880 0,0 0-160 16,0 0-48-16,0 0 0 0,0 0-512 0,-9 8-128 15,9-8 0-15,0 0-16 16,-9 9-240-16,9-9-64 0,-9 8 0 0,9-8 0 16,-8 12 64-16,2 0 0 0,6-12 0 0,-6 14 0 15,6-14 224-15,-5 15 48 0,0 1 16 0,4 1 0 16,-1 0-16-16,4-1 0 0,1 1 0 0,2 0 0 16,-1 0-64-16,4 2-16 0,1-2 0 0,2 1 0 0,-2 2-144 15,2 2-48-15,0-1 0 0,-1-2 0 0,3-3 64 0,-1 4 0 16,0-1 0-16,1 2 0 0,-4 1-64 0,0-1 0 15,-3 4 0-15,0-2 0 0,1-1-192 0,-3 2 0 0,-1 2 0 0,2-1-160 16,-1 1 160-16,0 2 0 16,-4-2 0-16,3-1 0 0,3-2 0 0,0 0 0 15,0-2 0-15,2-1 0 0,-1-1 0 0,4-1 0 16,1-3 0-16,1 1 128 0,1-1-128 0,-2 1 0 16,2-3-128-16,0 3 128 0,-2-4 0 0,0 0 0 15,0 1 0-15,-1-3 0 0,-2 1 0 0,1 1 0 16,-10-12 0-16,7 13 0 0,1-1 0 0,-2-1 0 15,-6-11 0-15,6 12 0 0,1 0 0 0,-3 1 128 16,-4-13-128-16,5 14 128 0,-5-14-128 0,4 12 0 16,-4-12-128-16,5 14 128 0,-5-14 0 0,6 10 0 0,-6-10 0 0,0 0 0 15,0 0 128-15,12 4-128 0,-12-4 128 0,14-2-128 16,-3-3 384-16,0 1 0 0,-2-5 0 0,3-4 0 16,1-1-128-16,-1-1-32 0,2-2 0 0,0 2 0 15,-2-1-96-15,-1 1 0 0,-1 1-128 0,1 0 192 16,-2-1-192-16,1 0 0 0,-1-1 128 0,-1 2-128 15,-2 2 0-15,0 0 128 0,0-1-128 0,-1 1 0 16,-1-2 128-16,1-1-128 0,-1-2 0 0,1 2 144 16,-2-2-144-16,2 1 0 0,-1-1 0 0,3 1 0 15,-1-3 0-15,-2 4 0 0,1-1 0 0,-1 1 0 16,1 0 0-16,-2 1 0 0,0 0 0 0,0-1 0 16,-3 2 0-16,0 3 0 0,-1-1 0 0,-2 3 0 15,3 8 0-15,-6-8 0 0,-1 1 0 0,0 1 0 16,-2 1 0-16,-1 3 0 0,0 1 0 0,0 2 0 15,0 2 0-15,0 2 0 0,1 0 0 0,0 1 0 16,1 3-128-16,2 3 128 0,0 2 0 0,3 2 0 0,3 0 0 0,1 1-176 16,-1 2 176-16,3-1-128 0,0 1 128 15,2-1 0-15,1-1 0 0,2 2 0 0,0-1 0 16,-1-1 0-16,1-2 0 0,1 1 0 0,0-4 0 16,2 2-160-16,-2-5 160 0,2 2 0 0,0 0 0 0,1-1 0 15,2 0 0-15,1-3 0 0,1-2 0 0,1-1 0 16,3-4 0-16,3 2 0 15,3 1-1584-15,3-4-352 0,2-9-80 0</inkml:trace>
        </inkml:traceGroup>
        <inkml:traceGroup>
          <inkml:annotationXML>
            <emma:emma xmlns:emma="http://www.w3.org/2003/04/emma" version="1.0">
              <emma:interpretation id="{9CA85BE2-3621-4B8E-942B-63F7ED7ABF9F}" emma:medium="tactile" emma:mode="ink">
                <msink:context xmlns:msink="http://schemas.microsoft.com/ink/2010/main" type="inkWord" rotatedBoundingBox="28966,5583 28988,5683 28982,5685 28960,5585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235.1877">3304 1362 26495 0,'0'0'1168'0,"0"0"240"0,0 0-1120 0,0 0-288 0,0 0 0 0,0 0 0 15,0 0 1264-15,0 0 192 0,0 0 32 0,0 0 16 16,0 0-1008-16,5 14-208 0,-5-14-32 0,5 13-16 0,-5-13-384 0,5 15-80 16,-5-15-16-16,4 16 0 31,-2-3-608-31,-2-13-128 0,0 15-32 0,0-15-7840 0,0 14-1584 16</inkml:trace>
        </inkml:traceGroup>
        <inkml:traceGroup>
          <inkml:annotationXML>
            <emma:emma xmlns:emma="http://www.w3.org/2003/04/emma" version="1.0">
              <emma:interpretation id="{7BEDA0BB-42EF-47C3-8AB4-B5E125B06824}" emma:medium="tactile" emma:mode="ink">
                <msink:context xmlns:msink="http://schemas.microsoft.com/ink/2010/main" type="inkWord" rotatedBoundingBox="28802,5958 28911,6046 28774,6219 28664,6131"/>
              </emma:interpretation>
              <emma:one-of disjunction-type="recognition" id="oneOf3"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,</emma:literal>
                </emma:interpretation>
                <emma:interpretation id="interp9" emma:lang="" emma:confidence="0">
                  <emma:literal>\</emma:literal>
                </emma:interpretation>
                <emma:interpretation id="interp10" emma:lang="" emma:confidence="0">
                  <emma:literal>)</emma:literal>
                </emma:interpretation>
                <emma:interpretation id="interp11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544641.2318">3117 1996 11055 0,'0'0'480'0,"0"0"112"0,6-9-464 0,-6 9-128 0,6-11 0 0,2 4 0 16,0-3 1536-16,-8 10 272 0,4-9 64 0,1 2 16 16,-5 7-1504-16,6-8-384 0,-6 8 0 0,5-12 0 31,-2-2-464-31,1-2-176 0,0 2-16 0,-3 4-16 0,-4 0 320 0,1 0 64 16,1-4 16-16,-2 2 0 0,0-2 272 0,0 0 0 0,-2-1 0 0,2 2 0 15,0 6 0-15,0-3 176 0,0-4-176 0</inkml:trace>
        </inkml:traceGroup>
        <inkml:traceGroup>
          <inkml:annotationXML>
            <emma:emma xmlns:emma="http://www.w3.org/2003/04/emma" version="1.0">
              <emma:interpretation id="{7BE5CAE7-1417-4671-B727-4118E5BB1BA9}" emma:medium="tactile" emma:mode="ink">
                <msink:context xmlns:msink="http://schemas.microsoft.com/ink/2010/main" type="inkWord" rotatedBoundingBox="29108,6135 29203,6212 29145,6283 29050,6207"/>
              </emma:interpretation>
              <emma:one-of disjunction-type="recognition" id="oneOf4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1435.7298">3451 1913 34431 0,'-2'16'768'0,"2"1"144"0,2 0 48 0,1 0 0 0,2-2-768 0,0 0-192 15,0-1 0-15,-5-14 0 0,9 11 576 0,-9-11 64 16,0 0 32-16,6 14 0 31,-6-14-2064-31,0 0-400 0,5 12-96 0,-5-12-16 0</inkml:trace>
        </inkml:traceGroup>
        <inkml:traceGroup>
          <inkml:annotationXML>
            <emma:emma xmlns:emma="http://www.w3.org/2003/04/emma" version="1.0">
              <emma:interpretation id="{4D7755A8-55A4-4578-9E05-2D64D0A07FF3}" emma:medium="tactile" emma:mode="ink">
                <msink:context xmlns:msink="http://schemas.microsoft.com/ink/2010/main" type="inkWord" rotatedBoundingBox="29808,6465 30488,7009 29977,7648 29297,7104"/>
              </emma:interpretation>
              <emma:one-of disjunction-type="recognition" id="oneOf5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9367.803">3830 2693 12895 0,'0'0'1152'0,"0"0"-928"15,0 0-224-15,0 0 0 0,15 4 3360 0,-15-4 624 16,12 6 128-16,-12-6 32 0,13 7-1632 0,-2 1-320 15,-11-8-64-15,0 0-16 0,6 12-768 0,-1 0-144 16,-5-12-48-16,5 14 0 0,-5-14-576 0,4 13-112 16,-4-13-16-16,3 13-16 0,-3-13-208 0,3 16-32 15,1-3-16-15,-1 0 0 0,-3-13 64 0,2 17 16 0,1 0 0 0,-1-2 0 16,-4 0 0-16,1 1 0 0,-3-1 0 0,3 0 0 16,-3 0-256-16,1 2 176 0,-2-2-176 0,0 0 160 0,-2 0-160 15,-1-5 128-15,8-10-128 0,-11 9 128 0,3 1-128 16,8-10 0-16,-12 8 0 0,12-8 0 0,0 0 0 0,0 0 0 15,0 0 0-15,0 0 0 0,0 0 0 0,0 0 0 16,0 0 0-16,0 0 0 0,-8-5-128 0,8 5 128 16,-3-13-160-16,3-2 160 0,-2-2 0 0,2 0 0 15,0-2-128-15,2-1 128 0,-4-2 0 0,0-1 128 16,0-1 0-16,1 1-128 0,-3-3 192 0,1 1-64 16,1 0 0-16,2 0-128 0,-3 1 176 0,1 4-176 15,1 3 160-15,1 4-160 0,-2 1 128 0,2 12-128 16,0 0 0-16,0 0 0 0,0 0 0 0,0 0 0 15,0 0 0-15,0 0 0 0,0 0 144 0,15 0-144 16,0 3 128-16,-15-3-128 0,19 4 0 0,-2 1 0 16,-2 1 0-16,2 3 0 0,-1-1-144 0,1 1 144 15,0-3 0-15,0 1 0 0,-4 2 0 0,1-1 0 16,-1-1 0-16,-1 1 0 0,-12-8 0 0,13 10 0 0,-13-10 0 0,14 10 0 16,-4 0 0-16,-10-10 0 15,13 11 0-15,-2 0 0 0,-11-11 0 0,8 15 0 16,-8-15 0-16,7 16 0 0,-7-16 0 0,8 13 0 0,-8-13-128 0,5 14 128 0,-5-14-160 0,0 0 32 15,0 0 0-15,4 13 0 0,-4-13 128 0,0 0 0 16,0 0 0-16,0 0-128 0,0 0 128 0,0 0 0 16,0 0 0-16,0 0 0 0,0 0 0 0,0 0 0 15,0 0 0-15,0 0 0 0,0 0 0 0,0 0 0 16,6-10 0-16,1 0 0 0,-2-2 0 0,-2 0 0 16,1 0 128-16,-1 1-128 0,1-1 160 0,1 0-32 15,0 0-128-15,0 1 192 0,1-3-192 0,1 2 128 16,0 1-128-16,1 0 0 0,1 1 0 0,-1 2 0 0,2 1 0 0,0-1 0 0,2-1 0 15,2 3 0-15,-1-1 0 0,2 2 0 0,2 0 0 0,1 0 0 16,1 0 0-16,-1 0 0 0,1 0 192 0,1 1-64 16,-1 1-128-16,1 0 192 0,0-1-192 0,2 2 144 15,1 1-144-15,-1-1 128 0,-3 2-128 0,-2 0 160 16,-2 2-160-16,0 1 160 0,0 2 16 0,-15-5 0 16,19 7 0-16,-6 1 0 15,-3 2 16-15,-3 4 0 16,-2-1 0-16,-2 1 0 0,-1 1 16 0,0 0 16 15,-2 2 0-15,0 1 0 0,-2 1-96 0,0 1 0 0,1 2-128 0,-1 0 192 16,0-2-192-16,1 2 0 16,-3 0 0-16,3 0 0 0,1-2 0 0,0-2 0 0,0-1 0 0,1-2 0 15,1-1-192-15,-2-14-48 0,0 0 0 0,0 0 0 16,0 0-1488-16,0 0-288 0,0 0-64 16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30.029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971E656-F6A4-4B21-880C-9593B7517FDC}" emma:medium="tactile" emma:mode="ink">
          <msink:context xmlns:msink="http://schemas.microsoft.com/ink/2010/main" type="writingRegion" rotatedBoundingBox="14105,13885 14193,18329 12745,18358 12656,13914">
            <msink:destinationLink direction="with" ref="{83C6545F-1732-4A93-9514-D40F6B4ABA3E}"/>
            <msink:destinationLink direction="with" ref="{57016690-7AD9-447C-9893-B4AD7491C1D8}"/>
            <msink:destinationLink direction="with" ref="{12E2AAD9-1F2A-4DAE-AB7F-06F8929D4D22}"/>
          </msink:context>
        </emma:interpretation>
      </emma:emma>
    </inkml:annotationXML>
    <inkml:traceGroup>
      <inkml:annotationXML>
        <emma:emma xmlns:emma="http://www.w3.org/2003/04/emma" version="1.0">
          <emma:interpretation id="{DDD2B7D1-F392-4D28-92B6-63544A33ABE3}" emma:medium="tactile" emma:mode="ink">
            <msink:context xmlns:msink="http://schemas.microsoft.com/ink/2010/main" type="paragraph" rotatedBoundingBox="14105,13885 14193,18329 12745,18358 12656,139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1C766B9-BED9-428D-B9F5-42098360C626}" emma:medium="tactile" emma:mode="ink">
              <msink:context xmlns:msink="http://schemas.microsoft.com/ink/2010/main" type="line" rotatedBoundingBox="14105,13885 14193,18329 12745,18358 12656,13914"/>
            </emma:interpretation>
          </emma:emma>
        </inkml:annotationXML>
        <inkml:traceGroup>
          <inkml:annotationXML>
            <emma:emma xmlns:emma="http://www.w3.org/2003/04/emma" version="1.0">
              <emma:interpretation id="{F9A631CE-B4F7-40F6-8ACA-FC4444F4A064}" emma:medium="tactile" emma:mode="ink">
                <msink:context xmlns:msink="http://schemas.microsoft.com/ink/2010/main" type="inkWord" rotatedBoundingBox="14073,13886 14099,15197 12682,15225 12656,1391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7625-1430 11055 0,'0'0'480'0,"-12"-4"112"0,2-1-464 0,-2 0-128 16,0 0 0-16,2 0 0 0,2 0 4208 0,8 5 816 15,-10-8 160-15,0 1 48 0,1-1-3216 0,-1 1-640 16,0 0-128-16,0 0-32 0,1-1-656 0,1 0-144 0,-2 1-32 16,0 0 0-16,1 0-128 0,1 1-48 15,8 6 0-15,-12-9 0 0,2 2-32 0,10 7-16 0,-13-3 0 0,-1 1 0 16,14 2 32-16,-15 2 16 0,0 0 0 0,0 3 0 15,0 0 64-15,0 3 16 0,1 2 0 0,1 4 0 16,1-1-288-16,-3 2 0 0,0 4 128 0,-1-1-128 16,1-1 0-16,2 4 0 0,-2 2 0 0,1 2-144 15,2 2 144-15,1 2-192 0,-1 1 192 0,2 2-192 16,1 0 192-16,1 2-192 0,0 1 192 0,1 2-192 16,0 3 192-16,4-3-128 0,-1-3 128 0,3-2-128 15,-1-3 128-15,2-1 0 0,0-1 0 0,3 0-128 16,1-2 128-16,1-1 0 0,0-1 0 0,3-4-128 15,1-6 128-15,1 1 0 0,0-4 0 0,0 0 0 16,0-2 0-16,-10-8-160 0,17 6 160 0,-4-3 0 16,-13-3 0-16,17-3-128 0,-2-4 128 0,-1 2 0 15,-14 5 0-15,13-10-160 0,-4-4 160 0,1 1-128 16,-2-2 128-16,-1-1-128 0,-2 0 128 0,-2 0-128 0,-1 1 128 16,-2-1 0-16,0-1 0 0,-2 0 0 0,2 2 192 15,0 0-48-15,0-1 0 0,0 3 0 0,0-2 0 0,2 0 0 16,0 0 0-16,1 1 0 0,-1 2-144 0,1 1 0 15,-1-1 144-15,-2 12-144 0,0 0 0 0,3-12 0 16,0 0 0-16,-3 12 128 0,4-12-128 0,-4 12 192 16,0 0-64-16,0 0 0 0,0 0 64 0,0 0 32 15,0 0 0-15,0 0 0 0,0 0 224 0,0 0 64 16,0 0 0-16,15 7 0 0,-15-7-320 0,15 14-48 0,-15-14-16 0,14 16 0 16,-8 1-128-16,3 2 128 15,-4-1-128-15,1 2 128 0,1 1 128 0,-2-1 0 16,4 0 16-16,-1 4 0 0,0-1-64 0,4 1-16 0,0-1 0 15,0-1 0-15,3-3-192 0,2-1 0 0,0 1 128 0,1-3-128 16,2 0 0-16,1-3 0 0,-5-1 0 0,3-4 0 16,1-1 0-16,-3-4 0 0,0-3 0 0,-2-1 0 31,-3-3-1744-31,-4-4-352 0,0-2-64 0</inkml:trace>
          <inkml:trace contextRef="#ctx0" brushRef="#br0" timeOffset="634.314">8135-803 1839 0,'0'0'160'0,"0"0"-160"15,0 0 0-15,0 0 0 0,-4 12 5952 0,4-12 1152 16,-3 12 224-16,3-12 48 0,-4 15-4384 0,1-2-880 16,-2-2-192-16,5-11-16 0,0 0-944 0,-8 15-176 15,-1 0-32-15,1 0-16 0,-1-2-432 0,1 3-96 16,1 0-16-16,-1 3 0 0,-4 1-192 0,0 4 0 15,0-1 0-15,4 1 0 0,-2-1 0 0,2 1 0 16,1-2 0-16,0 1 0 0,2 3 0 0,3-3 0 0,2-3 0 0,4 1 0 16,-1-3 0-16,4-1-128 0,0-4 128 0,3 1 0 15,3-4 0-15,4-2-128 0,1-3 128 0,1-1 0 16,5-4 0-16,2-2 0 0,1-1 128 0,5-2-128 0,2-4 128 16,1-1-128-16,1-2 0 0,-4-3 0 0,-4-2 224 15,-1-3-48-15,-2 0-16 0,-3 1 0 0,-5-1 32 0,0 2 0 16,-2-1 0-16,-3 1 0 15,-4-1 48-15,-1-1 16 0,0-2 0 0,-2 2 0 16,-4 0-112-16,-1 1-16 0,0 1 0 0,-1 1 0 16,-1 0-128-16,-3 4 0 0,-2-1 0 0,-3 2 128 15,-2 1-400-15,-4 4-96 0,-8 4-16 0,-6-3-11648 16,-9 1-2352-16</inkml:trace>
        </inkml:traceGroup>
        <inkml:traceGroup>
          <inkml:annotationXML>
            <emma:emma xmlns:emma="http://www.w3.org/2003/04/emma" version="1.0">
              <emma:interpretation id="{FEC99451-3406-44E2-B0D1-0D5112FDA8E4}" emma:medium="tactile" emma:mode="ink">
                <msink:context xmlns:msink="http://schemas.microsoft.com/ink/2010/main" type="inkWord" rotatedBoundingBox="14160,16669 14193,18329 12952,18354 12919,1669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4789.9295">7361 2408 2751 0,'0'0'256'0,"0"0"-256"0,0 0 0 0,0 0 0 16,0 0 3104-16,0 0 576 0,15-9 112 0,-2 4 32 16,-13 5-2272-16,15-5-448 0,-15 5-80 0,14-8-32 15,-14 8-480-15,13-9-80 0,-1 3-32 0,-12 6 0 16,0 0-48-16,0 0-16 0,0 0 0 0,0 0 0 16,0 0 80-16,0 0 16 0,0 0 0 0,0 0 0 15,0 0 144-15,0 0 48 0,0 0 0 0,0 0 0 16,0 0 80-16,0 0 32 0,-2 15 0 0,1-2 0 15,1-13 16-15,-4 15 0 0,3-1 0 0,1-14 0 16,-4 15 16-16,4-15 0 0,-1 17 0 0,1-2 0 16,0-3 0-16,1 3 0 0,1 2 0 0,1-4 0 15,1 1-224-15,-1-1-32 0,-3-13-16 0,3 17 0 0,1-2-208 0,-1-2-32 16,-1 3-16-16,-1-1 0 16,1 0-96-16,0 2-16 0,-2-1 0 0,-2 0 0 0,-1-5-128 0,-1 3 0 15,-1 1 0-15,0 2 128 0,0 0-128 0,-1 1 0 16,-1-1 0-16,0 0 0 0,-1 0-288 0,3-4-32 15,-2 2-16-15,4-1 0 16,3-14-1136-16,0 0-208 0,0 0-48 0,0 0-14048 16</inkml:trace>
          <inkml:trace contextRef="#ctx0" brushRef="#br0" timeOffset="-5984.7576">7578 2211 14975 0,'0'0'656'0,"0"0"144"0,0 0-640 0,0 0-160 0,0 0 0 0,0 0 0 15,-14 0 1040-15,2 0 176 0,12 0 48 16,0 0 0 0,0 0-560-16,0 0-96 0,-11-4-32 0,11 4 0 15,0 0-336-15,0 0-80 0,0 0-16 0,0 0 0 16,0 0 384-16,0 0 80 0,0 0 16 0,0 0 0 0,0 0 352 0,0 0 80 16,0 0 16-16,0 0 0 0,0 0 80 0,18-5 0 15,1 0 16-15,1 2 0 0,3-2-400 0,3 0-96 16,1 0-16-16,1-2 0 0,1-1-176 0,4-2-32 0,3-2-16 0,1-2 0 15,3-1-64-15,2-3-16 0,4-3 0 0,2 1 0 16,5 0 32-16,0-2 16 0,3 0 0 0,1 0 0 16,0 2-144-16,-5 2-16 0,-3 1-16 0,-5 0 0 15,-4 4-224-15,-4 1 0 0,-3 3 0 0,-6 3-11824 16,-5 2-2320-16</inkml:trace>
          <inkml:trace contextRef="#ctx0" brushRef="#br0" timeOffset="-6502.0168">7539 1661 19743 0,'0'0'880'0,"0"0"176"0,0 0-848 0,-2 13-208 0,2-13 0 0,0 0 0 16,2 13 1280-16,-2-13 224 16,0 0 32-16,0 0 16 0,0 0-528 0,0 0-96 15,-9 7-32-15,9-7 0 0,0 0-560 0,0 0-112 16,-8 0-32-16,0 0 0 0,-2-1-192 0,3 1 0 16,-2 0 128-16,1 0-128 0,8 0 192 0,-8 0-16 15,-9 3 0-15,17-3 0 0,-14 8 896 0,3 2 176 16,4 2 32-16,2 3 16 15,0 0-1680-15,3 4-352 0,0 1-64 0,2 4-16 0,2-1 1456 0,0 4 304 0,-2 2 48 0,1-1 16 32,4 1-1600-32,-3 3-320 0,-2 3-64 0,0 2-16 0,0 0 992 0,0-1 416 0,-2-3-32 0,-1-1 0 15,3-3 320-15,-3-1 64 0,-1-2 16 0,1-3 0 16,-2-4-64-16,2-2-16 0,-2-1 0 0,-1-2 0 0,6-14-256 0,0 0-48 16,0 0-16-16,0 0 0 0,0 0-192 15,0 0-32-15,0 0-16 0,0 0 0 0,-3-9-144 0,3-2 0 0,0-4 0 0,3-2 0 16,-1-2-128-16,2 1 128 0,-3-2-160 0,3-1 160 15,-1-1 0-15,-1 1 0 0,-1-3 0 0,3 0 0 16,-3-1 384-16,-2 0-16 0,1 0-16 0,0 0 0 16,-2-1-32-16,-1-1-16 0,-1-3 0 0,1 1 0 15,1 1-32-15,1-1 0 0,-1 1 0 0,0 1 0 16,2 0-272-16,4 0 0 16,-1-2 0-16,2 2 0 0,-2 2-128 0,4 2 128 15,1-1 0-15,1 2-144 0,-2 2 144 0,3 0 0 16,0 0 0-16,0 1-128 0,-2 2 128 0,4 0 0 0,2 1 0 0,-3-1 0 15,3 2 0-15,-1 0 0 0,-1 1 160 0,0 1-160 16,0-1 256-16,1 1-32 0,-1-2-16 0,1 1 0 16,1 2-208-16,1-1 128 0,-2-2-128 0,1-2 0 15,-2 0 128-15,1 2-128 0,0 0 0 0,1 1 0 16,-4 3 0-16,0 2 128 0,-10 9-128 0,10-8 0 16,-10 8 0-16,0 0 0 0,0 0 128 0,12-4-128 15,-12 4 192-15,0 0 0 0,12 7 0 0,-12-7 0 16,10 10-16-16,-2 2-16 0,2 0 0 0,0 1 0 0,-1 2-160 0,-1-1 0 15,2-1 0-15,0 2 0 0,-1 2 128 0,1 0-128 32,-2-2 192-32,3 2-64 0,-1 0-128 0,1 1 160 15,1 1-160-15,0-1 160 0,1 1 0 0,1 1 0 16,-1-3 0-16,-1 1 0 0,0 4-160 0,1 0 160 0,1 0-160 0,-1 3 160 16,-1 2 16-16,1 0 0 0,-1 0 0 0,0 0 0 15,-2 5-176-15,0 0 128 0,0 0-128 0,0 3 128 16,1 2-128-16,-1 4 0 0,-2-3 0 0,0 4 128 15,-1 4-128-15,2 1 0 0,-1 0 0 0,0-3 0 16,1-2 0-16,-1-5 128 0,1-4-128 0,-1-4 0 0,-1-7 0 0,0-4 0 16,-1-4 0-16,-6-14 0 15,0 0-944-15,0 0-208 0,0 0-64 0,4-14 0 16,1-7-2112-16,-4-10-416 0</inkml:trace>
        </inkml:traceGroup>
      </inkml:traceGroup>
    </inkml:traceGroup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03.75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D902F697-1B1B-4017-9B81-806B4A0FD091}" emma:medium="tactile" emma:mode="ink">
          <msink:context xmlns:msink="http://schemas.microsoft.com/ink/2010/main" type="writingRegion" rotatedBoundingBox="5581,15475 6172,15475 6172,16281 5581,16281"/>
        </emma:interpretation>
      </emma:emma>
    </inkml:annotationXML>
    <inkml:traceGroup>
      <inkml:annotationXML>
        <emma:emma xmlns:emma="http://www.w3.org/2003/04/emma" version="1.0">
          <emma:interpretation id="{D85C3057-11B9-4D02-A492-9CAE7BC4E68F}" emma:medium="tactile" emma:mode="ink">
            <msink:context xmlns:msink="http://schemas.microsoft.com/ink/2010/main" type="paragraph" rotatedBoundingBox="5581,15475 6172,15475 6172,16281 5581,162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743DEF7-1340-4343-BD93-049BF820FA9D}" emma:medium="tactile" emma:mode="ink">
              <msink:context xmlns:msink="http://schemas.microsoft.com/ink/2010/main" type="line" rotatedBoundingBox="5581,15475 6172,15475 6172,16281 5581,16281"/>
            </emma:interpretation>
          </emma:emma>
        </inkml:annotationXML>
        <inkml:traceGroup>
          <inkml:annotationXML>
            <emma:emma xmlns:emma="http://www.w3.org/2003/04/emma" version="1.0">
              <emma:interpretation id="{5504353F-AB5E-4B5D-803C-E7453A3115CD}" emma:medium="tactile" emma:mode="ink">
                <msink:context xmlns:msink="http://schemas.microsoft.com/ink/2010/main" type="inkWord" rotatedBoundingBox="5581,15475 6172,15475 6172,16281 5581,1628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119 791 11967 0,'22'8'1072'0,"-7"-3"-864"0,0-3-208 0,5-2 0 16,4-2 4880-16,3 0 944 0,5 1 176 0,3-1 32 16,5-3-4128-16,4 0-832 0,0-2-176 0,5-3-16 15,3-3-2048-15,0-2-416 0</inkml:trace>
          <inkml:trace contextRef="#ctx0" brushRef="#br0" timeOffset="-187.8015">42 0 7359 0,'-17'13'320'0,"8"-4"80"0,-1-3-400 0,10-6 0 16,0 0 0-16,0 0 0 0,-7 11 6976 0,7-11 1296 15,0 0 272-15,0 0 48 0,6 15-5968 0,0-3-1184 16,-6-12-240-16,12 13-48 0,-2-1-672 0,2-2-128 16,1 0-32-16,1 0 0 0,1-2-320 0,0 3 0 15,-1-3 0-15,1-1 128 0,2-4-128 0,-1 0 0 16,0 1 0-16,0-3 0 0,3-2-224 0,-1-3-16 16,3-2 0-16,0-4 0 15,3-2-1600-15,0-3-320 0,-1 0-64 0,-1-4-9088 16,-2-1-1808-16</inkml:trace>
        </inkml:traceGroup>
      </inkml:traceGroup>
    </inkml:traceGroup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32.066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83C6545F-1732-4A93-9514-D40F6B4ABA3E}" emma:medium="tactile" emma:mode="ink">
          <msink:context xmlns:msink="http://schemas.microsoft.com/ink/2010/main" type="inkDrawing" rotatedBoundingBox="9406,13630 10173,18773 8529,19018 7761,13876" semanticType="verticalRange" shapeName="Other">
            <msink:sourceLink direction="with" ref="{3971E656-F6A4-4B21-880C-9593B7517FDC}"/>
            <msink:destinationLink direction="with" ref="{5096FE20-A725-4008-8026-CDCE810CD835}"/>
          </msink:context>
        </emma:interpretation>
      </emma:emma>
    </inkml:annotationXML>
    <inkml:trace contextRef="#ctx0" brushRef="#br0">1563 0 29487 0,'0'0'1296'16,"0"0"288"-16,0 0-1264 0,0 0-320 0,0 0 0 0,0 0 0 0,0 0 1680 0,0 0 288 15,0 0 48-15,0 0 16 0,0 0-752 0,-12 5-160 16,-1-2-32-16,-1 1 0 0,-3-1-400 0,1 0-96 15,-5 2-16-15,-2 0 0 0,-4-1-368 0,-2 3-80 16,-1-1 0-16,-5 3-128 0,-11 1 0 0,-4 0-176 16,-7 0 0-16,1 2 0 15,2 0-208-15,0-1-32 0,0 1-16 0,2 2 0 0,4 1 96 0,-1 0 16 0,0 0 0 0,0 0 0 0,0 2 320 0,1-2 0 16,-3 0-144-16,4 0 144 0,3-1 0 0,2-1 0 16,0 2-128-16,5 1 128 0,3-1 0 0,2 2 0 15,2-1 0-15,5 1 0 0,-2-2 0 0,3 2 0 16,3 2 0-16,-1 1 0 0,2 0 0 0,1 0 0 15,2 0 0-15,4 2 0 0,-1 2 176 0,2-1-176 16,2 1 192-16,2 0-192 16,1 1 192-16,2 2-192 15,2 0 192-15,1 0-192 0,-1-2 0 0,4 3 0 0,3-1 0 0,1 2-192 16,0 1 192-16,2 4 0 0,1 1 0 0,4 2 0 16,0 2 0-16,1 6 0 0,1 9 0 0,1 3 0 15,0 4 0-15,2 1 0 0,-1 0 0 0,1-1 0 16,2-2 0-16,-1 0 128 0,3 3-128 0,-1 0 0 15,0 4 224-15,-2 5-64 0,-1 3-16 0,-2 0 0 0,1-4 32 0,-3-2 0 16,-1-4 0-16,-2-2 0 0,3-3 128 0,1 0 16 16,-1-2 16-16,-1 3 0 0,0 4-96 0,1 0-32 15,2-3 0-15,1-2 0 0,-1-4 64 0,-2-3 16 16,4-3 0-16,-4-3 0 0,-2-3-32 0,4 3 0 0,5 1 0 16,-2 3 0-16,-2 1-96 0,-5 3-32 0,1 5 0 0,-2-1 0 15,-1 3-128-15,-3-5 128 0,-2-6-128 0,-1 0 128 0,0 1 16 16,-1-1 0-16,-2 3 0 0,3 2 0 0,1 1 0 0,-1 1 0 15,-1 5 0-15,1-3 0 0,-1-2-144 0,1-5 128 16,2-5-128-16,0-4 128 0,0-5 80 0,0-1 16 16,4 0 0-16,3 0 0 0,-1-1-16 0,3-1 0 15,-1 0 0-15,6-1 0 0,3 0-80 0,0 1-128 16,-4 4 176-16,1 1-176 16,1-1 128-16,-2-2-128 0,1-4 0 0,-2-1 0 15,-1-1 144-15,1-3-144 0,-3-1 0 0,-1-2 144 16,-3 1-144-16,-1-1 0 0,-3 2 0 0,0-4 128 15,-1 1-128-15,-4-1 0 0,-1 1 0 0,-1 1 0 16,-1-1 0-16,0 1 0 0,-3-1 128 0,3-4-128 16,2-2 0-16,2 1 0 0,2-2 0 0,-1-1 0 15,2 0 0-15,3-6 0 0,4 0 0 0,2-5 0 0,1-4 0 0,2 1 0 16,-1-2 0-16,3 0 0 0,-1-3-256 0,-1-1 0 16,-3 1 16-16,1 1 0 0,2-1 64 0,-1 0 16 15,1-2 0-15,-3 1 0 0,-14 4 160 0,13 0 0 0,-13 0 0 16,0 0-128-16,12 2 128 0,-12-2 0 15,10 3 0-15,0 2 0 0,-10-5 0 0,10 9 0 0,0-1 0 0,2-3 0 16,2-1 0-16,2-1 0 16,5-3 0-16,4 0 0 0,5-5-192 15,11-2-16-15,6-3 0 0,6-2 0 0,5-1-128 0,4 1-32 16,2 4 0-16,0-2 0 0,-4-1 128 0,-1 1 32 16,-10-1 0-16,-5 0 0 0,-4 5 208 15,-4-1-176-15,-5 0 176 0,-5 1-13488 16,-6-1-2592-16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06.35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AD5AAC83-6F4A-4D3A-A2F7-3AB0413DB21F}" emma:medium="tactile" emma:mode="ink">
          <msink:context xmlns:msink="http://schemas.microsoft.com/ink/2010/main" type="inkDrawing" rotatedBoundingBox="10283,13853 10516,14558 10433,14585 10200,13881" semanticType="callout" shapeName="Other">
            <msink:sourceLink direction="with" ref="{A39DFE7A-7C37-474C-973E-1127972EFB3C}"/>
          </msink:context>
        </emma:interpretation>
      </emma:emma>
    </inkml:annotationXML>
    <inkml:trace contextRef="#ctx0" brushRef="#br0">4620-1589 4607 0,'0'0'400'0,"0"0"-400"0,0 0 0 0,0 0 0 15,0 0 5280-15,0 0 976 0,0 0 192 0,0 0 32 16,0 0-3840-16,0 0-768 0,9-6-144 0,-9 6-48 15,0 0-816-15,0 0-160 16,7-7-48-16,-7 7 0 0,0 0-272 0,0 0-64 16,0 0-16-16,0 0 0 0,0 0 80 0,0 0 32 15,0 0 0-15,0 0 0 0,10 6 112 0,-10-6 32 0,0 0 0 0,8 16 0 16,-8-16 32-16,5 19 16 0,-5-19 0 0,5 20 0 16,-3-1-208-16,-2-19-32 0,3 20-16 0,0-3 0 15,-3-17-208-15,3 17-144 0,-3-17 192 0,4 20-192 16,-4-20 128-16,5 19-128 0,-5-19 0 0,7 15 0 0,-7-15 0 0,9 20 0 15,-1-3 0-15,0 4 0 0,-1-1 0 0,-1 1 0 16,1 1 0-16,0 4 0 0,-1 0 0 0,1 2 0 16,-1-2 0-16,-2 2 0 0,0 0 0 0,-1 1 0 15,-1 1 128-15,0 0-128 0,-2-2 0 0,2 0 0 16,-1-4 0-16,0-2 0 0,-1 1 0 0,0-3 0 16,0-1 0-16,0-1 0 0,0-3 128 0,0-15-128 0,1 15 0 0,-1-15 0 15,0 0 0-15,0 0-144 0,0 0 16 0,7 8 0 31,-7-8-1984-15,11-6-400-16,1-5-80 0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20.25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5096FE20-A725-4008-8026-CDCE810CD835}" emma:medium="tactile" emma:mode="ink">
          <msink:context xmlns:msink="http://schemas.microsoft.com/ink/2010/main" type="inkDrawing" rotatedBoundingBox="9676,15965 11180,16647 10774,17542 9270,16860" semanticType="callout" shapeName="Other">
            <msink:sourceLink direction="with" ref="{83C6545F-1732-4A93-9514-D40F6B4ABA3E}"/>
          </msink:context>
        </emma:interpretation>
      </emma:emma>
    </inkml:annotationXML>
    <inkml:trace contextRef="#ctx0" brushRef="#br0">4445 814 18431 0,'-12'9'1632'0,"0"-1"-1312"0,-1 2-320 0,-1 2 0 16,1 0 2240-16,1 1 384 0,2 2 80 0,0 2 16 15,0-2-2160-15,0 4-432 0,-2 1-128 0,2 2 0 16,1 0-272-16,3-2-112 0,-3 0 0 0,4 0-16 16,2 2 64-16,1-3 16 0,2-1 0 0,0 1 0 15,0 1 512-15,2 3 96 0,1-1 32 0,2 2 0 16,2-2 352-16,0 5 80 0,-2 3 16 0,1 4 0 0,3 3-16 0,3 1 0 15,1 1 0-15,2 0 0 0,-1-2-416 0,3 0-80 16,1 0 0-16,4 0-16 0,1-5-240 0,3-4 0 16,1-2 128-16,1-3-128 0,4-1 0 0,4-3 0 0,1-3-144 0,5-1 144 15,1-1 0-15,6-2 0 0,2-2 0 0,1-5 0 16,0-2 256-16,-3-3 64 0,-4-1 0 0,-1-4 0 31,-4-1 128-31,-1-2 16 0,-4-2 16 0,-3-4 0 0,-1-1-240 16,-5 0-48-16,0-3-16 0,-3-2 0 0,-4-1-176 15,-2-4 128-15,-4-5-128 0,-1-2 128 0,-2 0 240 0,-3 2 32 16,-2-1 16-16,-2-1 0 0,0-3 160 0,1 1 16 16,-4-1 16-16,0 3 0 0,-2 0-288 0,0 0-64 15,-1-2-16-15,-2 4 0 0,-2-3-240 0,-3 1 0 16,-3 1 0-16,-2 4 0 0,-4 0 128 0,-3-1-128 0,-6-1 0 0,-4 2 144 16,-5 0-144-16,-5 4 0 0,-7-1 0 0,-7 4 0 15,-4 3-256-15,-4 4 32 0,-5 3 0 0,3 5 0 16,6 5 224-16,1 5-192 0,0 1 192 0,-3 8-192 15,-4 3 192-15,-6 5 0 0,-4 4 0 0,-8 8-144 32,-9 7-432-32,4 2-64 0,0 3-32 0,-2 8 0 15,-2 4-2224-15,-6 8-448 0</inkml:trace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33.507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57016690-7AD9-447C-9893-B4AD7491C1D8}" emma:medium="tactile" emma:mode="ink">
          <msink:context xmlns:msink="http://schemas.microsoft.com/ink/2010/main" type="inkDrawing" rotatedBoundingBox="15544,13559 16637,18685 15047,19024 13954,13898" semanticType="verticalRange" shapeName="Other">
            <msink:sourceLink direction="with" ref="{3971E656-F6A4-4B21-880C-9593B7517FDC}"/>
          </msink:context>
        </emma:interpretation>
      </emma:emma>
    </inkml:annotationXML>
    <inkml:trace contextRef="#ctx0" brushRef="#br0">0 137 27359 0,'0'0'1216'0,"0"0"240"0,0 0-1168 0,0 0-288 0,0 0 0 0,0 0 0 16,0 0 1472-16,0 0 224 0,0 0 48 0,0 0 16 15,0 0-736-15,17-3-128 0,-17 3-48 0,18-2 0 16,-1 0-464-16,0 1-80 0,1-3-32 0,3 3 0 16,-1-1 16-16,5-3 0 0,2 0 0 0,5 2 0 15,-2-3 0-15,7 0 0 0,2-1 0 0,5 2 0 16,-1-2 96-16,3 1 32 0,-2-6 0 0,-1 2 0 15,1 1 64-15,2 1 16 0,1-2 0 0,0 3 0 0,2 2-176 0,-1 2-48 16,-1-2 0-16,1 3 0 0,-3 0-112 0,0 4-32 16,-3 0 0-16,-3 3 0 0,-2 1-128 0,-1 3 0 15,-4 1 0-15,-6 2 128 0,-2 1-128 0,0 1 0 16,-3-1 0-16,0 4 0 0,-5 1 0 0,1 1 160 16,-3-2-160-16,-1 1 160 0,-1 2 16 0,-2 4 0 15,0-1 0-15,0 4 0 0,-3 2-48 0,0 3-128 16,-2-2 192-16,0 6-64 0,-4 6-128 0,1 5 160 15,-2 0-160-15,-2 2 160 0,1-1-160 0,1 1 128 16,-2-2-128-16,0 4 128 0,-1 1-128 0,0 4 0 0,-2-1 144 16,0 11-144-16,0 4 144 0,1 3-144 0,1 2 192 0,-1-4-192 15,1-5 176-15,0-1-176 0,-1 1 160 16,3 3-160-16,1-2 128 0,-2 7-128 0,2 4 0 0,2-1 0 16,-1-1 0-16,3-6 0 0,2-4 0 0,1 0 0 15,2-2 0-15,-1 0 0 0,2-1 0 0,2 3 0 16,1 3 256-16,1-2-64 0,-1-3 0 0,1-5 0 15,-1-5 16-15,2-2 0 0,2-3 0 0,-2 0 0 16,-1 0-32-16,1-1-16 0,-2 1 0 0,3 3 0 16,-3 0-160-16,0 2 128 0,1 2-128 0,-2-4 128 15,3-5-128-15,0-1 0 0,-2-4 0 0,1-5 0 16,1-4 0-16,-2-1 128 0,1-1-128 0,-1-5 0 16,-1 0 0-16,-2-3 128 0,0 1-128 0,-1-1 0 15,-1-1 0-15,1 2 128 0,1 1-128 0,-2 0 0 0,-1 0 0 0,1 2 128 16,2 5-128-16,0 0 0 0,-3 2 0 15,2 1 0-15,1 1 0 0,-2-3 0 16,1-1 0-16,-3 0 0 0,3-1 0 0,-1-3 0 0,-1 1 0 0,0-1 0 16,-2 1 0-16,1-2 0 0,1-2 0 0,0 0 0 15,-2 2 128-15,0-2-128 0,0-1 0 0,0 0 0 16,0-3 0-16,0 3 0 0,-2 0 0 0,1-1 0 16,1 2 0-16,0 1 0 0,0-3 0 0,2 2 0 15,-2 1 0-15,1-3 0 0,-1 1 128 0,2-1-128 16,0-1 0-16,0-2 128 0,-2-3-128 0,0 0 0 15,0 0 0-15,-2-2 0 0,1-2 128 0,-3 1-128 16,1-2 0-16,-2-12 128 0,0 15-128 0,0-3 0 0,0-12 144 0,0 15-144 16,-3 0 144-16,-1-2-144 0,-1-1 192 0,0 0-192 15,0 0 192-15,-2-1-64 0,-1 1 0 0,-1 2-128 0,-1-1 240 0,0 1-64 0,0-1-16 0,0 2 0 16,-2-3-32-16,-1-2 0 0,-1 0 0 0,-2 0 0 16,-5 0-128-16,-4-1 0 0,-7-1 0 0,-5-3 0 15,-5-1 0-15,-8-1-224 0,-3-1 80 0,-5-1 16 31,-5-1-288-31,-4 4-48 0,-5 2-16 0,-6 1 0 16,-4-2-672-16,3 4-128 0,5 2-16 0,5 5-16 16,5-1 48-16,7-2 16 0,4-1 0 0,5-2-11536 15,2-2-2304-15</inkml:trace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35.760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AB6EACB-45C6-4B8C-B32E-691C7D480E52}" emma:medium="tactile" emma:mode="ink">
          <msink:context xmlns:msink="http://schemas.microsoft.com/ink/2010/main" type="writingRegion" rotatedBoundingBox="17608,14112 17714,14112 17714,14228 17608,14228">
            <msink:destinationLink direction="with" ref="{3B975E1E-5955-4E97-8C74-9CE109F404A1}"/>
          </msink:context>
        </emma:interpretation>
      </emma:emma>
    </inkml:annotationXML>
    <inkml:traceGroup>
      <inkml:annotationXML>
        <emma:emma xmlns:emma="http://www.w3.org/2003/04/emma" version="1.0">
          <emma:interpretation id="{4BC707AA-34CE-44C9-A84E-64F3A560D576}" emma:medium="tactile" emma:mode="ink">
            <msink:context xmlns:msink="http://schemas.microsoft.com/ink/2010/main" type="paragraph" rotatedBoundingBox="17608,14112 17714,14112 17714,14228 17608,142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ABC21C7-747F-4953-932D-CAA19F2163F1}" emma:medium="tactile" emma:mode="ink">
              <msink:context xmlns:msink="http://schemas.microsoft.com/ink/2010/main" type="line" rotatedBoundingBox="17608,14112 17714,14112 17714,14228 17608,14228"/>
            </emma:interpretation>
          </emma:emma>
        </inkml:annotationXML>
        <inkml:traceGroup>
          <inkml:annotationXML>
            <emma:emma xmlns:emma="http://www.w3.org/2003/04/emma" version="1.0">
              <emma:interpretation id="{05CF98CE-7DA8-47E2-BC55-84578462A215}" emma:medium="tactile" emma:mode="ink">
                <msink:context xmlns:msink="http://schemas.microsoft.com/ink/2010/main" type="inkWord" rotatedBoundingBox="17608,14112 17714,14112 17714,14228 17608,1422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0 116 2751 0,'0'0'256'0,"14"-10"-256"0,-3-2 0 0,3 0 0 0,-2-1 1248 0,-1 0 208 16,3-1 32-16,-4 1 16 0,0-3-1296 0,0 3-208 16</inkml:trace>
        </inkml:traceGroup>
      </inkml:traceGroup>
    </inkml:traceGroup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5:22.990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49A6F68-24BC-4D08-9D7A-6A68405E5193}" emma:medium="tactile" emma:mode="ink">
          <msink:context xmlns:msink="http://schemas.microsoft.com/ink/2010/main" type="writingRegion" rotatedBoundingBox="18579,17516 20166,17516 20166,18300 18579,18300">
            <msink:destinationLink direction="with" ref="{3B975E1E-5955-4E97-8C74-9CE109F404A1}"/>
          </msink:context>
        </emma:interpretation>
      </emma:emma>
    </inkml:annotationXML>
    <inkml:traceGroup>
      <inkml:annotationXML>
        <emma:emma xmlns:emma="http://www.w3.org/2003/04/emma" version="1.0">
          <emma:interpretation id="{A3F0B56F-51F9-4E2C-B401-5800AA73F10C}" emma:medium="tactile" emma:mode="ink">
            <msink:context xmlns:msink="http://schemas.microsoft.com/ink/2010/main" type="paragraph" rotatedBoundingBox="18579,17516 20166,17516 20166,18300 18579,183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497AF48-D001-42EF-B30D-20AF24695FC5}" emma:medium="tactile" emma:mode="ink">
              <msink:context xmlns:msink="http://schemas.microsoft.com/ink/2010/main" type="line" rotatedBoundingBox="18579,17516 20166,17516 20166,18300 18579,18300"/>
            </emma:interpretation>
          </emma:emma>
        </inkml:annotationXML>
        <inkml:traceGroup>
          <inkml:annotationXML>
            <emma:emma xmlns:emma="http://www.w3.org/2003/04/emma" version="1.0">
              <emma:interpretation id="{FAC0A440-9BD4-4F20-90C9-6379508A3D09}" emma:medium="tactile" emma:mode="ink">
                <msink:context xmlns:msink="http://schemas.microsoft.com/ink/2010/main" type="inkWord" rotatedBoundingBox="18579,17516 20166,17516 20166,18300 18579,18300"/>
              </emma:interpretation>
              <emma:one-of disjunction-type="recognition" id="oneOf0">
                <emma:interpretation id="interp0" emma:lang="" emma:confidence="1">
                  <emma:literal>N</emma:literal>
                </emma:interpretation>
                <emma:interpretation id="interp1" emma:lang="" emma:confidence="0">
                  <emma:literal>n</emma:literal>
                </emma:interpretation>
                <emma:interpretation id="interp2" emma:lang="" emma:confidence="0">
                  <emma:literal>M</emma:literal>
                </emma:interpretation>
                <emma:interpretation id="interp3" emma:lang="" emma:confidence="0">
                  <emma:literal>R</emma:literal>
                </emma:interpretation>
                <emma:interpretation id="interp4" emma:lang="" emma:confidence="0">
                  <emma:literal>k</emma:literal>
                </emma:interpretation>
              </emma:one-of>
            </emma:emma>
          </inkml:annotationXML>
          <inkml:trace contextRef="#ctx0" brushRef="#br0">-542-250 6447 0,'0'0'576'0,"0"0"-576"15,-14 3 0-15,3 0 0 0,0-3 4688 0,11 0 832 0,0 0 176 0,-11-3 16 16,11 3-3008-16,0 0-592 0,0 0-128 0,0 0-32 15,0 0-864-15,0 0-192 0,-2-15-16 0,2 15-16 16,0 0-208-16,8-12-32 16,1 0-16-16,-9 12 0 0,13-10-128 0,1 4-32 15,-1 1 0-15,1 1 0 0,-1 1-128 0,4 1-16 16,3 2-16-16,4 2 0 0,-1-1-64 0,3 3-16 16,0 1 0-16,6 0 0 0,2 0-80 0,-2 3 0 15,-3 4-128-15,-1 0 192 0,1-2-48 0,-1 4-16 16,1 1 0-16,0 1 0 0,-1 5-128 0,-3-1 0 15,2-2 0-15,-1 3 0 0,-3 0 0 0,-1 5 0 0,-3-3 0 16,-4 1 0-16,-5-4 0 0,-3 4 0 0,-2 1 0 16,-5 0 0-16,-4-3 0 0,-1 1 0 0,-5 3-224 0,-2 1 80 15,-3-2 144-15,-2 0 0 0,-1-1 0 0,-2-1-128 16,-1 1 128-16,1-2 0 0,0-6 0 0,0 1 0 16,-2-2 0-16,0-1 0 0,0-4 0 0,0-3-128 15,2-2 128-15,2-4-160 0,-1-1 160 0,1-1-160 16,-1-3 16-16,2 1 0 0,2 0 0 0,5-2 0 15,10 5 144-15,0 0 0 0,0 0 0 0,3-19 0 16,3 2 160-16,4 4 16 0,3-4 0 0,2 2 0 16,0 1-176-16,2 1 192 0,0-7-192 0,5-2 192 15,0-2-192-15,1 2 0 0,1-1 0 0,1-2-176 16,0-1 176-16,1 1 0 0,-3 0 128 0,1 1-128 16,-2 1 0-16,-1 1 0 0,1 2 0 0,-3 0 0 15,-2 1 144-15,-2 1-144 0,-2 2 192 0,1 0-192 16,-1-1 320-16,-3 0-32 0,-1 0-16 0,-1 0 0 0,1 0 112 15,2 1 0-15,1-1 16 0,2 2 0 0,-1-2-96 0,0 2-32 16,1-2 0-16,-1 2 0 0,-3 1-144 0,4 1-128 16,-1 1 192-16,1 4-192 0,-14 8 224 0,12-7-64 15,-12 7-16-15,0 0 0 0,0 0-144 0,0 0 0 16,0 0-192-16,13-5 192 0,-13 5 0 0,0 0 0 16,0 0 0-16,0 0 0 0,0 0 0 0,0 0 160 15,0 0-32-15,-10 10-128 0,10-10 304 0,-13 15-48 16,-1 0-16-16,1 2 0 0,-1 0-32 0,2 1 0 0,1 1 0 0,2 1 0 15,2 0-80-15,2 2 0 0,2 0-128 0,0-2 192 16,-1-1-48-16,4 1-16 0,2-2 0 0,3 1 0 16,2 1-128-16,3 2 0 0,2 2 0 0,1-3 0 15,4 0 0-15,0 0 0 0,0 5 0 0,1 1 0 0,1-2 0 0,-1 3 0 0,-1 3 0 16,0-1 0-16,0-1 0 0,-2-1 0 0,0 1 0 0,0-2 0 16,0-4 0-16,0-3 0 0,0-3 0 0,4-5 0 15,-1-4 0-15,6-4-144 0,5-6 144 0,4-8 0 16,8-7-256-16,6-10 64 0,7-8 16 0,4-14 0 31,6-11-1744-31,-1-13-336 16</inkml:trace>
          <inkml:trace contextRef="#ctx0" brushRef="#br0" timeOffset="-1155.2619">0 76 9215 0,'21'-5'816'0,"5"-2"-656"15,1-1-160-15,0 0 0 0,-1-1 1024 0,3-3 160 16,0-1 32-16,-2-1-6544 15</inkml:trace>
        </inkml:traceGroup>
      </inkml:traceGroup>
    </inkml:traceGroup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5:24.835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B975E1E-5955-4E97-8C74-9CE109F404A1}" emma:medium="tactile" emma:mode="ink">
          <msink:context xmlns:msink="http://schemas.microsoft.com/ink/2010/main" type="inkDrawing" rotatedBoundingBox="18334,13537 18866,19215 17671,19327 17139,13649" semanticType="verticalRange" shapeName="Other">
            <msink:sourceLink direction="with" ref="{3AB6EACB-45C6-4B8C-B32E-691C7D480E52}"/>
            <msink:sourceLink direction="with" ref="{149A6F68-24BC-4D08-9D7A-6A68405E5193}"/>
          </msink:context>
        </emma:interpretation>
      </emma:emma>
    </inkml:annotationXML>
    <inkml:trace contextRef="#ctx0" brushRef="#br0">1147 52 23951 0,'0'0'1056'0,"0"0"224"0,0 0-1024 0,0 0-256 16,0 0 0-16,-12-5 0 0,1 0 3808 0,1 0 704 15,-1 0 144-15,-2 0 16 0,-6-4-3568 0,-1 4-720 0,-2 0-128 0,-3 2-48 16,-5 3-208-16,-2-2 0 0,0-1 0 0,-2 1 0 15,-1 7-368-15,-2 2 48 0,-3-2 0 0,-2 3 0 16,-1 4 176-16,0 2 144 0,-4-1-192 0,-2 6 192 16,-2 3 0-16,3-1-128 0,2 0 128 0,-1-3 0 15,0-1 0-15,3-2 144 0,4 0-16 0,3 0 0 16,3-3 128-16,4 0 0 0,5 0 16 0,3-1 0 16,0 0-144-16,7 0-128 0,1 1 144 0,6 0-144 15,1-2 160-15,7-10-160 0,-3 17 160 0,3 0-160 16,1-1 0-16,4 3 128 0,2-1-128 0,2 3 0 15,1-3 0-15,1 6 0 0,1 1 0 0,2 5 0 0,-1 2 0 0,1 5 144 16,1 2-144-16,2 1 192 0,-1 1-192 0,0-1 0 16,-3 0 0-16,0 3 0 0,1-3 272 0,-2 0-16 0,-2 4-16 15,-2 1 0-15,1 4-48 0,-3 5-16 0,1 7 0 16,-2 8 0-16,-1 6 16 0,2 1 16 0,1-5 0 0,0-6 0 16,-2-2-208-16,-2 2 0 0,0-3 0 0,3 11 0 0,0 13 0 0,-1-1 0 15,2 0 128-15,-4-8-128 0,-1-8 0 0,-4-2 0 16,-1-3 0-16,0 0 0 0,-4-2 0 0,2 9 0 15,0 10 0-15,1-5 0 0,3-4 0 0,-1-6 0 16,-1-6 0-16,3-6 0 0,1-4 0 0,4-1 0 16,-1 0 0-16,3 5 0 0,1 0 0 0,5 5 0 15,3 6 0-15,-1-1 0 16,0-7 0-16,2-1 0 0,1-7 0 0,1-4 0 16,-2-1 0-16,1-4 0 0,-3 1 0 0,2 1 0 15,-2 1 0-15,0 1 0 0,0 2 0 0,-1 6 0 16,-2 3 0-16,-4 2 0 0,-1-4 0 0,-2-1 0 15,-3-7 0-15,-2-1 0 0,-2-5 0 0,0-2 0 16,1 0 0-16,-1 1 0 0,0 1 0 0,0-2 0 16,1 0 0-16,1 0 0 0,1 0 0 0,3 2 0 0,-1 1 0 0,1 2 0 15,1-3 0-15,0-4 0 0,0-3 0 0,0-3 0 16,1-1 0-16,1-2 0 0,-2-3 128 0,2-3-128 16,-2-1 0-16,0 1 0 0,-2-3 128 0,1 1-128 15,-3 1 0-15,1-1 0 0,0 1 128 0,-2 1-128 0,0 4 0 0,2-2 0 16,-2 1 128-16,1-1-128 0,3-2 0 0,-1 0 144 15,0-1-144-15,2 1 0 0,0 0 0 0,0 6 128 16,2-1 0-16,0-2 0 0,1 1 0 0,1-2 0 16,-1 0 96-16,2-4 16 0,-1 1 0 0,-1-1 0 0,0-3-48 15,1 0-16-15,-1-4 0 0,2 2 0 0,-10-13-48 16,11 17 0-16,-3-5 0 0,0-1 0 0,-8-11-128 16,9 16 192-16,-1-3-192 0,1 0 192 0,-9-13-192 0,8 16 0 15,0-5 0-15,1 1 128 16,-9-12-128-16,7 14 0 0,-1-4 0 0,3 0 0 15,-9-10 0-15,8 10 0 16,-8-10 0-16,9 8 0 0,-1 1 144 0,-8-9-144 0,10 3 160 0,0 0-160 16,0 1 208-16,4-4-48 0,-1-4-16 0,4 1 0 15,5-2-16-15,3-2 0 0,-1-1 0 0,4-2 0 16,3 0-128-16,2 0 0 0,4-4 0 0,5 2 0 16,4 2-192-16,4 2 16 0,6-4 16 15,-3 2 0-15,0 0 160 0,-6 0-192 0,-3-2 192 0,-7-3-192 16,-6-2-1632-1,-4 2-336-15,-5 0-64 0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5:26.17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2E2AAD9-1F2A-4DAE-AB7F-06F8929D4D22}" emma:medium="tactile" emma:mode="ink">
          <msink:context xmlns:msink="http://schemas.microsoft.com/ink/2010/main" type="inkDrawing" rotatedBoundingBox="21519,13347 22871,18046 21025,18578 19672,13878" semanticType="verticalRange" shapeName="Other">
            <msink:sourceLink direction="with" ref="{3971E656-F6A4-4B21-880C-9593B7517FDC}"/>
            <msink:destinationLink direction="with" ref="{FE6E2111-FBF8-4EE1-BF98-828A5F6EDE94}"/>
          </msink:context>
        </emma:interpretation>
      </emma:emma>
    </inkml:annotationXML>
    <inkml:trace contextRef="#ctx0" brushRef="#br0">102 90 9215 0,'-12'2'816'0,"0"-2"-656"15,-1 0-160-15,1 0 0 0,0-2 6416 0,12 2 1264 16,-11-5 240-16,11 5 48 0,-9-12-6112 0,2 2-1232 15,7 10-240-15,-3-12-64 0,3 12-576 0,0 0-112 16,0-13-16-16,0 13-16 0,7-15 32 0,1 5 16 16,2 3 0-16,4 2 0 0,1 3 352 0,2 2 0 15,3-3 0-15,5 6 0 0,4 4 320 0,6-2 0 16,4-2-16-16,5 2 0 0,6 2 160 0,7-4 48 16,4 1 0-16,1 1 0 0,0 0-208 0,-4-2-48 15,-8-4 0-15,0 1 0 0,-1 1-128 0,0-1-128 16,-2-3 144-16,2 1-144 0,1 2 192 0,-2 0-48 0,-5 0-16 0,-1 0 0 15,-3-1 176-15,-4 1 16 0,-3 0 16 0,-5 0 0 16,-5 0 112-16,-5 0 32 0,-17 0 0 0,13 0 0 16,-13 0-32-16,0 0-16 0,0 0 0 0,0 0 0 15,0 0 16-15,0 0 0 0,-6 16 0 0,-3-2 0 16,-1-6-160-16,0 4-32 0,-2 2 0 0,1-1 0 16,-1-5-256-16,2 6 160 0,-2 1-160 0,2 4 128 15,1-3-128-15,1 3 0 0,1 4 0 0,4 3 0 16,1-1-176-16,2 5 176 0,2 2-128 0,1 9 128 15,2 9-192-15,4 6 64 0,1 6 0 0,2-2 0 16,-2-1 128-16,1-3-208 0,1-6 80 0,2 2 128 0,-1-1-192 0,2 1 192 16,-1 0-160-16,1 12 160 0,0 12-144 0,2 3 144 15,1-3-128-15,1-6 128 0,-1-6 0 0,-1-2-160 16,0-4 160-16,2 1 0 0,1-1-160 0,0 8 160 16,0 10-128-16,2 0 128 0,3-1-144 0,2-6 144 0,-2-7-160 0,2 1 160 15,2-8-128-15,0 2 128 0,-1 6 0 0,1 1-144 0,-2 3 144 0,0 5 0 16,-1 2-144-16,-2-5 144 0,-2-3 0 0,-2-7 0 15,-3-7 0-15,0-2 0 0,-4-1 0 0,1 0 0 16,-3-2 0-16,1 2 0 0,-3 1 0 0,-1 6 0 16,0 1 0-16,1-3 0 0,-2-4 0 0,-1-2 0 15,1-6 0-15,0-4 0 16,-2-4 0-16,0-2 0 0,0-3 0 0,0 1 0 16,-2-3 0-16,1 0 128 0,-3 0-128 0,3-2 0 15,-1 2 0-15,0 0 128 0,3-2-128 0,-3 4 0 16,2 1 0-16,2 2 0 0,-1 1 0 0,3 1 0 15,-2-2 0-15,1-2 0 0,2-1 0 0,2 0 0 16,-2-4 0-16,0 0 0 0,0-1 0 0,0-4 0 16,-1-3 0-16,-1-1 0 0,0 0 0 0,1-1 0 0,-4-4 0 0,2 3 128 15,-2-2-128-15,0-1 0 0,-5-11 160 0,5 14-160 16,-5-14 192-16,1 13-192 0,-1-13 320 0,-3 14-64 16,0-2 0-16,-2-1 0 0,5-11 0 0,-12 16 0 15,-2-3 0-15,-1 0 0 0,0-2 48 0,-3 0 0 16,-4 1 0-16,-3 2 0 0,-4 1-112 0,-3-2-32 0,-2 1 0 0,-3 2 0 31,-3 5-160-31,-7 2 160 0,-4 1-160 0,-2-1 160 16,-3 1-160-16,2-2 0 0,-5-4 0 0,-1 1 128 15,-1-4-128-15,-5-2 0 0,-6-1 0 0,-4-3 128 16,-6-3-128-16,0 1-192 0,-4-2 32 0,7-2 16 16,1-1-1680-16,9-2-336 15,7-2-64-15,3 1-11232 0,4-3-2256 0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5:32.575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4C8F109-58EE-4B20-A41E-B2E85B5C0135}" emma:medium="tactile" emma:mode="ink">
          <msink:context xmlns:msink="http://schemas.microsoft.com/ink/2010/main" type="inkDrawing" rotatedBoundingBox="25932,14109 27377,18636 26512,18911 25068,14385" semanticType="callout" shapeName="Other">
            <msink:sourceLink direction="with" ref="{27FE8ED4-DD0E-4230-9DE4-3F006AF8FD9A}"/>
            <msink:sourceLink direction="with" ref="{CEB88632-9A10-4D59-8640-A58E3BBC1F41}"/>
          </msink:context>
        </emma:interpretation>
      </emma:emma>
    </inkml:annotationXML>
    <inkml:trace contextRef="#ctx0" brushRef="#br0">715 0 14735 0,'0'0'640'0,"0"0"160"0,-4 15-640 0,4-15-160 0,-8 12 0 0,8-12 0 0,0 0 6880 0,-15 10 1344 16,-6-3 272-16,3-2 48 0,1-2-6688 0,-3-1-1344 16,-4 1-272-16,1 0-48 0,-2 1-352 0,-2 1-64 15,-5 0-16-15,1 3 0 0,4 1 32 0,-1 2 0 16,-2 1 0-16,-1 0 0 0,-1 1 208 0,2 3 0 0,0-1 0 0,1 2 0 16,1-1 256-16,2 1-48 0,-1 3-16 0,4 1 0 15,1-3-64-15,2 2-128 0,0 0 176 0,4 1-176 16,5-3 0-16,1-1 0 0,1 1 0 0,4 1 0 15,5-1 0-15,2 3 0 0,1-1-192 0,2 3 48 16,4 3-48-16,1 1 0 0,0-2 0 0,2 5 0 0,1 4-144 0,0 4-48 16,1 6 0-16,1 0 0 0,0 0 64 0,0-1 0 0,-1 1 0 15,1-2 0-15,0-1 32 0,-1-1 16 0,-1 2 0 0,2-2 0 16,-1 1 128-16,1 3 144 0,0 4-208 0,0 3 80 16,0 1 128-16,2 7 0 0,0 3 0 0,3 2 0 15,0-2 0-15,2 1 0 0,2-5 0 0,1 0-128 16,2-1 128-16,0 0 128 0,-2 4-128 0,4 3 176 15,-1 5 32-15,-3 3 16 16,-3-3 0-16,2-3 0 0,-1-6 48 0,-1-3 16 16,-5-1 0-16,-2-2 0 0,-1-2-160 0,-3 2-128 15,0 0 192-15,-3 3-192 0,-1 3 128 0,-1 1-128 16,0-2 0-16,-3-4 0 0,-1-3 0 0,3-1 0 16,0-2 0-16,1-2 0 0,1-2 0 0,3 1 0 15,4-3 0-15,1 6 0 0,2-2 288 0,1 4-48 16,2-1-16-16,2-3 0 0,2-3 16 0,3-2 0 0,1-1 0 0,4-6 0 15,0 0-240-15,2-1 0 0,0-2 0 0,-1-2 0 16,-1-1 128-16,-2-2-128 16,-3-2 0-16,-1 2 0 0,-6 0 0 0,-2 0 0 15,-1-2 0-15,-3 4 0 0,-4 2 176 0,0 1-176 16,-2 2 192-16,-1 0-192 0,0-1 256 0,-2-1-48 16,0-3-16-16,-2 0 0 0,2-4 32 0,0 0 0 15,2 0 0-15,0-1 0 0,-1-4-224 0,4 0 176 16,-1-1-176-16,1-2 160 0,0-2-160 0,4 0 192 0,-3 0-192 0,3-2 192 15,1-1-192-15,0-2 0 0,0 0 144 0,2 4-144 16,0-4 0-16,0 0 0 0,-4-2 0 0,2 1 128 16,0-1-128-16,1-1 0 0,-3 0 0 15,0 0 128-15,1-2-128 0,-1 0 0 0,-13-5 128 16,17 1-128-16,0-2 128 0,0-3-128 0,0-1 128 0,5-3-128 16,5-6 0-16,8-3 0 0,7-6 0 0,3-11-128 31,7-15-1696-31,6-6-336 0,1-9-64 0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6:06.297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594BB89F-57A9-4EF1-A5DB-2F2B8DD35704}" emma:medium="tactile" emma:mode="ink">
          <msink:context xmlns:msink="http://schemas.microsoft.com/ink/2010/main" type="inkDrawing" rotatedBoundingBox="27888,13674 30482,18353 29319,18999 26724,14319" semanticType="callout" shapeName="Other">
            <msink:sourceLink direction="with" ref="{27FE8ED4-DD0E-4230-9DE4-3F006AF8FD9A}"/>
            <msink:sourceLink direction="with" ref="{CEB88632-9A10-4D59-8640-A58E3BBC1F41}"/>
          </msink:context>
        </emma:interpretation>
      </emma:emma>
    </inkml:annotationXML>
    <inkml:trace contextRef="#ctx0" brushRef="#br0">-13 230 12895 0,'0'0'576'0,"0"0"112"0,0 0-560 0,0 0-128 0,0 0 0 0,0 0 0 15,-7 5 3760-15,7-5 720 0,0 0 128 16,0 0 48-16,0 0-2864 0,0 0-560 0,0 0-112 0,0 0-32 16,0 0-304-16,0 0-64 0,0 0-16 0,0 0 0 15,17-4-112-15,0-1-16 0,-1-3-16 0,5-2 0 16,2-2-304-16,2 0-48 0,1-1-16 0,1 1 0 15,0 2-192-15,-1-2 176 0,1-1-176 0,0-1 160 16,0 1-160-16,2-1 128 0,-1 3-128 0,1 0 128 16,-2 1-128-16,3 0 0 0,1 2 0 0,-3 1 0 15,2-3 160-15,-1 5-160 0,-4 2 192 0,0-1-192 0,1 1 384 16,-4 3-48-16,-6 0 0 0,3 2 0 0,1-1 240 16,-3 3 64-16,-4 1 0 0,-13-5 0 0,17 6-224 0,-3 3-32 15,-4-1-16-15,-2 2 0 0,-1 4-240 16,0 1-128-16,-1 3 128 0,1 3-128 0,2 1 128 0,-3 4-128 15,1 8 160-15,1 5-160 0,1 3 128 0,1 2-128 16,2-1 0-16,1 1 144 0,2-2-144 0,-1 0 0 16,1-1 144-16,2 1-144 0,1 0 0 0,4 1 0 15,2 3 0-15,3 1 128 0,3 0-128 0,5 4 0 16,6 4 0-16,6 1 0 0,7-3 0 0,-1-2 0 16,0-4 0-16,-1-2 0 0,-2-1 0 0,1-2 0 15,-9-1 0-15,-5 1 0 0,-2 0 0 0,-1 2 0 0,1 3 0 16,0 0 0-16,2 3 0 0,0 1 0 0,-1-1 0 15,-1-1 0-15,0-4 0 0,1-3 0 0,-3-1 0 0,-1-1 0 16,-3 1 0-16,1 1 0 0,2 1 0 0,-2 3 0 16,-4 1 0-16,-1 3 0 0,-3-2 0 0,3 2 0 15,-3 2 0-15,0-3 0 0,0-2 0 0,-5-3 128 16,-2-2-128-16,0-2 0 0,-3-3 0 0,-1 0 0 16,-1-1 144-16,1 1-144 0,-3 3 192 0,-1 0-192 15,-2 1 256-15,1 1-48 0,1 3-16 0,0 4 0 16,-2 2 0-16,0-1 0 0,-2-1 0 0,2-2 0 15,-1-3 16-15,1-2 0 0,0-4 0 0,2 3 0 16,3-1 16-16,2 1 0 0,1-1 0 0,2 0 0 16,4 2 0-16,4 1 0 0,4-1 0 0,2 0 0 15,4 0-64-15,4-2-16 0,0 0 0 0,2-4 0 16,0-4-144-16,-2-2 128 0,-2-1-128 0,-1-2 128 0,-4-2-128 0,-3 0 0 16,-3 2 0-16,-1-2 0 0,-3-1 0 0,0 3 0 15,-1 0 0-15,-2 1 0 0,-2-1 0 0,0 2 0 16,2 1 0-16,-2 2 0 0,-3 0 0 0,1 0 0 15,1 0 0-15,-1-4 0 0,-4-1 0 0,2-1 0 16,0-3 128-16,-1-1-128 0,0-3 0 0,-2-3 0 16,-1 1 0-16,-2-3 0 0,-5-14 0 0,0 0 0 15,5 11 0-15,-5-11 0 0,0 0 128 0,0 12-128 16,0-12 128-16,0 0-128 0,-8 10 224 0,-1-3-32 16,-1-2-16-16,-2 0 0 0,-3-3 32 0,-2 1 16 15,0 1 0-15,1-1 0 0,-3 0-32 0,1 2 0 16,-1-1 0-16,-1 1 0 0,-2 1-192 0,0 1 144 15,0-2-144-15,-1 4 128 0,-6-3-128 0,-1 3 0 0,-4-2 0 0,-5 1 0 16,-6 0 0-16,-2 2 0 0,-4 4 0 0,1-1 128 16,-4 3-128-16,5-3 0 15,2-3 0-15,5-1 0 0,7-3 0 0,0 1 0 0,-1 0 0 0,-3-6 0 32,-1-2-752-32,-7-4-128 0,-7-4-16 0,-3-3-14368 0,-2-3-2864 0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5:30.396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27FE8ED4-DD0E-4230-9DE4-3F006AF8FD9A}" emma:medium="tactile" emma:mode="ink">
          <msink:context xmlns:msink="http://schemas.microsoft.com/ink/2010/main" type="inkDrawing" rotatedBoundingBox="26585,14433 26890,15314 26255,15535 25950,14653" semanticType="enclosure" shapeName="Other">
            <msink:destinationLink direction="with" ref="{594BB89F-57A9-4EF1-A5DB-2F2B8DD35704}"/>
            <msink:destinationLink direction="with" ref="{14C8F109-58EE-4B20-A41E-B2E85B5C0135}"/>
          </msink:context>
        </emma:interpretation>
      </emma:emma>
    </inkml:annotationXML>
    <inkml:trace contextRef="#ctx0" brushRef="#br0">2665-2044 21183 0,'0'0'944'0,"0"0"192"0,-17-1-912 0,2-3-224 15,1 1 0-15,1-2 0 0,0 0 4016 0,1 0 752 16,0 0 160-16,0 0 16 0,-1 1-3520 0,-1 2-704 16,1 1-144-16,1 2-16 0,12-1-176 0,-15 6-48 15,15-6 0-15,-14 8 0 0,3 4 176 0,2 3 16 0,1 3 16 0,1 1 0 16,0 3-160-16,2 5-48 16,-1 1 0-16,-1 11 0 0,2 6-336 0,0 6 144 0,1 4-144 15,1 1 0-15,1-4 128 0,1-1-128 0,1-6 0 0,1-3 0 16,3-2 0-16,1-3 0 0,2 0 0 0,1-5 0 15,4-1 0-15,1-3 0 0,1-2 0 0,2-6 0 16,3-3-192-16,1-2 192 0,-1-2-208 0,4-1 80 16,2-2-80-16,2-5-16 0,2-5 0 0,1-2 0 15,2-1-32-15,0-2-16 0,-1-2 0 0,-1-3 0 16,-3-5 48-16,0-3 16 0,-4-3 0 0,-1-2 0 16,-2-2 208-16,-1-1-192 0,-2-2 192 0,1-1-192 15,-1 1 192-15,-4-3 0 0,1-1 0 0,-2 0 0 16,-4 2 0-16,-3 1 160 0,-2 4-160 0,-4 2 128 15,-3 2-128-15,-2 1 0 0,-6 0 0 0,-5 0 0 16,-6 1 0-16,-6 4 0 0,-6 2 0 0,-6-1 0 0,-6 2 0 0,-5 1 0 16,-5 1 0-16,0 0 0 0,1-1 176 0,2 0 0 15,-1-3 0-15,4 2 0 0,4 1-176 0,7-5 0 16,6-4 0-16</inkml:trace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3:44.865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E22C6AE-A8E9-47C5-8F41-091EBBC5B735}" emma:medium="tactile" emma:mode="ink">
          <msink:context xmlns:msink="http://schemas.microsoft.com/ink/2010/main" type="writingRegion" rotatedBoundingBox="28009,473 28537,473 28537,959 28009,959"/>
        </emma:interpretation>
      </emma:emma>
    </inkml:annotationXML>
    <inkml:traceGroup>
      <inkml:annotationXML>
        <emma:emma xmlns:emma="http://www.w3.org/2003/04/emma" version="1.0">
          <emma:interpretation id="{16AA813E-BDF0-4D0A-9F79-811663DA8121}" emma:medium="tactile" emma:mode="ink">
            <msink:context xmlns:msink="http://schemas.microsoft.com/ink/2010/main" type="paragraph" rotatedBoundingBox="28009,473 28537,473 28537,959 28009,9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CF112D-7100-4DC5-9718-DA8445A80A06}" emma:medium="tactile" emma:mode="ink">
              <msink:context xmlns:msink="http://schemas.microsoft.com/ink/2010/main" type="line" rotatedBoundingBox="28009,473 28537,473 28537,959 28009,959"/>
            </emma:interpretation>
          </emma:emma>
        </inkml:annotationXML>
        <inkml:traceGroup>
          <inkml:annotationXML>
            <emma:emma xmlns:emma="http://www.w3.org/2003/04/emma" version="1.0">
              <emma:interpretation id="{B735B321-CEC4-46C2-92AD-F7AE930F81C3}" emma:medium="tactile" emma:mode="ink">
                <msink:context xmlns:msink="http://schemas.microsoft.com/ink/2010/main" type="inkWord" rotatedBoundingBox="28009,473 28537,473 28537,959 28009,959">
                  <msink:destinationLink direction="with" ref="{EFBDE98C-0F67-44D9-AEE1-4B93CCC545B6}"/>
                </msink:context>
              </emma:interpretation>
            </emma:emma>
          </inkml:annotationXML>
          <inkml:trace contextRef="#ctx0" brushRef="#br0">1947-4313 15775 0,'0'0'704'0,"0"0"128"0,0 0-656 0,11-8-176 16,-3-2 0-16,-8 10 0 0,8-10 2064 0,-8 10 384 16,9-14 80-16,-9 14 16 0,5-12-704 0,-5 12-144 15,0 0-32-15,0 0 0 0,0-13-448 0,0 13-112 16,0 0-16-16,0 0 0 0,0 0-224 0,0 0-48 15,-12-2-16-15,12 2 0 0,-13 4-272 0,2-1-48 16,11-3-16-16,-11 10 0 0,-1 2-224 0,2 3-48 16,0 0-16-16,1 0 0 0,-1 4-176 0,-2-1 0 15,-3 2 0-15,2 4 0 0,3 3 0 0,1-2 0 16,1 0-144-16,3-1 144 0,0-2 0 0,0 1 0 0,-2-1 0 0,4-2 0 16,3-1-128-16,5-2 128 0,0-2 0 15,3 0 0-15,2 0-128 0,4-1 128 0,1-3 0 0,0 0 0 16,2-3-128-16,1-1 128 0,1-2 0 0,3-2 0 15,-4 0 0-15,2-3 0 0,1-1 0 0,1-3 0 16,-1-2 0-16,3-1-128 0,0-1 128 0,-1-3 0 16,-1 0 0-16,0 1 0 0,0-2 0 0,-2 0 0 15,-2-1 0-15,1-1-128 0,-1 1 128 0,-1-1 0 16,-3 1 0-16,-2-1 0 0,-2 1 0 0,-2 1 0 16,-5 0 0-16,-1-1 128 0,-5-4-128 0,-1 2 144 15,-2 1-144-15,-3 1 160 0,-3-4-160 0,-3 2 160 16,-2 1-160-16,-4 3-224 0,-5 1 48 0,-4-1 16 15,-4 1-416 1,-3 2-64-16,-3-5-32 0,-4 2 0 16,-5 3-1936-16,-1 0-384 0</inkml:trace>
        </inkml:traceGroup>
      </inkml:traceGroup>
    </inkml:traceGroup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02.520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71BBCC4-D3F7-4411-A6E0-7432D1A743A7}" emma:medium="tactile" emma:mode="ink">
          <msink:context xmlns:msink="http://schemas.microsoft.com/ink/2010/main" type="writingRegion" rotatedBoundingBox="28487,13681 28896,13681 28896,13966 28487,13966"/>
        </emma:interpretation>
      </emma:emma>
    </inkml:annotationXML>
    <inkml:traceGroup>
      <inkml:annotationXML>
        <emma:emma xmlns:emma="http://www.w3.org/2003/04/emma" version="1.0">
          <emma:interpretation id="{8BFD71B1-90B6-497D-A45E-B187D86ECE73}" emma:medium="tactile" emma:mode="ink">
            <msink:context xmlns:msink="http://schemas.microsoft.com/ink/2010/main" type="paragraph" rotatedBoundingBox="28487,13681 28896,13681 28896,13966 28487,139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998B46D-330E-48AC-94C9-6CBDED64E454}" emma:medium="tactile" emma:mode="ink">
              <msink:context xmlns:msink="http://schemas.microsoft.com/ink/2010/main" type="line" rotatedBoundingBox="28487,13681 28896,13681 28896,13966 28487,13966"/>
            </emma:interpretation>
          </emma:emma>
        </inkml:annotationXML>
        <inkml:traceGroup>
          <inkml:annotationXML>
            <emma:emma xmlns:emma="http://www.w3.org/2003/04/emma" version="1.0">
              <emma:interpretation id="{EE51DF0F-EE11-4EAC-8B1A-EF5FB3C8CD1D}" emma:medium="tactile" emma:mode="ink">
                <msink:context xmlns:msink="http://schemas.microsoft.com/ink/2010/main" type="inkWord" rotatedBoundingBox="28487,13681 28896,13681 28896,13966 28487,13966"/>
              </emma:interpretation>
            </emma:emma>
          </inkml:annotationXML>
          <inkml:trace contextRef="#ctx0" brushRef="#br0">4745-2678 3679 0,'0'0'320'0,"0"0"-320"15,0 0 0-15,0 0 0 0,-6 12 5040 0,6-12 928 0,0 0 192 0,0 0 48 16,0 0-4304-16,0 0-864 0,0 0-160 0,0 0-48 16,0 0-832-16,0 0 0 0,7-15 0 0,2-2-192 15,-3 0-80-15,1 2-32 0,0-2 0 0,1 0 0 0,6-1 112 0,-4 2 32 16,-2 3 0-16,1 5 0 0,-9 8 160 0,10-9 176 16,-2 2-48-16,-8 7 0 0,7-6 912 0,-7 6 176 15,0 0 48-15,0 0 0 0,0 0 464 0,15 6 80 16,-2 3 32-16,1-2 0 0,-14-7-592 0,15 5-112 15,0-2-32-15,0-1 0 0,0-4-528 0,2 2-96 0,0-2-32 0,2-3 0 16,1 0-288 0,2-7-160-16,0-1 160 0,-1-7-160 15,1-2-896-15,-1-5-256 0,-5-7-64 16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5:26.774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885D676E-E6AA-4162-9DDB-058CBE803E4D}" emma:medium="tactile" emma:mode="ink">
          <msink:context xmlns:msink="http://schemas.microsoft.com/ink/2010/main" type="inkDrawing" rotatedBoundingBox="23915,16243 24523,16208 24526,16267 23919,16302" shapeName="Other"/>
        </emma:interpretation>
      </emma:emma>
    </inkml:annotationXML>
    <inkml:trace contextRef="#ctx0" brushRef="#br0">188-390 6447 0,'0'0'576'0,"-5"15"-576"16,0 0 0-16,2-1 0 0,3-14 7968 0,0 0 1488 16,0 0 288-16,0 0 64 0,-4 13-7088 0,4-13-1424 15,0 0-272-15,0 0-64 0,0 0-784 0,0 0-176 16,0 0 0-16,19 2 0 0,-1-4-320 0,3-1-64 0,0 3-16 0,5-2 0 15,2-1 160-15,4-2 48 0,4 0 0 0,2 1 0 16,3 1 192-16,2 0-144 0,1 3 144 0,0-2-128 16,-2-1 128-16,-3-1-128 0,-4-1 128 0,-5 2-128 15,-4-2-1600-15,-3-2-304 16</inkml:trace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5:26.974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E865387F-EBF2-4155-BFF7-FE27803EB26F}" emma:medium="tactile" emma:mode="ink">
          <msink:context xmlns:msink="http://schemas.microsoft.com/ink/2010/main" type="inkDrawing" rotatedBoundingBox="23748,16676 24742,16604 24747,16683 23753,16754" shapeName="Other"/>
        </emma:interpretation>
      </emma:emma>
    </inkml:annotationXML>
    <inkml:trace contextRef="#ctx0" brushRef="#br0">0 44 29487 0,'0'0'2624'16,"5"19"-2112"-16,-5-19-512 0,15 17 0 0,2-7 4144 0,6 0 720 16,6-4 128-16,6-2 48 0,6-4-4112 0,7-2-928 15,11-3 0-15,14-2 0 16,13-1-384-16,1 0-48 0,-3-1 0 0,-5 1 0 0,-8-4 64 0,-6 0 16 15,-2 0 0-15,-4-1-12992 16,-2-2-2592-16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30:47.959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7B1E351-9164-46DD-B3C3-72BF32F83B48}" emma:medium="tactile" emma:mode="ink">
          <msink:context xmlns:msink="http://schemas.microsoft.com/ink/2010/main" type="inkDrawing" rotatedBoundingBox="25414,20 25629,8445 24249,8480 24035,56" semanticType="verticalRange" shapeName="Other">
            <msink:sourceLink direction="with" ref="{5BE820BB-B3F3-4362-A03C-582B097F4EEA}"/>
          </msink:context>
        </emma:interpretation>
      </emma:emma>
    </inkml:annotationXML>
    <inkml:trace contextRef="#ctx0" brushRef="#br0">0 0 5519 0,'0'0'496'0,"0"0"-496"15,0 0 0-15,0 0 0 0,0 0 2496 0,0 0 384 16,0 0 96-16,0 0 16 0,0 0-1840 0,0 0-352 16,0 0-80-16,0 0-16 0,0 0-384 0,0 0-64 0,0 0-32 0,0 0 0 15,0 0 96-15,0 0 32 0,0 0 0 0,0 0 0 16,0 0 256-16,0 0 48 0,0 0 16 0,0 0 0 15,0 0 192-15,0 0 32 0,0 0 16 0,0 0 0 16,0 0-208-16,0 0-64 0,0 0 0 0,0 0 0 16,0 0-192-16,0 0-32 0,0 0-16 0,0 0 0 15,0 0-144-15,14 10-16 0,-14-10-16 0,13 8 0 16,-13-8 96-16,15 9 32 0,-15-9 0 0,15 8 0 16,0-3-96-16,-15-5 0 0,0 0-16 0,19 4 0 15,-1-1 64-15,-2 0 16 0,-1-3 0 0,2 2 0 16,-1-2-16-16,1-2 0 0,2 2 0 0,3 2 0 15,3-2-112-15,0 0 0 0,4 0-16 0,3 0 0 16,1-2-176-16,3 2 160 0,1-1-160 0,1 1 160 16,1 0-32-16,1 1-128 0,2-1 192 0,-3 2-64 15,-7-2 0-15,2 2-128 0,-2-2 192 0,-2 0-64 0,-5-2 32 0,2 2 0 16,-2 0 0-16,1 2 0 0,-3-2-16 0,2 1 0 16,1-1 0-16,-1 2 0 0,0 0-144 0,2 1 128 15,-2-1-128-15,1 1 128 0,-3 2-128 0,1 0 0 16,-4-1 0-16,-2 1 0 0,-2 0 0 0,-16-5 0 15,13 5 0-15,-13-5 0 0,0 0 208 0,13 10-32 16,-13-10-16-16,0 0 0 0,0 0 144 0,0 0 16 16,0 0 16-16,6 15 0 0,-6-15-48 0,0 0-16 15,1 15 0-15,-1-15 0 0,0 0-112 0,0 0-32 16,0 15 0-16,0-15 0 0,0 0-128 0,4 15 0 16,-4-15 0-16,5 16 0 0,-5-16 0 0,5 16 0 0,0 1 0 15,0-2 0-15,0 1 0 0,0-3 0 0,-2 0 0 0,2 1 0 16,-1-1 0-16,-1 3 0 0,-1 2 0 0,-1-1 0 15,1 0 0-15,-2 0 0 0,0-1 0 0,0 5 0 16,2-3 0-16,-1 2 0 0,1 2 0 0,-2-2 0 16,0 0 0-16,0 4 0 0,-2 0 0 0,2 1 0 15,2 0 0-15,1 2 0 0,1 3 0 0,-1 2 0 16,1 4 0-16,1 2 0 0,3 4 0 0,0 0 0 16,1 2 0-16,-1 0 0 0,1 3 0 0,-1-3-176 15,-1-2 176-15,0 0 0 0,3 0 0 0,-4-2 0 16,-2-1 0-16,-3 3 0 0,-1 4 0 0,0 4 0 15,0 7 0-15,-1 2 0 0,-3 2 0 0,3-2 0 0,1-2 0 16,-2-5 0-16,0-5 0 0,2-3 0 16,2 0 0-16,-2-2 0 0,0 0 0 0,2 0 0 15,1 0 0-15,0 5 0 0,-1 5 0 0,0 2 0 16,-1 1 0-16,1-1 0 0,2-3 0 0,-3-4 0 0,1-7 0 0,0-1 0 16,1-4 0-16,-1 1 0 0,-2-1 0 0,0 2 0 15,0-2 0-15,0 1 0 0,-2-3 0 0,0 8 0 16,1 4 0-16,-1 6 0 0,4 1 0 0,-2-2 0 15,-2-3 0-15,2-3 128 0,2 0-128 0,-2-4 0 16,0 1 0-16,3-4 0 0,2-4 0 0,0 4 0 16,0 4 0-16,0-4 0 0,2 0 0 0,0 5 0 15,-1 3 0-15,1 4 0 0,-2 1 0 0,2-1 0 16,0-2 0-16,-1-1 0 0,-1-3 0 0,0 1 0 16,-3-5 0-16,-2-4 0 0,-2-1 0 0,1 3 0 0,-3 2 0 0,1-1 0 15,-2-1 0-15,0 9 0 0,-2 9 0 0,2 4 0 16,2 2 0-16,-1-2 0 0,1-2 0 0,1-3 0 15,1-4 0-15,1-3 0 0,0 0 0 0,1-1 0 16,1-1 0-16,0 2 0 0,-1 2 0 0,3 7 0 0,-1 3 0 0,0 1 0 16,1-3 0-16,-1-5 0 15,2-4 0-15,0-5 0 0,-3-1 0 0,-2-1 0 16,0-3 0-16,-2 5 0 0,1 0 0 0,-3 1 0 16,-1 0 0-16,2 5 0 0,-2 6 0 0,0 4 0 0,0-4 0 0,-2 1 0 15,4-7 0-15,-1-5 0 16,1-2 176-16,-2-4-48 0,1-2 0 0,3 1 0 0,-3 1-128 0,-1 3-144 15,0-1 144-15,0 2-208 0,2 4 208 0,-2 4 0 16,-2 4 0-16,2-2 0 0,2-1 0 0,-1-4 128 0,-1-4 0 0,2-1-128 16,0-6 0-16,-4-1 0 0,0-5 0 0,2 4 0 15,0 0 0-15,-2-1 0 0,-1 3 0 0,1-1 0 16,0 0 0-16,1 6 0 0,-1 6 0 0,0 0 0 16,-1 0 0-16,-1-1 0 0,-1-4 0 0,2-4 0 15,-1-1 0-15,4-3 0 0,0-2 0 0,0-2 0 16,2-1 0-16,0-1 0 15,-1 3 0-15,3 1 0 0,-1 0 0 0,0 1 0 16,0-2 0-16,2 1 0 0,0 3 0 0,2 0 0 16,-2 2 0-16,2 0 0 0,-2 0 0 0,2-3 0 15,-2-2 0-15,0-4 0 0,0-2 0 0,0-1 208 16,-2-1-64-16,2-4-16 0,0-2-128 0,-2 1 0 0,0-1 0 0,2-1 0 16,0-2 0-16,0 0 0 0,2 4 0 0,2-6 128 15,-4-13 0-15,3 17-128 0,2-3 192 0,2 1-64 16,1 0 192-16,-1-3 48 0,-7-12 0 0,7 13 0 0,-7-13-192 0,8 14-48 15,-8-14 0-15,0 0 0 0,8 13-128 16,-8-13 192-16,0 0-192 0,7 13 192 0,-7-13-192 16,0 0 160-16,0 0-160 0,0 0 160 0,5 12-32 15,-5-12-128-15,0 0 192 0,0 0-64 0,0 0 0 0,0 0 0 16,0 0 0-16,0 0 0 0,0 0 48 0,0 0 0 0,0 0 0 0,-3 9 0 16,3-9 16-16,0 0 0 0,-10 6 0 0,1-1 0 15,1-3-16-15,-1 0 0 0,-2-2 0 0,-1 2 0 16,0-1 16-16,-3 1 16 0,2-2 0 0,-1 2 0 15,-3-1-16-15,0-1-16 0,-1 2 0 0,-1 0 0 16,-1-1 16-16,0-1 0 0,0-1 0 0,-2 1 0 16,-2-2 0-16,3 0 16 15,-1-1 0-15,-2 1 0 0,-1-1-208 0,1 3 176 16,2 0-176-16,1 2 160 0,0-1-160 0,-1 4 160 16,1 4-160-16,0-3 160 0,0 1-352 0,-3 7-64 0,-1 4 0 15,-2 7-16 1,-3 2-416-16,-2 4-80 0,-2 0 0 0,2-4-13824 0,3-6-2768 15</inkml:trace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3:37.792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5BE820BB-B3F3-4362-A03C-582B097F4EEA}" emma:medium="tactile" emma:mode="ink">
          <msink:context xmlns:msink="http://schemas.microsoft.com/ink/2010/main" type="writingRegion" rotatedBoundingBox="25064,4999 25154,4999 25154,5062 25064,5062">
            <msink:destinationLink direction="with" ref="{89F58B18-A13C-4B44-B77B-5D7FE48F0B8E}"/>
            <msink:destinationLink direction="with" ref="{37B1E351-9164-46DD-B3C3-72BF32F83B48}"/>
          </msink:context>
        </emma:interpretation>
      </emma:emma>
    </inkml:annotationXML>
    <inkml:traceGroup>
      <inkml:annotationXML>
        <emma:emma xmlns:emma="http://www.w3.org/2003/04/emma" version="1.0">
          <emma:interpretation id="{D23E55B6-FBA7-4607-BAE0-EB94CE7AAB09}" emma:medium="tactile" emma:mode="ink">
            <msink:context xmlns:msink="http://schemas.microsoft.com/ink/2010/main" type="paragraph" rotatedBoundingBox="25064,4999 25154,4999 25154,5062 25064,50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722545F-4BA1-48D9-9A95-965022EAFF0D}" emma:medium="tactile" emma:mode="ink">
              <msink:context xmlns:msink="http://schemas.microsoft.com/ink/2010/main" type="line" rotatedBoundingBox="25064,4999 25154,4999 25154,5062 25064,5062"/>
            </emma:interpretation>
          </emma:emma>
        </inkml:annotationXML>
        <inkml:traceGroup>
          <inkml:annotationXML>
            <emma:emma xmlns:emma="http://www.w3.org/2003/04/emma" version="1.0">
              <emma:interpretation id="{AB221EA1-6BB5-4F04-A8E0-345D68A230AF}" emma:medium="tactile" emma:mode="ink">
                <msink:context xmlns:msink="http://schemas.microsoft.com/ink/2010/main" type="inkWord" rotatedBoundingBox="25064,4999 25154,4999 25154,5062 25064,5062"/>
              </emma:interpretation>
            </emma:emma>
          </inkml:annotationXML>
          <inkml:trace contextRef="#ctx0" brushRef="#br0">-1669-1476 21183 0,'0'0'944'0,"0"0"192"0,-8 9-912 0,8-9-224 0,0 0 0 0,-10 10 0 15,0 0 1904-15,1-2 336 0,9-8 64 0,-13 9 0 32,-2-2-2736-32,1-2-544 0,3 0-112 0</inkml:trace>
        </inkml:traceGroup>
      </inkml:traceGroup>
    </inkml:traceGroup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4:42.492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FE6E2111-FBF8-4EE1-BF98-828A5F6EDE94}" emma:medium="tactile" emma:mode="ink">
          <msink:context xmlns:msink="http://schemas.microsoft.com/ink/2010/main" type="inkDrawing" rotatedBoundingBox="17967,14100 20516,14935 20286,15635 17738,14800" semanticType="callout" shapeName="Other">
            <msink:sourceLink direction="with" ref="{12E2AAD9-1F2A-4DAE-AB7F-06F8929D4D22}"/>
          </msink:context>
        </emma:interpretation>
      </emma:emma>
    </inkml:annotationXML>
    <inkml:trace contextRef="#ctx0" brushRef="#br0">278 554 1839 0,'0'0'160'0,"0"0"-160"0,0 0 0 0,0 0 0 0,0 0 5488 0,-12-2 1056 15,12 2 224-15,-10-3 32 16,10 3-3536-16,-10-6-704 0,10 6-128 0,0 0-48 15,-9-8-2208-15,9 8-448 0,-6-10-96 0,6 10-16 16,-7-10 624-16,7 10 112 0,-5-12 32 0,5 12 0 16,0 0-32-16,-3-13 0 0,-2 1 0 0,5 12 0 15,-4-12-96-15,4 12-32 0,0 0 0 0,0-12 0 16,0 12-224-16,0 0 0 0,5-11 128 0,-5 11-128 16,12-11 0-16,1 5 0 0,4 1-192 0,3 1 192 0,4 1-208 0,6 1 64 15,6 1 16-15,2 1 0 0,4 0 128 0,2 1 0 16,0 3 0-16,-4-1-128 0,-3 0 128 0,0 2 0 15,0 2 0-15,0 2 0 0,-1-1 0 0,-3 2 192 16,3 2-32-16,-4 0-16 0,-2 1 128 0,-5 1 32 16,-1 1 0-16,-2 1 0 0,-2 1-64 0,-5 0-16 15,-3 2 0-15,-4-4 0 0,-1-3-96 0,-5 1 0 0,-4 4-128 0,-3 1 192 16,0-1-192-16,-4 0 144 0,-2 2-144 0,-1-1 128 16,0 1-128-16,-1-3-256 0,-1 1 64 0,2-2 16 15,-1-3-128-15,1-2-16 0,2-3-16 0,10-7 0 0,-14 8 48 16,14-8 16-16,0 0 0 0,0 0 0 0,-15 5 272 0,15-5 0 15,0 0 0-15,0 0 0 0,0 0 0 0,0 0 0 16,0 0 0 0,0 0 0-16,-6-10 0 0,6 10 176 0,-4-13-176 0,3 1 160 15,1 12-160-15,1-15 0 0,1 0 144 0,1 0-144 16,1-1 176-16,1 1-48 0,-2-1 0 0,2 0 0 16,2-2 64-16,0 1 0 0,-1 0 0 0,4-1 0 15,1-4-32-15,2 0 0 0,0 0 0 0,3 0 0 16,2 2-160-16,2 0 128 0,0 1-128 0,4 1 128 15,0-2-128-15,2 3-144 0,1 2 144 0,-1 0-208 0,1-1 208 0,-4 1 0 16,-1 2 0-16,-2-1 0 0,-1 1 0 0,-2 1 0 16,-4 2 0-16,-3 3 0 0,-10 7 0 0,10-8 160 15,-10 8-32-15,0 0 0 0,0 0 144 0,0 0 32 16,0 0 0-16,0 0 0 0,0 0 144 0,0 0 16 16,0 0 16-16,0 0 0 0,0 0-96 0,-12 8 0 15,1-1-16-15,-1 1 0 16,0 2-112-16,0 1-32 0,-3-1 0 0,2 3 0 15,-2 1-224-15,1-1 0 0,1 1 0 0,1 1-160 16,0 0 160-16,4 2 0 0,1-1-144 0,2 1 144 16,2 0 0-16,1 2 0 0,5 1 0 0,2 2 0 15,2 1-176-15,3-1 48 0,2-3 0 0,1 4 0 16,2 2 128-16,2 2 0 0,2 2 0 0,3 3 0 0,1 2 0 0,2-1 176 16,-1-1-176-16,0-2 192 0,-1-1-192 0,2-2 0 15,-1-3-160-15,-1-4 160 0,1-3 0 0,0-2 0 16,-1-2 0-16,1-3 0 0,-2-3-256 0,1-2 64 15,-1-3 0-15,3-2 0 16,-3-4-448-16,2-2-96 16,1-4-16-16,0-7-11408 0,2-9-2272 0</inkml:trace>
    <inkml:trace contextRef="#ctx0" brushRef="#br0" timeOffset="625.3173">2263 824 10127 0,'-5'24'896'0,"2"-9"-704"0,-2 0-192 0,1 0 0 15,1 2 5824-15,1 2 1152 16,1 3 208-16,-1-2 48 0,0-3-4912 0,2 0-976 15,-1-1-208-15,1 1-48 0,1-2-704 0,3-1-160 16,1-1-32-16,1 1 0 0,1 1-192 0,2 0-160 16,1-3 32-16,1-2 0 0,5 0-96 0,0 0-16 15,3 2 0-15,3 0 0 0,1-2 112 0,1 1 128 16,1 1-208-16,0 0 80 0,1-2 128 0,1 0 0 0,-1-1 0 0,-2-1 0 16,0 0 0-16,-4 1 0 0,-2-1 0 0,-1-1 128 0,0-2-128 15,-2-2 176-15,-15-3-176 0,17-1 192 0,-2-1-192 0,-15 2 128 16,15-7-128-16,-1 1 128 0,-3-3-128 0,-2-1 0 15,-2-2 144-15,-1 1-144 0,-1-1 0 0,-1-2 0 16,-3 1 0-16,1-1-128 0,-2 1 128 0,0-2 0 16,0-2 0-16,-3 2 0 0,-4 1 0 0,0 1 0 15,-1-1 0-15,-4 3 176 16,0 1-48-16,-1 1-128 0,-2 1 192 0,-2 3-64 16,-3 3-128-16,-7 0 0 0,-5-1 144 0,-5 1-144 15,-4 4 0-15,-2 1-128 0,-4 1 0 0,-1 2 0 16,-2 1-192-16,-4 2-48 0,-1-1 0 0,-6 4 0 31,-3 3-240-31,-7 0-48 0,-8 0-16 0,4-1 0 16,2-1-2128-16,6 1-416 0,6-3-96 0</inkml:trace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6:20.457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F1AC2907-85C1-40A3-8C94-A73FAAB3069D}" emma:medium="tactile" emma:mode="ink">
          <msink:context xmlns:msink="http://schemas.microsoft.com/ink/2010/main" type="writingRegion" rotatedBoundingBox="26902,16742 28640,17756 28185,18536 26447,17522"/>
        </emma:interpretation>
      </emma:emma>
    </inkml:annotationXML>
    <inkml:traceGroup>
      <inkml:annotationXML>
        <emma:emma xmlns:emma="http://www.w3.org/2003/04/emma" version="1.0">
          <emma:interpretation id="{E1BBB3AE-5D39-4540-9DA9-0DA1FE57E51C}" emma:medium="tactile" emma:mode="ink">
            <msink:context xmlns:msink="http://schemas.microsoft.com/ink/2010/main" type="paragraph" rotatedBoundingBox="26902,16742 28640,17756 28185,18536 26447,175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3ECDD3E-05F7-4E13-A626-A85F4DD69B9B}" emma:medium="tactile" emma:mode="ink">
              <msink:context xmlns:msink="http://schemas.microsoft.com/ink/2010/main" type="line" rotatedBoundingBox="26902,16742 28640,17756 28185,18536 26447,17522"/>
            </emma:interpretation>
          </emma:emma>
        </inkml:annotationXML>
        <inkml:traceGroup>
          <inkml:annotationXML>
            <emma:emma xmlns:emma="http://www.w3.org/2003/04/emma" version="1.0">
              <emma:interpretation id="{CEB88632-9A10-4D59-8640-A58E3BBC1F41}" emma:medium="tactile" emma:mode="ink">
                <msink:context xmlns:msink="http://schemas.microsoft.com/ink/2010/main" type="inkWord" rotatedBoundingBox="26902,16742 28640,17756 28185,18536 26447,17522">
                  <msink:destinationLink direction="with" ref="{594BB89F-57A9-4EF1-A5DB-2F2B8DD35704}"/>
                  <msink:destinationLink direction="with" ref="{14C8F109-58EE-4B20-A41E-B2E85B5C0135}"/>
                </msink:context>
              </emma:interpretation>
            </emma:emma>
          </inkml:annotationXML>
          <inkml:trace contextRef="#ctx0" brushRef="#br0">3939 1074 11967 0,'0'0'528'0,"0"0"112"0,0 0-512 0,0 0-128 0,11 8 0 0,-11-8 0 0,0 0 3200 0,0 0 592 16,0 0 128-16,0 0 32 16,-5 14-3104-16,5-14-608 0,-15 7-240 0,3-1 176 15,-1-1-976-15,-1-1-192 0,-1-4-32 16,2 0-16-16,-2 0 192 0,1-2 32 16,2 0 16-16,12 2 0 0,-11-5 1408 0,11 5 288 0,-10-3 48 0,10 3 16 0,0 0 592 0,0 0 128 15,0 0 32-15,0 0 0 16,-5-14-480-16,5 14-80 0,-4-11-32 0,4 11 0 15,-3-15-528-15,-1 3-96 0,4 12-32 0,-6-10 0 16,6 10 32-16,-9-14 0 0,1 2 0 0,0 1 0 16,-1-1 160-16,2 0 48 0,-1 0 0 0,1 1 0 0,-1-1-128 0,-1 0 0 15,-1-2-16-15,0 1 0 0,-2 0-96 0,-1-1-16 16,0-1 0-16,-3-2 0 0,1 0-112 0,-2-3-16 16,-1-2-16-16,-2 0 0 0,0 1-64 0,-2-1-16 0,-4-2 0 0,-2 1 0 15,-1-3 64-15,1 3 16 0,-1-2 0 0,0 1 0 16,4 0 32-16,3 3 16 0,2 2 0 0,0 1 0 15,0 1-176-15,3-2-48 0,2 1 0 0,-2 4 0 16,3 2-128-16,3 2 0 0,1 2 0 0,1 0 0 16,-1 1 0-16,2 2 0 0,-2 1 128 0,10 4-128 15,-14-1 0-15,2-1 0 0,1-1 0 0,11 3 128 0,-11-2-128 0,11 2 0 16,-10 0 144-16,10 0-144 0,0 0 128 0,0 0-128 16,0 0 160-16,0 0-160 0,0 0 0 0,0 0 0 15,0 0 0-15,0 0 0 0,0 0 0 0,0 0 0 16,0 0 0-16,0 0 0 0,0 0 0 0,0 0 0 15,0 0-128-15,0 0 128 16,0 0 0-16,5 15 0 0,-1-1 0 0,-1 1 0 16,1 0 0-16,-1 0 0 0,0 0 0 0,2 0 0 0,0 2 0 0,2 0 176 15,0 0-176-15,3 1 160 0,2 1-160 16,3-2-144-16,2-1 144 0,3 3-208 0,2 3 208 0,1 0-144 16,2 0 144-16,4-1-128 0,3 3 128 0,-2 1 0 15,-1 0-144-15,-2 1 144 0,-4-1 0 0,-1 2 0 16,2 1 0-16,-4 3 0 0,-3-3 0 0,0 3 0 15,-2-1 0-15,0 2 0 0,-2-2 0 0,-1 0 0 0,0-1 0 0,-2 0 0 16,-2-1 0-16,-1-1 0 0,2-2 0 0,-1 1 0 16,-3-1 0-16,4 0 0 0,2 0 0 0,-1 1 0 15,0-3 0-15,1-1 0 0,-3-2 0 0,2 0 0 16,2-1 0-16,5-2 0 0,1 0-144 0,2-1 144 16,2 0 0-16,2-1-160 0,-2 0 160 0,3 0-128 15,2-2 128-15,1-1 0 16,-1-3 0-16,2-1-128 0,-2-1-64 0,-2-6 0 15,-1 3 0-15,-2-4 0 0,-1-2 192 0,-2 0-128 16,-2 1 128-16,0-1-128 0,-1 0-64 0,-2-3 0 0,-4 2 0 16,-10 3 0-16,12-3 192 0,-12 3-128 0,13-4 128 15,-3 3-128-15,-10 1 128 0,14 0 0 0,-14 0 0 0,13 0 0 16,-1 0 0-16,1 0 0 0,-13 0 0 0,17 0 0 16,-2 0 0-16,1 0 0 0,-1-2 0 0,2 0 0 0,-4-1 0 0,4-2 0 15,0-4 0-15,1 1 0 0,2 1 0 0,2-3 0 16,0-3 0-16,2-1 0 0,-1-1 0 0,1 0-160 15,-2 0 160-15,-2 0 0 0,-2-2 0 0,1 2 0 16,-2 0 0-16,-1-1 0 0,-2 3 0 0,1-2 0 16,-1 1 0-16,-1 3 0 0,0-1 0 0,1 2 0 15,-2 1 0-15,-4 1 0 0,-8 8 0 0,9-9 0 0,-1 1 0 0,-8 8 0 16,7-10 0-16,-7 10 0 0,6-12 0 0,1 4 0 16,-7 8 0-16,0 0 0 0,2-12 0 0,-2 12 0 15,0-14 0-15,-2 3 0 0,2 11 0 0,-7-15 0 16,1 1 192-16,-1 2-64 0,0 1-128 0,-1-1 192 15,-6-2-192-15,1-1 176 0,1 0-176 0,0 2 160 16,-1 1-160-16,-1 0 0 16,3 0 0-16,-1 2 0 0,-2-3 0 0,1 1 0 15,-2 2 144-15,0 1-144 0,-2-1 0 0,-2 2 0 16,2-1 0-16,1 1 128 0,-1-2-128 0,-2 2 0 0,-1-1 0 16,2 2 0-16,-3 2 0 0,5 0 0 0,0 2 0 15,3 1 128-15,-4 2-128 0,2 0 192 0,3 2-64 0,12-2 0 16,-13 7 32-16,13-7 16 0,-9 8 0 0,9-8 0 15,0 0-48-15,-6 14 0 0,6-14 0 0,-5 13 0 0,3 0-128 0,2 1 0 16,0-1 0-16,2 3 0 0,1-3 0 16,0 2 0-16,-1 2 0 0,1 1 0 0,2 1 0 0,0-1 0 15,-1-1-144-15,1 2 144 0,2 1 0 0,-1 0 0 16,-1 0-128-16,0-1 128 0,1-2 0 0,0-2 0 16,3-3 0-16,2-6 0 0,-11-6-256 0,26-3 0 15,4-7 0-15,14-10 0 31,10-11-512-31,11-12-112 0,6-15-16 0,6-16-19008 0</inkml:trace>
          <inkml:trace contextRef="#ctx0" brushRef="#br0" timeOffset="-34010.1089">3600 625 6447 0,'0'0'576'0,"0"0"-576"0,-11 3 0 0,2 0 0 0,9-3 3392 0,-10 4 560 16,2-3 112-16,8-1 32 0,-9 6-2304 0,9-6-448 15,-10 1-80-15,10-1-32 0,-8 0-1104 0,8 0-128 16,-9 0-192-16,9 0 32 16,0 0-1056-16,-11-1-224 0,-1-1-32 0,-2 0-16 15,1-1-112-15,1-1-32 0,2-1 0 0,2-1-3232 16,-4-3-656-16</inkml:trace>
          <inkml:trace contextRef="#ctx0" brushRef="#br0" timeOffset="-49674.9131">3050 290 3679 0,'0'0'160'0,"0"0"32"0,0 0-192 0</inkml:trace>
        </inkml:traceGroup>
      </inkml:traceGroup>
    </inkml:traceGroup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6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05.23077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0" timeString="2021-02-22T16:30:51.718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BE44A591-301F-4749-98E8-0D1274B61ACB}" emma:medium="tactile" emma:mode="ink">
          <msink:context xmlns:msink="http://schemas.microsoft.com/ink/2010/main" type="writingRegion" rotatedBoundingBox="11789,3977 11804,3977 11804,3992 11789,3992"/>
        </emma:interpretation>
      </emma:emma>
    </inkml:annotationXML>
    <inkml:traceGroup>
      <inkml:annotationXML>
        <emma:emma xmlns:emma="http://www.w3.org/2003/04/emma" version="1.0">
          <emma:interpretation id="{3114DDD4-F165-4654-95B3-26BDC1340D9C}" emma:medium="tactile" emma:mode="ink">
            <msink:context xmlns:msink="http://schemas.microsoft.com/ink/2010/main" type="paragraph" rotatedBoundingBox="11789,3977 11804,3977 11804,3992 11789,39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843DCA6-DE19-4A8C-951D-1F6DC899B6A1}" emma:medium="tactile" emma:mode="ink">
              <msink:context xmlns:msink="http://schemas.microsoft.com/ink/2010/main" type="line" rotatedBoundingBox="11789,3977 11804,3977 11804,3992 11789,3992"/>
            </emma:interpretation>
          </emma:emma>
        </inkml:annotationXML>
        <inkml:traceGroup>
          <inkml:annotationXML>
            <emma:emma xmlns:emma="http://www.w3.org/2003/04/emma" version="1.0">
              <emma:interpretation id="{0E6E32A8-4DDC-440B-9170-EFE24A38AF90}" emma:medium="tactile" emma:mode="ink">
                <msink:context xmlns:msink="http://schemas.microsoft.com/ink/2010/main" type="inkWord" rotatedBoundingBox="11789,3977 11804,3977 11804,3992 11789,3992"/>
              </emma:interpretation>
              <emma:one-of disjunction-type="recognition" id="oneOf0">
                <emma:interpretation id="interp0" emma:lang="" emma:confidence="0">
                  <emma:literal>.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\</emma:literal>
                </emma:interpretation>
                <emma:interpretation id="interp3" emma:lang="" emma:confidence="0">
                  <emma:literal>`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3:45.781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EFBDE98C-0F67-44D9-AEE1-4B93CCC545B6}" emma:medium="tactile" emma:mode="ink">
          <msink:context xmlns:msink="http://schemas.microsoft.com/ink/2010/main" type="inkDrawing" rotatedBoundingBox="28081,1784 28874,2363 28662,2653 27869,2075" semanticType="callout" shapeName="Other">
            <msink:sourceLink direction="with" ref="{B735B321-CEC4-46C2-92AD-F7AE930F81C3}"/>
            <msink:sourceLink direction="with" ref="{7B9619CA-D4EA-4536-92CD-155DEDB72E7B}"/>
          </msink:context>
        </emma:interpretation>
      </emma:emma>
    </inkml:annotationXML>
    <inkml:trace contextRef="#ctx0" brushRef="#br0">1851-3043 2751 0,'0'0'128'0,"0"0"16"0,0 0-144 0,0 0 0 0,0 0 0 0,0 0 0 0,14 11 4960 0,-14-11 960 16,0 0 192-16,12 13 32 0,-12-13-4048 0,10 14-816 15,-2-1-176-15,1 2-16 0,-3 0-432 0,1 2-80 16,2 0 0-16,-1 3-16 0,0 2-256 0,1 3-48 16,1 4-16-16,2 3 0 0,-2 3-240 0,2 0 176 15,1-3-176-15,0 0 160 0,1 0-160 0,1 0 160 16,0 0-160-16,0 0 160 16,1-1 0-16,0-5 0 0,3-2 0 0,3 0 0 15,1-1 32-15,1-1 16 0,-1-2 0 0,1-3 0 16,1-4 32-16,1-2 0 0,-3-5 0 0,4-1 0 15,2-1 112-15,-2-4 32 0,3-4 0 0,-2 1 0 0,-1-5-128 16,-1-3-32-16,-4-2 0 0,-2 0 0 0,-2-3-224 0,-3 1-128 16,-1-2 128-16,-6 6-208 0,1 1 80 0,-4-2 128 15,0-2-208-15,-2 1 80 0,-5-1 128 0,2 14 0 0,0-13 160 0,0 13-160 16,-5-14 144-16,5 14-144 0,-6-10 128 0,6 10-128 16,-14-8 224-16,2 1-32 0,1 2-16 0,11 5 0 15,-15-3 64-15,1 1 16 0,2 2 0 0,12 0 0 16,-13 2-64-16,-1 0 0 0,1-1 0 0,-1 1 0 15,3 1-192-15,-5 1 0 0,1-1 0 0,0 0 0 16,2 1-144-16,-2-1-32 0,-1 0 0 0,6 1 0 0,10-4-80 0,0 0-32 16,0 0 0-16,0 0 0 15,0 0-1216-15,17 7-240 0,8-4-48 0,9-1-12800 0</inkml:trace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2T16:23:46.615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A814ADF-5907-4D07-8E6A-F3E53566E77A}" emma:medium="tactile" emma:mode="ink">
          <msink:context xmlns:msink="http://schemas.microsoft.com/ink/2010/main" type="inkDrawing" rotatedBoundingBox="29495,2353 29694,3002 29654,3015 29455,2365" semanticType="callout" shapeName="Other">
            <msink:sourceLink direction="with" ref="{7B9619CA-D4EA-4536-92CD-155DEDB72E7B}"/>
          </msink:context>
        </emma:interpretation>
      </emma:emma>
    </inkml:annotationXML>
    <inkml:trace contextRef="#ctx0" brushRef="#br0">3284-2502 23951 0,'0'0'1056'0,"0"0"224"0,0 0-1024 0,0 0-256 0,0 0 0 0,0 0 0 0,0 0 2304 0,0 0 416 16,0 13 80-16,0-13 16 0,-3 14-976 0,3-14-192 15,-4 15-48-15,2-2 0 0,2-13-352 0,-1 14-80 16,1-14-16-16,0 15 0 16,0 2-256-16,3 1-48 0,4 2-16 0,0 4 0 15,1 1-432-15,0 4-80 0,3-1-32 0,0 4 0 16,3 2-288-16,-2 0 0 0,-1-1 0 0,3-1 0 15,-1-2 0-15,-1 2-224 0,0 2 32 0,0-2 16 32,-2-2-1472-32,-3 1-288 0,-2-1-64 0,-2 0-17056 0</inkml:trace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0" timeString="2021-02-22T16:32:59.572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A39DFE7A-7C37-474C-973E-1127972EFB3C}" emma:medium="tactile" emma:mode="ink">
          <msink:context xmlns:msink="http://schemas.microsoft.com/ink/2010/main" type="inkDrawing" rotatedBoundingBox="10332,13841 10347,13841 10347,13856 10332,13856" shapeName="Other">
            <msink:destinationLink direction="with" ref="{AD5AAC83-6F4A-4D3A-A2F7-3AB0413DB21F}"/>
          </msink:context>
        </emma:interpretation>
      </emma:emma>
    </inkml:annotationXML>
    <inkml:trace contextRef="#ctx0" brushRef="#br0">0 0 0,'0'0'16,"0"0"-1,0 0-15</inkml:trace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2:53.979"/>
    </inkml:context>
    <inkml:brush xml:id="br0">
      <inkml:brushProperty name="width" value="0.09333" units="cm"/>
      <inkml:brushProperty name="height" value="0.09333" units="cm"/>
      <inkml:brushProperty name="fitToCurve" value="1"/>
    </inkml:brush>
    <inkml:context xml:id="ctx1">
      <inkml:inkSource xml:id="inkSrc3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1-02-23T05:22:52.563"/>
    </inkml:context>
  </inkml:definitions>
  <inkml:traceGroup>
    <inkml:annotationXML>
      <emma:emma xmlns:emma="http://www.w3.org/2003/04/emma" version="1.0">
        <emma:interpretation id="{B736F570-9BE3-4548-886B-95E15D45EBC3}" emma:medium="tactile" emma:mode="ink">
          <msink:context xmlns:msink="http://schemas.microsoft.com/ink/2010/main" type="writingRegion" rotatedBoundingBox="208,384 29296,256 29376,18483 288,18611"/>
        </emma:interpretation>
      </emma:emma>
    </inkml:annotationXML>
    <inkml:traceGroup>
      <inkml:annotationXML>
        <emma:emma xmlns:emma="http://www.w3.org/2003/04/emma" version="1.0">
          <emma:interpretation id="{F931C5AE-6554-486D-93BC-4B126D6493FA}" emma:medium="tactile" emma:mode="ink">
            <msink:context xmlns:msink="http://schemas.microsoft.com/ink/2010/main" type="paragraph" rotatedBoundingBox="5476,262 17229,321 17225,1133 5472,1074" alignmentLevel="4"/>
          </emma:interpretation>
        </emma:emma>
      </inkml:annotationXML>
      <inkml:traceGroup>
        <inkml:annotationXML>
          <emma:emma xmlns:emma="http://www.w3.org/2003/04/emma" version="1.0">
            <emma:interpretation id="{9C7472D0-96B7-454C-8073-5BB36E520CD1}" emma:medium="tactile" emma:mode="ink">
              <msink:context xmlns:msink="http://schemas.microsoft.com/ink/2010/main" type="line" rotatedBoundingBox="5476,262 17229,321 17225,1133 5472,1074"/>
            </emma:interpretation>
          </emma:emma>
        </inkml:annotationXML>
        <inkml:traceGroup>
          <inkml:annotationXML>
            <emma:emma xmlns:emma="http://www.w3.org/2003/04/emma" version="1.0">
              <emma:interpretation id="{8C4DB625-3AC5-40FF-AE1E-45E2906F6277}" emma:medium="tactile" emma:mode="ink">
                <msink:context xmlns:msink="http://schemas.microsoft.com/ink/2010/main" type="inkWord" rotatedBoundingBox="5475,436 8098,449 8095,950 5473,93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115 166 15999 0,'0'0'704'0,"0"0"160"0,0 0-688 0,0 0-176 0,0 0 0 0,0 0 0 15,0 0 1536-15,3-9 256 0,-3 9 64 0,0 0 16 0,0 0-432 0,0 0-96 16,0 0 0-16,0 0-16 0,0 0-400 0,0 0-80 16,0 0-16-16,0 0 0 0,0 0-272 0,0 0-64 15,0 0-16-15,3 11 0 0,-3 1 192 0,2 2 32 16,0-2 16-16,0 2 0 0,1-2-368 0,1-2-80 16,-3 2-16-16,3 0 0 15,-4-12-256-15,5 12 128 0,-2 0-128 0,-3-12 0 16,0 0 0-16,7 12 0 0,-7-12 0 0,7 12 0 15,-7-12 0-15,0 0 0 0,0 0 0 0,0 0 0 0,0 0 144 0,0 0-144 16,0 0 0-16,0 0 144 0,0 0-16 0,0 0 0 16,0 0 0-16,-8 4 0 0,1-4 160 0,-2-4 32 15,-3-1 0-15,0-2 0 0,0-1-160 0,0-3-32 16,-2-2 0-16,0-3 0 0,2-1-128 0,0-2 0 16,2 2 0-16,1-2 128 0,2 0-128 0,2 0 0 15,1 3 0-15,3 0 0 0,1 4 0 0,1 2 0 16,3 1 0-16,-4 9 0 0,7-8 0 0,1 1 0 15,3 2-144-15,-1 3 144 0,2-1 0 0,2 1 0 16,2 2-128-16,-1 3 128 0,2 2 0 0,1 1 0 16,1-3 0-16,-2 2 144 0,0 2-144 0,0-2 0 15,1 1-160-15,-1-1 160 0,0 0 0 0,-1 2 0 0,-3 1 0 0,1 3 0 16,0-1 0-16,0 0 0 0,-2 1 0 0,0 1 0 0,0 0 0 0,-3 0 0 16,-2-2 0-16,0 3 0 0,-7-13 0 0,5 13 0 15,-2-1 0-15,1 0-144 0,-4-12 144 0,3 11 0 0,-3-11 0 16,0 0 0-16,0 0 0 0,0 0 0 15,4 12 0-15,-4-12 0 16,0 0 0-16,0 0 0 0,0 0 0 0,0 0 0 16,0 0 0-16,12-2 0 0,-2-1 128 0,-1-2-128 15,-2-4 0-15,-1 0 0 0,1-1 0 0,0-2 128 0,-2-2-128 0,1 0 0 16,-1 0 128-16,0-1-128 0,-2-1 0 0,3 1 0 16,-1-1 0-16,0 4 128 0,0-2-128 0,0 1 0 15,0 1 128-15,1-1-128 0,-1 1 0 0,0 2 0 0,0 0 0 0,0-1 128 16,1 1-128-16,-1 1 0 15,-5 9 0-15,0 0 0 0,0 0 0 0,0 0 0 16,0 0 0-16,0 0-128 0,12 5 128 0,0 4 0 0,-2 1 0 0,2 1-128 16,2 1 128-16,2 0 0 15,-1 2 0-15,2 0-128 0,2-1 128 0,2 1 0 0,2 0 0 0,-1 3 0 16,-1-1 0-16,-2-1 0 0,0 1 0 16,0-1 0-16,-2 1 0 0,-2 1 0 15,-2-3 0-15,-1 3 0 0,-2-1 0 0,-1 1 0 0,-2 0 0 0,-1 4 0 0,0 0-256 0,0-1-32 31,0 1 0-31,1 0 0 16,3 0-1728-16,0-2-352 0,2-2-64 0,-5 4-11632 0</inkml:trace>
          <inkml:trace contextRef="#ctx0" brushRef="#br0" timeOffset="574.4259">1709 273 15087 0,'0'0'656'0,"0"0"160"16,0 0-656-16,0 0-160 0,0 0 0 0,0-9 0 0,0 9 1568 0,-5-10 288 15,5 10 48-15,-8-9 16 0,-1 2-672 0,-1 1-128 16,1 0-32-16,-3 3 0 0,-4 0-592 0,-1-1-128 16,0 2-32-16,-2 2 0 0,-4 0 96 0,3 0 16 15,2 2 0-15,-2 0 0 0,-4 1 32 0,-1 2 16 16,3 1 0-16,1-1 0 0,2 0-112 0,2 2-32 0,0 0 0 0,1 0 0 16,1 3-224-16,3-1-128 15,3-1 160-15,0 1-160 0,1-2 0 0,1 3 0 16,2 1 0-16,1 1 0 0,1 0 0 0,1 0 0 0,4-2 0 0,-2-10 0 15,0 0 0-15,0 0-160 16,10 5 160-16,2 2-128 0,2-2 128 0,0-1 0 16,1-2 0-16,3-2 0 0,1-2 0 0,1 0 0 0,1-1 0 0,0-3 0 15,-1 0 0-15,1-3 0 0,0 0 0 0,-2 1 0 16,-2-3 0-16,-1 3 0 0,-1-1 0 0,1 0 0 16,-3-1 0-16,0 3 0 15,-3-1 0-15,0-1 0 0,2 2 0 0,-3 2 224 0,-9 5-48 0,9-4-16 16,-9 4 352-16,0 0 64 0,10-1 0 0,-10 1 16 15,0 0-208-15,12 0-64 0,-2 1 0 0,1 3 0 0,-3-1-160 0,1 2-32 32,-9-5-128-32,10 7 192 0,-10-7-192 0,11 7 0 0,-3 0 0 0,-8-7 0 0,0 0 0 0,9 11 0 15,-2-1 0-15,0-1 0 16,-7-9-480-16,8 10-32 0,1 0-16 16,0 1 0-16,1-3-1760 0,0-1-336 0,2-2-80 15</inkml:trace>
          <inkml:trace contextRef="#ctx0" brushRef="#br0" timeOffset="1056.7599">1970 256 19631 0,'0'0'864'0,"0"0"192"0,0 0-848 16,0 0-208-16,0 0 0 0,0 0 0 0,0 0 1168 0,12 1 192 0,-2 1 48 0,2 2 0 0,2-1-784 0,2 1-160 15,5 1-16-15,-1 0-16 0,1 0 336 0,1-1 80 16,1 1 16-16,1 2 0 0,0 0-176 0,2-1-48 15,0 0 0-15,2 1 0 0,-3-2-288 16,3 0-64-16,0 0-16 0,-1 2 0 0,-1-2-272 0,0 2 0 16,-2-2 128-16,0 2-128 15,1 3-416-15,-5-1-144 0,-1-2-16 0,-1 0-16 16,-5 2-2400-16,-1 3-464 0,11 20-112 0,-8-4-16 0</inkml:trace>
          <inkml:trace contextRef="#ctx0" brushRef="#br0" timeOffset="794.6766">2367 192 9215 0,'0'0'400'0,"0"0"96"16,0 0-496-16,0 0 0 0,0 0 0 0,0 0 0 0,0 0 3392 0,0 0 576 0,0 0 112 0,-7 7 16 15,0 1-2976-15,0 3-608 0,-1-1-112 0,-3 2-16 16,-1 0-240-16,2 0-144 15,-4 2 192-15,4 0-192 0,-1 2 128 0,3-1-128 16,-1 2 0-16,2-1 0 0,0 1 128 0,0-3-128 16,0 1 0-16,1-1 0 15,0-2-256-15,3 0-144 0,-1-1-48 0,4-11 0 16,0 0-2240-16,-5 8-448 0</inkml:trace>
        </inkml:traceGroup>
        <inkml:traceGroup>
          <inkml:annotationXML>
            <emma:emma xmlns:emma="http://www.w3.org/2003/04/emma" version="1.0">
              <emma:interpretation id="{1E215352-E7A5-4B32-927B-E956DF719A81}" emma:medium="tactile" emma:mode="ink">
                <msink:context xmlns:msink="http://schemas.microsoft.com/ink/2010/main" type="inkWord" rotatedBoundingBox="9336,504 10976,512 10973,1098 9333,109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4880.6762">5049 425 2751 0,'0'0'256'0,"0"0"-256"16,0 0 0-16,0 0 0 0,0 0 4672 0,0 0 896 16,0 0 192-16,4-7 16 0,-4 7-3648 0,8-5-720 15,1 0-160-15,3-1-32 16,0 3-832-16,2 0-160 0,1-1-32 0,3 2-16 0,1-1-176 0,0 1 0 0,-2 0 0 0,0 1 0 31,-3-1-1680-31,0 0-224 0,-1 2-32 0</inkml:trace>
          <inkml:trace contextRef="#ctx0" brushRef="#br0" timeOffset="5091.3268">5215 653 7359 0,'0'0'320'0,"0"0"80"0,0 0-400 0,0 0 0 0,0 0 0 0,0 0 0 16,0 0 2864-16,10 3 480 0,0-1 112 15,1-4 0-15,-1-1-1920 0,2-2-400 0,2-2-80 0,0-2-16 16,1 2-624-16,3 0-128 16,-1 0-32-16,2-1 0 0,0 1-128 0,2 2-128 15,-2-1 144-15,1 3-144 0,-1-2 0 0,0 3 0 16,-1 0-176-16</inkml:trace>
          <inkml:trace contextRef="#ctx0" brushRef="#br0" timeOffset="4323.053">3862 94 13823 0,'0'0'1216'0,"0"0"-960"15,0 0-256-15,0 0 0 0,0 0 1760 0,0 0 304 16,0 0 64-16,0 0 16 0,0 0-1024 0,0 0-208 16,0 0-32-16,0 0-16 0,0 0-464 0,0 0-80 0,0 0-32 0,8-6 0 15,3 1 112-15,1 0 32 0,3 0 0 0,4 0 0 0,4 3 144 16,1 2 48-16,3 0 0 0,3 2 0 15,1-2-176-15,0 3-16 16,-2 2-16-16,1 2 0 0,-3 2-128 0,-4-1-32 16,-1 3 0-16,-3-3 0 0,-3 4-256 0,-3 1 0 15,-2 0 0-15,-3 1 0 0,-2 0 128 0,-3 0-128 0,-1 0 0 16,-4 1 0-16,-3 1 192 0,-2-3-192 0,-2 3 192 0,-1 0-192 16,0-4 160-16,-1 3-160 0,-1 2 128 0,2-1-128 15,-1-1 192-15,3 3-64 0,1-3 0 0,0 4 0 16,-2-1-128-16,4-1 0 0,0-2 0 0,3 1 0 15,2-2 0-15,2-2 0 0,0 0 0 0,1-2 0 16,2 1 128-16,4-3 0 0,1-1 0 16,4-2 0-16,2 0-128 0,3-1 0 0,1-2 0 0,5-2 0 15,0-2 128-15,3-2 0 0,1-1 0 0,2 0 0 16,-1 0-448-16,-3 0-80 16,-1-2-32-16,0 0 0 0,-2 0-2176 0,-3 0-432 0</inkml:trace>
          <inkml:trace contextRef="#ctx0" brushRef="#br0" timeOffset="4580.1313">3912 440 11967 0,'0'0'1072'0,"0"0"-864"15,0 0-208-15,-4-5 0 0,4 5 1888 0,0 0 336 16,0 0 64-16,-2-7 16 0,2 7-1344 0,0 0-272 16,0 0-48-16,0 0-16 0,0-7-256 0,0 7-48 15,0 0-16-15,7-5 0 0,0 0-304 0,4-2 160 16,1 4-160-16,2 1 128 0,3 0-128 0,4 1 0 16,1-1 0-16,4 0 128 15,3 2-1152-15,4 0-224 0,3-2-48 0</inkml:trace>
        </inkml:traceGroup>
        <inkml:traceGroup>
          <inkml:annotationXML>
            <emma:emma xmlns:emma="http://www.w3.org/2003/04/emma" version="1.0">
              <emma:interpretation id="{89C147D8-ACFD-4153-A48F-2A4F3C4F9F56}" emma:medium="tactile" emma:mode="ink">
                <msink:context xmlns:msink="http://schemas.microsoft.com/ink/2010/main" type="inkWord" rotatedBoundingBox="12075,580 13741,588 13739,1115 12072,110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6985.5575">6601 249 11055 0,'0'0'976'0,"0"0"-784"0,0 0-192 0,0 0 0 0,3-7 2480 0,4 0 448 16,3 0 80-16,-1 4 32 0,-9 3-2144 0,0 0-416 15,0 0-96-15,3-7 0 0,-3 7-176 0,6-7-16 16,-6 7-16-16,7-9 0 0,-1 2-176 0,1 0 160 0,2-1-160 0,0-1 160 15,-1 2 176-15,3-1 48 16,-3 2 0-16,3 3 0 0,1 0 240 0,0 1 48 16,0 2 16-16,0 0 0 0,-2 3-96 0,1 1-16 15,-1 1 0-15,0 2 0 0,-10-7-272 0,9 12-64 0,-2-2-16 0,-4 2 0 16,-3-12-224-16,0 14 128 0,-1 0-128 0,-6-2 0 0,-2 2 176 0,0 1-176 16,1 3 192-16,-1-5-192 0,-1 1 176 0,-2 0-176 15,-2 3 160-15,2 1-160 16,0-3 128-16,-2 2-128 0,2 2 0 0,2-1 144 15,-1 1-144-15,3 0 0 0,-1-2 0 0,2 0 128 16,2-1-128-16,1-1 0 16,-1-1 0-16,3-4 0 0,2-10 0 0,2 11 0 0,-2-11 0 0,7 8 0 15,2-1 160-15,3-3 0 0,5-3 0 0,4-2 0 0,1-4 256 0,6-1 48 0,3-1 16 0,5 1 0 32,6-3-288-32,1 0-64 0,5-1-128 0,2 1 192 0,2 1-464 0,0-1-112 15,-4 0 0-15,-1-1-9680 31,-4 0-1936-31</inkml:trace>
          <inkml:trace contextRef="#ctx0" brushRef="#br0" timeOffset="7433.6502">7258 368 11055 0,'0'0'480'0,"-8"-2"112"0,1 0-464 0,7 2-128 0,0 0 0 0,0 0 0 15,0 0 2816-15,0 0 528 0,0 0 112 0,0 0 32 0,0 0-2336 16,0 0-480-16,0 0-96 0,0 0 0 15,10 0-112-15,4 0-16 0,3 0 0 0,4 0 0 0,1-1-16 0,4-3-16 16,0 3 0-16,3-1 0 16,4-2-288-16,0 3-128 0,-2 1 0 0,-2 3 128 15,-1 2-128-15,-6 2 0 0,1 2 0 0,-4 1 0 16,-4 1-1760-16,-1 1-288 16,-3 0-48-16</inkml:trace>
          <inkml:trace contextRef="#ctx0" brushRef="#br0" timeOffset="7200.5065">7657 223 9215 0,'0'0'816'16,"0"0"-656"-16,9-3-160 0,-1 1 0 15,-8 2 3376-15,0 0 640 0,0 0 128 0,0 0 16 0,0 0-2688 0,0 0-528 16,0 0-112-16,-3 10-32 0,-4 2-272 0,-2 0-48 16,-3 0-16-16,-2 2 0 0,-1 2-272 0,-2-2-64 0,-4-1-128 0,2 3 192 0,0 1-192 0,2 0 0 15,-2 2 0-15,3 0 0 32,1-1-576-32,1-1-48 0,0-3-16 0,2-1-7584 15,0 1-1520-15</inkml:trace>
          <inkml:trace contextRef="#ctx0" brushRef="#br0" timeOffset="7715.1207">8171 378 13823 0,'0'0'1216'0,"0"0"-960"16,0 0-256-16,0 0 0 0,0 0 2368 0,0 0 416 15,0 0 96-15,0 0 0 0,0 0-1600 0,0 0-320 16,0 0-64-16,0 0 0 0,0 0-192 0,4 12-16 16,-1 2-16-16,1 0 0 0,-1 2-32 0,1-3-16 0,-1 5 0 0,2-3 0 15,0 1-384-15,2-1-80 0,-2 1-16 0,2-1 0 16,0 3-144-16,0-1 0 0,-2 0 0 0,1 0 0 31,-1 2-1744-31,0-3-240 0,0-1-32 0,-1 1-10368 0</inkml:trace>
        </inkml:traceGroup>
        <inkml:traceGroup>
          <inkml:annotationXML>
            <emma:emma xmlns:emma="http://www.w3.org/2003/04/emma" version="1.0">
              <emma:interpretation id="{A52FEFCE-713E-47A4-A3F5-4C6FE25FE8EB}" emma:medium="tactile" emma:mode="ink">
                <msink:context xmlns:msink="http://schemas.microsoft.com/ink/2010/main" type="inkWord" rotatedBoundingBox="14318,603 14883,606 14881,976 14317,973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9273.4118">8844 351 9215 0,'0'0'816'0,"0"0"-656"15,0 0-160-15,9-4 0 0,0-1 2528 0,-1 0 480 16,3-2 80-16,-1 0 32 0,0-2-1552 0,2 3-304 16,4-1-64-16,1 1-16 0,2 1-256 0,2 0-48 15,1-2-16-15,3 0 0 0,-1 0-160 0,2 2-48 0,-2 2 0 0,2-1 0 16,1 1-272-16,1 1-48 0,0 0-16 0,-3 2 0 15,1 0-320-15,0 0 128 0,-2 2-128 0,-1-2 0 32,-1 0-640-32,-3 0-192 0,-3 0-32 0,-4-2-7920 0,-12 2-1584 0</inkml:trace>
          <inkml:trace contextRef="#ctx0" brushRef="#br0" timeOffset="9496.4507">9179 166 5519 0,'0'0'240'0,"0"0"64"0,0 0-304 0,0 0 0 0,0 0 0 0,0 0 0 0,0 0 4032 0,0 0 768 16,0 0 128-16,0 0 48 0,0 0-3264 0,11 3-656 15,1 4-128-15,0 2-32 0,-2-2-176 0,2 3-32 16,0 2-16-16,0 0 0 0,0 4 32 0,1 1 0 16,-3-1 0-16,-1 1 0 0,-1 2-352 0,-1 2-64 15,-2-1-16-15,-1 3 0 0,-3-1-272 0,-1 2 0 16,-3 1 0-16,0-3 0 15,-1-3-1696-15,1 0-240 0,-3-2-48 0,1-3-10432 0</inkml:trace>
        </inkml:traceGroup>
        <inkml:traceGroup>
          <inkml:annotationXML>
            <emma:emma xmlns:emma="http://www.w3.org/2003/04/emma" version="1.0">
              <emma:interpretation id="{93D5BBA3-32BE-46B7-8B5C-CDE69ED50CE6}" emma:medium="tactile" emma:mode="ink">
                <msink:context xmlns:msink="http://schemas.microsoft.com/ink/2010/main" type="inkWord" rotatedBoundingBox="15638,313 17229,321 17226,793 15636,785"/>
              </emma:interpretation>
              <emma:one-of disjunction-type="recognition" id="oneOf4">
                <emma:interpretation id="interp4" emma:lang="" emma:confidence="1">
                  <emma:literal>L</emma:literal>
                </emma:interpretation>
                <emma:interpretation id="interp5" emma:lang="" emma:confidence="0">
                  <emma:literal>X</emma:literal>
                </emma:interpretation>
                <emma:interpretation id="interp6" emma:lang="" emma:confidence="0">
                  <emma:literal>x</emma:literal>
                </emma:interpretation>
                <emma:interpretation id="interp7" emma:lang="" emma:confidence="0">
                  <emma:literal>A</emma:literal>
                </emma:interpretation>
                <emma:interpretation id="interp8" emma:lang="" emma:confidence="0">
                  <emma:literal>t</emma:literal>
                </emma:interpretation>
              </emma:one-of>
            </emma:emma>
          </inkml:annotationXML>
          <inkml:trace contextRef="#ctx0" brushRef="#br0" timeOffset="10062.4975">10187 169 17391 0,'-19'-5'768'0,"19"5"160"0,0 0-736 0,0 0-192 0,0 0 0 0,0 0 0 15,0 0 1616-15,0 0 304 16,-5-3 48-16,5 3 16 0,0 0-960 0,0 0-192 15,0 0-48-15,0 0 0 0,0 0-480 0,12 7-112 0,2 0 0 0,1 0-16 16,1-1 240-16,1 0 48 0,2 1 16 0,2-1 0 0,1 0-256 0,3 1-48 16,2-2-16-16,-1-2 0 0,2 2-160 0,1 2 0 31,2 0 0-31,0 0 0 0,0 0-880 16,-1-2-96-16,-5-1-32 0</inkml:trace>
          <inkml:trace contextRef="#ctx0" brushRef="#br0" timeOffset="9804.6036">10496-122 4607 0,'0'0'400'0,"0"0"-400"16,0 0 0-16,0 0 0 0,9-2 3792 0,-9 2 688 0,0 0 128 0,0 0 16 31,0 0-2848-31,-4 12-576 0,-1 4-112 0,-5 1-32 15,-2 0-608-15,-2 4-112 0,-3 1-16 0,-2 2-16 0,0-1-112 0,1-1 0 16,3 3-16-16,1-3 0 0,0 0-176 0,2 3 128 16,0-3-128-16,2 0 128 0,1-1-128 0,1-2 0 15,1-2 0-15,0 1 0 16,0-1-512-16,0-2-128 0,2-1-16 0</inkml:trace>
          <inkml:trace contextRef="#ctx0" brushRef="#br0" timeOffset="10530.409">11017 226 10127 0,'0'0'896'0,"0"0"-704"15,0 0-192-15,0 0 0 0,0 0 2544 0,0 0 464 16,0 0 112-16,0 0 16 0,0 0-1200 0,0 0-224 0,0-8-48 0,0 8-16 16,0 0-368-16,0 0-64 15,0 0 0-15,7-7-16 0,0 0-304 0,2 2-64 0,-1 0-16 0,3-1 0 0,1 5-352 16,2-1-64-16,1 2-16 0,1 0 0 16,-1 0 112-16,3 2 16 15,-3-1 0-15,1 5 0 0,-1-3-160 0,-1 4-32 16,-2 0 0-16,-2 0 0 0,-10-7-128 0,0 0-48 0,0 0 0 0,4 14 0 15,-4-14-144-15,2 13 128 16,-2-2-128-16,0-11 128 0,-4 12-128 0,-1 0 0 16,0-3 0-16,0-1 128 0,-2 1-128 0,0-2 0 15,7-7 0-15,-9 8 0 0,4-1 0 0,5-7 128 0,0 0-128 0,0 0 0 0,0 0 0 0,0 0 0 16,0 0 0-16,0 0 0 16,0 0 0-16,0 0 0 15,0 0 0-15,12 4 0 0,0-1 0 0,4 1 0 0,3-3 128 0,1-2-128 0,5 1 0 0,2 0 0 16,6 0 0-16,1 0 0 15,3-2 128-15,1 2-128 0,1 0 0 0,-1 0 128 0,2 0-128 0,-4 0 0 16,-1 0 0-16,-4 2-176 31,-3 1-1664-31,-4 2-336 0,-5 2-64 0</inkml:trace>
        </inkml:traceGroup>
      </inkml:traceGroup>
    </inkml:traceGroup>
    <inkml:traceGroup>
      <inkml:annotationXML>
        <emma:emma xmlns:emma="http://www.w3.org/2003/04/emma" version="1.0">
          <emma:interpretation id="{C473D2B0-E1BD-4697-A389-6BDD2B34CDAC}" emma:medium="tactile" emma:mode="ink">
            <msink:context xmlns:msink="http://schemas.microsoft.com/ink/2010/main" type="paragraph" rotatedBoundingBox="4076,876 24918,1751 24827,3909 3985,303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118AC59B-244B-4A66-9944-5E9DD1CA2367}" emma:medium="tactile" emma:mode="ink">
              <msink:context xmlns:msink="http://schemas.microsoft.com/ink/2010/main" type="line" rotatedBoundingBox="4076,876 24918,1751 24866,2986 4024,2111"/>
            </emma:interpretation>
          </emma:emma>
        </inkml:annotationXML>
        <inkml:traceGroup>
          <inkml:annotationXML>
            <emma:emma xmlns:emma="http://www.w3.org/2003/04/emma" version="1.0">
              <emma:interpretation id="{7E2CB4D6-3A0A-44FD-8AC9-EF5D8521B0A3}" emma:medium="tactile" emma:mode="ink">
                <msink:context xmlns:msink="http://schemas.microsoft.com/ink/2010/main" type="inkWord" rotatedBoundingBox="4057,1336 6090,1422 6059,2152 4026,2067"/>
              </emma:interpretation>
            </emma:emma>
          </inkml:annotationXML>
          <inkml:trace contextRef="#ctx0" brushRef="#br0" timeOffset="12762.9322">-874 1022 9215 0,'0'0'816'15,"0"0"-656"-15,0 0-160 0,0 0 0 16,7-3 2432-16,-7 3 464 0,0 0 96 0,6-6 16 0,-6 6-1728 0,0 0-320 16,6-6-80-16,-6 6-16 15,0 0 240-15,1-9 48 0,-2 0 16 0,-3 2 0 16,-1 2-64-16,5 5-16 0,-7-5 0 0,-2 0 0 0,1 0-288 0,1 1-64 15,0 2-16-15,0-1 0 0,7 3-480 0,-10 2-112 16,-1 1 0-16,3 1-128 0,-1 1 0 0,0 0 0 16,-1 2 0-16,1 2 0 0,3 1 0 0,-3-1 0 15,0 1 0-15,1 2 0 0,1 2 0 0,0 0 0 16,0-2 0-16,2 0 0 0,1 2 0 0,3-1 0 16,-1 1 0-16,2 2 0 0,3-1 0 0,1 1-144 0,1-1 144 0,2-1 0 0,2 0 0 0,1-2-160 15,4 0 160-15,3 2 0 16,2-2 0-16,3 0-128 0,3 0 128 15,0 0 0-15,3 0 0 0,1 2-192 0,2-2 192 0,2 2-160 16,-2 0 160-16,-1 3 0 0,-6-3 0 0,-2 0-128 0,-1-1 128 16,-4 3 0-1,-5-4 0-15,-1 0 0 0,-3 0 0 0,-4 0 0 16,-4-1 0-16,-4 1-128 0,-4 0 128 0,-4 0 0 0,-6-2 0 0,-4-1 0 0,-9 0 128 0,-7-3-128 16,-5 3 160-16,-4-2-160 0,-3 0 160 0,-2 0-160 15,-1 0 160-15,-1 1-160 16,2-1 0-16,-1 0 128 0,-2 0-128 0,0-5 0 15,1-2-192-15,4-2-64 0,5-1-32 0,7-1-9584 16,4-3-1920-16</inkml:trace>
          <inkml:trace contextRef="#ctx0" brushRef="#br0" timeOffset="12985.1127">-364 1359 22623 0,'0'0'1008'0,"0"0"208"0,7-7-976 0,2 0-240 16,0 0 0-16,-1 2 0 0,-1-2 1312 0,0 2 224 15,-7 5 32-15,7-6 16 0,-7 6-960 0,0 0-192 0,9-5-48 0,-9 5-9008 31,8-3-1808-31</inkml:trace>
          <inkml:trace contextRef="#ctx0" brushRef="#br0" timeOffset="13227.6258">61 1126 19407 0,'0'0'848'0,"0"0"192"0,7-7-832 0,2 0-208 0,1 0 0 0,2 0 0 16,0 0 1088-16,0 0 192 0,0-1 16 0,4-3 16 15,1 3-592-15,2-1-112 16,0-1-32-16,2 1 0 0,-1 0 112 0,3 1 16 0,-1-1 0 0,3 2 0 16,0 0-384-16,3 2-80 0,-2 2-16 0,-2 1 0 15,0 0-224-15,0 2 0 0,-1 2 128 0,-4 0-128 16,-2-1-1744-16,-1 3-400 0,-4-2-80 0</inkml:trace>
          <inkml:trace contextRef="#ctx0" brushRef="#br0" timeOffset="13475.8777">361 1082 5519 0,'0'0'496'0,"0"0"-496"15,0 0 0-15,0 0 0 0,0 11 2864 0,0-11 464 31,0 10 112-31,0 1 16 0,0-11-1344 0,4 13-256 16,3 1-48-16,1 0-16 0,1 2-288 0,0-1-64 16,-2-1-16-16,1 1 0 0,1 1-336 0,1 1-64 0,1 0 0 0,1 1-16 15,-2-1-528-15,2 0-96 0,-2 2-32 0,2 4 0 16,1-4-352-16,0-2 0 16,-2 2 0-16,-3-2 128 0,-1 0-272 0,0 2-48 0,-2-3-16 0,0 1 0 31,-1 6-672-31,1-6-128 0,-1-2-16 0,1-3-8352 0,0 2-1664 0</inkml:trace>
        </inkml:traceGroup>
        <inkml:traceGroup>
          <inkml:annotationXML>
            <emma:emma xmlns:emma="http://www.w3.org/2003/04/emma" version="1.0">
              <emma:interpretation id="{4DE5FAB0-7550-45FD-BABA-C65152959B22}" emma:medium="tactile" emma:mode="ink">
                <msink:context xmlns:msink="http://schemas.microsoft.com/ink/2010/main" type="inkWord" rotatedBoundingBox="8166,1559 9857,1630 9828,2311 8137,2241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16951.6544">4160 1467 16527 0,'0'0'720'0,"5"-5"176"0,1-2-720 0,0 2-176 16,3-2 0-16,0 4 0 0,-9 3 1632 0,8-4 288 15,-8 4 64-15,9-1 16 0,-9 1-672 0,10 3-144 16,-10-3-32-16,11 9 0 0,-1 1-448 0,0 2-80 16,-1 0-32-16,-2 4 0 0,0-1-96 0,-2 1-32 0,-2-1 0 0,3 1 0 15,-1 1-304-15,0-1-160 16,-2-1 160-16,3 1-160 0,-1-4 0 0,0 2 0 0,2-1-128 0,2-1 128 31,-1-1-1808-31,1-1-256 0,1-1-48 0</inkml:trace>
          <inkml:trace contextRef="#ctx0" brushRef="#br0" timeOffset="16107.6442">2788 1305 17679 0,'0'0'768'0,"0"0"192"0,0 0-768 0,0 0-192 16,17-5 0-16,-5 1 0 0,-12 4 1088 0,0 0 176 15,0 0 32-15,0 0 16 0,0 0-352 0,0-6-80 16,-1-1-16-16,1 0 0 0,1 0-272 0,-1 7-48 0,2-10-16 0,2 3 0 16,-1 0-64-16,2 0-16 0,4 0 0 0,1 2 0 0,1-4-128 0,1 4-48 31,0 1 0-31,0 1 0 0,0 0-80 0,-2 1 0 0,-10 2-16 0,11 0 0 16,-11 0-176-16,0 0 0 0,8 7 0 0,-8-7 0 0,7 10 0 0,-2 0 0 15,-1 3 0-15,-3-1 0 16,-2 0 0-16,-1 2 0 0,-3 1 0 0,0 1 0 15,-2-3 0-15,-2 3-176 0,-1-2 176 0,-1 0-128 16,1-1 0-16,1 3 0 0,3-4 0 0,-1-2 0 0,-2 2 128 0,4-1 0 16,1-3-144-16,3 1 144 15,1-9-128-15,0 0 128 0,0 0-160 0,7 9 160 0,1 1-176 0,3 2 176 16,-1-2-192-16,4 1 192 0,1-1-160 0,3 4 160 0,0 0-128 0,1-2 128 16,0 0 0-16,0 0 0 0,-1-2 0 15,-1 1 0-15,-2-3 0 0,-1 1 0 0,0 0 0 16,0-1 0-16,-2-1 0 15,0 0 0-15,-2 0 0 0,1 0 0 0,-1-4 0 0,-10-3 0 0,9 7 0 0,-9-7 0 0,8 9 0 0,-8-9 0 16,0 0 0-16,2 10 0 0,-2-10 0 0,-3 11 0 16,3-11 0-16,-9 10-128 0,-1-3 128 0,-4 1-160 31,-2-1 160-31,-3 0-160 0,-3 0 0 0,-6 0 0 16,-6-2 0-16,-1 0 0 0,1 1 160 0,-2-1-160 0,-4-2 160 0,0-1-160 15,2 1 16-15,0 1 0 0,2-1 0 0,3 1-7952 16,4-1-1584-16</inkml:trace>
          <inkml:trace contextRef="#ctx0" brushRef="#br0" timeOffset="16576.8889">3223 1343 14735 0,'0'0'1312'0,"7"-7"-1056"15,2-1-256-15,-1 1 0 0,3 1 1760 0,2 3 288 16,3 0 64-16,1 1 16 0,2 0-1184 0,2 6-240 16,1 1-64-16,4 3 0 0,0 3-320 0,3 1-80 0,2 3-16 0,1 1 0 15,-3 1-224-15,0 4 128 16,1 3-128-16,-3-3 0 0,-3-1 0 0,2-2 0 0,-3-4-128 0,-3-1 128 31,-1-2-2384-31,-1-3-368 0</inkml:trace>
          <inkml:trace contextRef="#ctx0" brushRef="#br0" timeOffset="16352.5714">3858 1169 21183 0,'0'0'1888'16,"0"0"-1504"-16,0 0-384 0,-8 8 0 16,-3 3 1088-16,-1 3 160 0,-3 1 32 0,-3 4 0 0,-1 2-1024 0,-1 1-256 15,-3 1 0-15,1 3 0 16,-2-2 0-16,-2 0 128 0,0 0-128 0,2-3 0 16,3-2 128-16,0-2-128 0,2 0 0 0,2-3 0 0,1 0 0 0,3 1-128 15,1-2-16-15,3-1 0 16,-1-2-1792-16,1-3-368 0</inkml:trace>
        </inkml:traceGroup>
        <inkml:traceGroup>
          <inkml:annotationXML>
            <emma:emma xmlns:emma="http://www.w3.org/2003/04/emma" version="1.0">
              <emma:interpretation id="{24FCC278-2D58-4B20-B1C4-F0AF79D244F6}" emma:medium="tactile" emma:mode="ink">
                <msink:context xmlns:msink="http://schemas.microsoft.com/ink/2010/main" type="inkWord" rotatedBoundingBox="10569,1587 14103,1735 14082,2223 10549,2075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18580.406">5078 1569 18431 0,'0'0'1632'0,"0"0"-1312"0,7-5-320 0,7 0 0 15,10 0 1648-15,-5-1 256 16,-12 0 48-16,0-1 16 0,0 2-1136 0,0-1-208 16,0 1-48-16,1-2-16 0,1 4-208 0,1-2-32 0,2-1-16 0,-1 0 0 15,3 0 64-15,1 1 16 16,2-2 0-16,2 0 0 0,0 2-192 0,0 0-48 0,2 2 0 16,0-1 0-16,-2 2-144 0,-2 1-256 0,-1-3 64 0,-3 1-8752 15,-2-1-1744-15</inkml:trace>
          <inkml:trace contextRef="#ctx0" brushRef="#br0" timeOffset="18798.1274">5090 1486 11055 0,'0'0'480'0,"0"0"112"0,0 0-464 0,9-3-128 0,1-2 0 0,1 1 0 15,1 3 3680-15,2-3 720 0,1 1 144 0,3 1 16 16,1 0-3168-16,-1 0-640 0,1 4-128 0,2 2-32 0,0-1-16 15,0 2-16-15,-2 4 0 0,-2 0 0 0,-2-1-384 0,1 3-176 32,-2 4 160-32,0 1-160 0,-2-1 640 0,-2 2 16 0,-1 2 16 0,-1 0 0 31,-1-5-3744-31,0 0-736 0,0-2-160 0</inkml:trace>
          <inkml:trace contextRef="#ctx0" brushRef="#br0" timeOffset="19251.6071">5936 1322 12895 0,'0'0'1152'0,"0"0"-928"0,0 0-224 0,0 0 0 0,0 0 3632 0,0 0 672 0,0 0 144 0,0 0 32 0,0 0-3616 0,0 0-720 15,5 11-144-15,1-1 0 0,0 0 144 0,3 3 48 16,1-1 16-16,1 0 0 16,1 0 112-16,0-2 32 0,0 0 0 0,0 3 0 15,0-3-160-15,4 0-16 0,-1 1-16 0,3-3 0 0,-1-1-160 0,2 0 0 16,0 0 144-16,0-2-144 0,0-1 0 0,0-1 128 16,-2 1-128-16,0-3 0 0,2 1 0 0,-2 0 0 0,1-2 0 0,-1 0 0 15,0 0-192-15,-1-2 64 0,-2-1 0 0,-1-3 0 16,1 1 128-16,-2-2-208 15,-1-1 80-15,-1-1 128 0,-1-5-144 0,-1 2 144 16,-1 0 0-16,0 0 0 0,-2 2 0 0,0-1 0 16,-1-1 0-16,-1 4 0 0,-3 8 0 0,0 0 176 15,0 0 0-15,0 0 0 0,6-7 240 0,-6 7 48 0,0 0 16 16,0 0 0-16,0 0-144 0,10 5-16 0,2 2-16 0,2 1 0 16,1 3-176-16,1 2-128 0,-1 1 192 15,1 0-192-15,1 0 144 0,0 0-144 0,-1 0 0 0,-1-1 144 16,1 5-144-16,-2-3 0 0,-2-1-192 0,0 1 192 15,0-1-2032-15,-2 0-272 16,-1-2-64-16</inkml:trace>
          <inkml:trace contextRef="#ctx0" brushRef="#br0" timeOffset="19709.1463">7029 1416 15663 0,'0'0'688'0,"0"0"144"0,0 0-656 0,0 0-176 0,0 0 0 0,0 0 0 16,0 0 2736-16,0 0 512 0,0 0 96 0,5 13 32 0,0-1-2224 16,4 2-432-1,1 0-80-15,6 0-32 0,3-2-160 0,5 0-48 16,3 0 0-16,3 2 0 0,3-2-272 0,1 0-128 0,2-3 0 0,1-1 128 16,0-1-768-16,0-2-176 0,-1 1-16 0,-1-3-8032 15,-3 1-1600-15</inkml:trace>
          <inkml:trace contextRef="#ctx0" brushRef="#br0" timeOffset="19503.687">7400 1245 16575 0,'0'0'736'0,"0"0"160"16,0 0-720-16,0 0-176 0,0 0 0 0,0 0 0 0,0 12 2560 0,-2 2 496 15,0 1 80-15,-3 2 32 0,-2 1-2048 0,-1 2-416 16,-3 6-64-16,-1-2-32 0,-3-1-272 0,-3-1-48 16,1-1-16-16,0 0 0 0,0-6-272 0,-1 3 128 0,-1 1-128 0,4-2 0 15,1-2 0-15,2 1 0 16,0-2 0-16,2-1 0 15,3 0-560-15,0-3-16 0,0-1 0 0,2-1 0 16,-1-1-1984-16,1 2-384 0</inkml:trace>
          <inkml:trace contextRef="#ctx0" brushRef="#br0" timeOffset="20091.1842">7835 1547 13823 0,'0'0'608'0,"0"0"128"0,8-4-592 0,3 1-144 16,-1 1 0-16,0 0 0 0,3-1 2432 0,-3 1 464 15,0 1 96-15,1 1 16 0,-1 0-1664 0,0 0-336 0,-10 0-64 0,12 1-16 0,-1 1-192 0,-1 1-32 16,-10-3-16-16,0 0 0 16,0 0-112-16,9 11-32 15,-9-11 0-15,7 10 0 0,-7-10-224 0,0 0-64 0,0 14 0 0,0-2 0 16,0-12-80-16,-2 12-32 0,-2 0 0 0,-1-1 0 16,5-11 16-16,-3 12 0 15,3-12 0-15,-4 12 0 0,3 0 48 0,1-12 16 16,-2 10 0-16,2-10 0 0,0 0-32 0,0 14 0 0,0-14 0 0,0 0 0 15,0 0-64-15,10 10 0 0,1-3-128 0,1 0 192 16,2-2 80-16,1-3 16 0,-1 0 0 0,3-2 0 0,4-2-96 0,3-1-32 16,2-1 0-16,3-1 0 0,4 0-160 0,3 0 0 15,2-1 0-15,2 1 128 0,1 0-128 0,1 2 0 16,1-3 0-16,-3 5 0 16,-4 1-256-16,-5 3-96 0,-3 1-16 0,-8 1 0 15,-4 0-2320-15,-6 0-448 0</inkml:trace>
        </inkml:traceGroup>
        <inkml:traceGroup>
          <inkml:annotationXML>
            <emma:emma xmlns:emma="http://www.w3.org/2003/04/emma" version="1.0">
              <emma:interpretation id="{97A62C71-EDAF-42D9-8DEE-C6B3019A45D8}" emma:medium="tactile" emma:mode="ink">
                <msink:context xmlns:msink="http://schemas.microsoft.com/ink/2010/main" type="inkWord" rotatedBoundingBox="14878,1330 16503,1398 16468,2220 14843,2152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21429.3161">9559 1150 9215 0,'0'0'400'0,"0"0"96"0,0 0-496 0,10 0 0 0,2 2 0 0,-3-1 0 16,-9-1 3392-16,0 0 576 0,0 0 112 0,-3 11 16 0,-4 1-3072 16,0-2-608-16,-2 2-128 0,-3 5-32 15,0 4-48-15,0-2-16 0,-2 0 0 0,-1 0 0 16,-1 0-192-16,1 0 128 0,1 3-128 0,0-1 0 16,2 0 0-16,1-2 0 0,3-2 0 0,-1 0 0 15,1-3 128-15,1-2-128 0,3 2 0 0,2-4 0 0,2 1 0 0,4-4 0 16,-4-7 0-16,7 5 0 0,3 2 128 0,4-4-128 0,3-1 0 0,1 1 144 15,-1-4-16-15,2-3-128 16,1-1 192-16,3 0-64 0,-1 0-128 0,4 0 160 16,2-1-160-16,-1 5 160 0,1 2-160 0,-2 1 0 0,-2 0 144 0,-1 1-144 31,-4 1-1472-31,-4 1-352 0</inkml:trace>
          <inkml:trace contextRef="#ctx0" brushRef="#br0" timeOffset="21679.6934">9430 1716 1839 0,'0'0'160'31,"0"0"-160"-31,0 0 0 0,0 0 0 0,0 0 4784 0,0 0 912 0,0 0 192 0,0 0 48 16,10-4-3568-16,2 1-704 0,0-2-128 0,2 1-48 0,1 1-752 0,3-2-160 15,-1 1-16-15,4 1-16 16,1-1-288-16,1 1-64 0,1-1-16 0,3 3 0 0,3 1-176 0,-1 1 0 16,2 1 0-16,-2 2 128 0,1-1-128 0,-3 2 0 15,-3 2-160-15,-3 0-9072 16,-2 0-1824-16</inkml:trace>
          <inkml:trace contextRef="#ctx0" brushRef="#br0" timeOffset="23837.4918">10624 998 3679 0,'0'0'160'0,"0"0"32"0,-7-5-192 0,7 5 0 0,0 0 0 0,0 0 0 16,-5-5 2528-16,5 5 464 15,-4-7 80-15,4 7 32 0,0 0-1568 0,0 0-304 0,0 0-64 0,-3-9-16 0,3 9-176 0,-4-9-32 16,4 9-16-16,-5-7 0 0,5 7-384 0,-7-5-80 31,-1 2-16-31,-1-1 0 0,0 3-288 0,1 1-160 0,-1-2 160 0,1 0-160 16,-3 2 256-16,1 0-64 0,0 0 0 0,-1 0 0 15,-1 0-16-15,2 0-16 0,-1 2 0 0,1 1 0 0,0 3-160 0,1 0 0 16,0 0 144-16,1 1-144 0,-1-1 0 0,1 3 0 31,1-2 0-31,1 3 0 0,1 1 288 0,0-1-16 0,0 4 0 0,0 0 0 0,0-2 48 0,-1 3 0 16,3-1 0 0,-2 3 0-16,0 1 64 0,-1 2 0 15,1 1 16-15,2 0 0 0,1-1 112 0,0 1 0 0,1-2 16 0,1 2 0 0,1-2-128 0,3 2-16 16,-1-1-16-16,1 1 0 0,-1-4-112 0,1 1-32 15,1-1 0-15,3-2 0 16,1 3-32-16,0-3-16 0,-1 1 0 0,1-1 0 16,-2 2-16-16,0-1 0 0,0 0 0 0,0-1 0 0,-2 1 32 0,0-3 16 15,0 1 0 1,0-2 0-16,-1 0-48 0,1-1-16 0,-2-1 0 0,2 0 0 16,1 1-16-16,-6-11-128 0,7 10 192 0,-1-3-64 0,-6-7-128 0,13 7 160 15,-1-2-160-15,1-1 160 0,3-1-160 0,1-1 160 16,0-1-160-16,2 1 160 0,2-2-160 0,3 0 0 15,2-2 0-15,0 1 128 16,0-3-128-16,0 3 0 0,0-3 0 0,1 1 128 0,3-3-128 0,-3 1 0 16,-2-2 0-16,-3 0 0 0,-3 1 128 0,-2-1-128 0,-1 0 0 0,-2 0 128 15,-2-2-128-15,-2 1 0 0,0-3 0 0,-3 1 0 16,-2 0 0-16,-1 1 0 0,-4 9 0 0,2-10 0 0,-2-1 0 0,0 1 0 16,-2 0 0-16,0-1 0 0,-1-1 0 0,-1 2 128 15,-1-1-128-15,2 3 0 16,-1-1 0-16,-1 2 0 0,-2-1 0 0,-2-1 0 0,1-1 0 0,-1 1 0 15,-1 0 0-15,-1 1 0 16,-2-1 0-16,-3 2 0 0,-3 2 0 0,-2 2 0 16,-1-1-192-16,-2 2 192 15,-2 1-192-15,-2 1 192 0,-3 1-224 0,0 3 80 0,0-1 16 0,0 4 0 16,-2 2-80-16,0 1-16 16,1 2 0-16,1 4 0 15,1 4-1376-15,3-1-256 0,-1 2-64 0,4-2-7456 0,0-2-1488 0</inkml:trace>
          <inkml:trace contextRef="#ctx0" brushRef="#br0" timeOffset="22130.2403">10462 1003 20783 0,'0'0'912'0,"0"0"208"0,0 0-896 0,0 0-224 0,0 0 0 0,-7-3 0 0,0-1 1120 16,0 2 176-16,-2 2 48 0,1 2 0 16,-1 3-656-16,0 2-128 0,-1 0-32 0,1 4 0 15,1-1-176-15,-1 4-32 16,4 1-16-16,2 2 0 0,-1 1 400 0,2 4 64 0,1 4 32 0,1 2 0 16,1-1-128-16,3 1-32 15,1 0 0-15,2 1 0 0,0-2-384 0,1 1-64 16,5-2-32-16,-1 0 0 0,0-4-160 0,1-1 0 0,3-2 0 0,3-3 128 15,2-3-128-15,1 1 0 0,2 0 144 0,2-2-144 16,0-3 0-16,2-2 0 0,-2-1 0 0,1 0 0 16,1 1 0-16,-4-2-128 0,-3-2 0 0,-1-1 0 15,1 0 128-15,-4-4 0 0,-5 0-144 0,-1 0 144 0,-1-1 0 0,-10 3 0 16,0 0 0-16,0 0 0 0,0 0 0 0,0 0 0 16,-8-9 0-16,-5 4 128 0,-6-2-128 0,-3 0-144 15,-4 1 144-15,-1 0-208 0,-3-2-128 0,1 1-32 16,0 2 0-16,1 1 0 15,0 2-304-15,4 6-64 0,0-1-16 16,3 4-8432-16,1 4-1696 0</inkml:trace>
        </inkml:traceGroup>
        <inkml:traceGroup>
          <inkml:annotationXML>
            <emma:emma xmlns:emma="http://www.w3.org/2003/04/emma" version="1.0">
              <emma:interpretation id="{41001CFA-6C9C-45B7-AD0E-18F10508EA11}" emma:medium="tactile" emma:mode="ink">
                <msink:context xmlns:msink="http://schemas.microsoft.com/ink/2010/main" type="inkWord" rotatedBoundingBox="18841,2248 19870,2292 19850,2776 18820,2732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35339.2682">13360 1977 13823 0,'0'0'1216'0,"0"0"-960"0,0 0-256 0,0 0 0 16,0 0 2864-16,0 0 528 0,0 0 96 0,12 10 32 0,1 2-2352 0,3 0-464 31,3 0-80-31,3 0-32 0,3 2 256 0,4-2 48 16,4 0 16-16,3 2 0 0,2 0-576 0,3-2-112 0,1 0-32 0,-3-2 0 31,-1 1-1376-31,-1-3-288 0,-3-3-48 0,-3 1-11424 0</inkml:trace>
          <inkml:trace contextRef="#ctx0" brushRef="#br0" timeOffset="35142.822">13729 1825 9215 0,'0'0'816'0,"0"0"-656"0,0 0-160 0,0 0 0 31,0 0 4064-31,0 0 784 0,0 0 144 0,-7 12 48 16,-3 2-3872-16,-4 1-768 0,-3 1-144 0,-4 4-48 15,-3 1-64-15,-2 1-16 0,-2 3 0 0,1-1 0 0,-1 2-128 0,2-2 0 0,2 0 144 0,3-2-144 31,2 1 0-31,4-2 0 0,1 1 0 0,2-5 128 16,1-1-576-16,5-4-128 0,-1 2 0 0,1-4-11648 0</inkml:trace>
          <inkml:trace contextRef="#ctx0" brushRef="#br0" timeOffset="35579.1366">14278 2144 17503 0,'0'0'1552'0,"14"-4"-1232"0,-1-1-320 0,-1 4 0 0,1 1 2560 0,-1 1 448 15,0 1 80-15,-2 1 32 16,-10-3-2000-16,7 9-400 0,-2 0-80 0,-1 1 0 16,-4 2-192-16,0 2-48 0,-2-2 0 0,0 0 0 0,0 0-400 0,-1 2 0 15,-1 2 0-15,1-1 0 16,1-3-496-16,1-1-16 0,-3-1-16 0,4-1 0 16,5-1-624-16,0-1-128 0,-5-7-32 0,9 5 0 0</inkml:trace>
        </inkml:traceGroup>
        <inkml:traceGroup>
          <inkml:annotationXML>
            <emma:emma xmlns:emma="http://www.w3.org/2003/04/emma" version="1.0">
              <emma:interpretation id="{C194E2F9-AD6E-496B-B8FB-D68EFE23195B}" emma:medium="tactile" emma:mode="ink">
                <msink:context xmlns:msink="http://schemas.microsoft.com/ink/2010/main" type="inkWord" rotatedBoundingBox="20451,1984 24900,2171 24868,2929 20420,2743"/>
              </emma:interpretation>
              <emma:one-of disjunction-type="recognition" id="oneOf9">
                <emma:interpretation id="interp13" emma:lang="" emma:confidence="0">
                  <emma:literal>~7,0</emma:literal>
                </emma:interpretation>
                <emma:interpretation id="interp14" emma:lang="" emma:confidence="0">
                  <emma:literal>27.0</emma:literal>
                </emma:interpretation>
                <emma:interpretation id="interp15" emma:lang="" emma:confidence="0">
                  <emma:literal>-710</emma:literal>
                </emma:interpretation>
                <emma:interpretation id="interp16" emma:lang="" emma:confidence="0">
                  <emma:literal>~7,o</emma:literal>
                </emma:interpretation>
                <emma:interpretation id="interp17" emma:lang="" emma:confidence="0">
                  <emma:literal>2710</emma:literal>
                </emma:interpretation>
              </emma:one-of>
            </emma:emma>
          </inkml:annotationXML>
          <inkml:trace contextRef="#ctx0" brushRef="#br0" timeOffset="37212.7902">16345 2161 13823 0,'0'0'1216'0,"0"0"-960"0,0 0-256 0,0 0 0 15,0 0 2368-15,0 0 448 0,-3-7 64 0,3 7 32 0,0-8-1408 0,2-1-288 0,1-1-48 0,4 3-16 32,3 0-288-32,4 3-64 0,3 1-16 0,2 1 0 0,0 2-160 0,0 0-48 15,2 2 0-15,0 3 0 16,0 2 64-16,-1 2 0 0,-1-1 0 0,0 3 0 0,0-1-272 0,-3 2-48 0,-2 0-16 0,-2 0 0 16,-2 0-112-16,-1 0 0 15,-4 1-16-15,0-1 0 0,-3-2-48 0,-1 0 0 16,1-1 0-16,-2-9 0 0,-2 9 64 0,-1 1 16 0,0 0 0 0,-1-1 0 15,4-9 48-15,-3 10 16 16,3-10 0-16,-6 9 0 0,1-2-80 0,5-7-32 0,0 0 0 0,0 0 0 16,0 0-160-16,0 0 0 0,0 0 144 0,7 10-144 15,2-1 0-15,1-2 128 0,2-4-128 0,4-1 0 16,5-2 0-16,3 0-208 0,3 0 16 0,8 0 16 31,6-2-576-31,6 2-112 0,3 2-32 0,7-2-10352 0,3-4-2064 0</inkml:trace>
          <inkml:trace contextRef="#ctx0" brushRef="#br0" timeOffset="37581.6351">17353 1673 16175 0,'0'0'704'16,"0"0"176"-16,11-2-704 0,3 0-176 0,3-1 0 0,0 1 0 16,0 0 1088-16,2-1 176 0,2-1 32 0,1 1 16 0,3 3-544 0,1 2-96 15,1-1-32-15,2 3 0 0,3-1-16 0,0 3-16 0,-1 0 0 0,0 1 0 16,1-3-32-16,-5 3-16 16,-3 0 0-16,-1 0 0 15,1-2-192-15,-5 2-48 0,-7 0 0 0,-2 1 0 0,-10-8-176 0,7 12-144 16,-3 0 192-16,-3 2-192 0,-1-14 272 0,-1 16-48 15,-4-3-16-15,-2 5 0 0,-2-1 112 0,-1 0 32 16,-2 4 0-16,-1 1 0 0,0 3-64 0,1-1-16 0,-2 2 0 0,2 1 0 16,1 3-144-16,3-3-128 15,1-1 192-15,0 2-192 0,0-1 0 0,0 1 0 16,-2-2 0-16,1 1 0 0,-1-1 0 0,1 0-320 0,-3 0 32 0,3-3 16 16,1-3-2160-16,0-2-448 15</inkml:trace>
          <inkml:trace contextRef="#ctx0" brushRef="#br0" timeOffset="37997.8184">18467 2077 6447 0,'0'0'576'0,"0"0"-576"16,0 0 0-16,-2 10 0 0,-2 2 4480 0,-1 0 768 15,0 0 176-15,-4 2 16 0,-3 0-3008 0,-1 1-624 0,-1 1-112 0,-5-1-32 0,-2 3-400 16,-1-1-96-16,-1 2-16 0,1-2 0 0,-1-1-768 0,1-1-176 31,1-1-16-31,2 0-16 0,5-2-176 0,2 0 0 16,0 0 0-16,2 0-176 15,1 0-1360-15,4 0-256 0,0 0-64 0,1 1-7872 16,1 0-1584-16</inkml:trace>
          <inkml:trace contextRef="#ctx0" brushRef="#br0" timeOffset="38391.0983">18933 1731 4607 0,'0'0'400'0,"0"0"-400"16,0 0 0-16,0 0 0 0,0 0 5088 0,0 0 928 16,0 0 192-16,0 0 48 0,0 0-3888 0,-7 11-784 0,0 1-160 0,0 2-16 15,2-6-880-15,0 6-160 0,-2 2-48 0,1 4 0 16,3 3 16-16,0 1 0 0,-1 2 0 0,4 0 0 31,2 1-112-31,1 1-32 0,2-2 0 0,2 0 0 0,0-2-16 0,4-2-16 16,2-1 0-16,3-4 0 0,5 1-32 0,1-3-128 0,1-3 192 0,1-1-64 15,2-5-128-15,1 1 160 0,-1-1-160 0,3-1 160 16,4-2-160-16,2-1 0 0,-1-4 0 0,-3-3 128 16,-1 0-128-16,-4-7 0 0,-6-4 0 0,-1-3 0 15,-1-5 0-15,-5-2 0 0,-4-7 0 0,-4 2 0 16,-5-1 128-16,-5-3-128 0,-5 2 128 15,-8 0-128-15,-6 4 0 0,-7 3 0 16,-5 4 0-16,-6 1 0 0,-2 4-1184 0,-3 1-224 16,0 4-32-16</inkml:trace>
          <inkml:trace contextRef="#ctx0" brushRef="#br0" timeOffset="35804.3313">15220 1923 25791 0,'0'0'2304'0,"0"0"-1856"0,2 14-448 0,0 1 0 15,-2 1 1008-15,-2 3 96 0,-2 3 32 0,-3 2 0 0,-1 6-928 0,-4-3-208 32,-4 3 0-32,-3-1 0 15,-3 0-336-15,-4-4-80 0,-3-3-16 0,-1-3 0 16,3 0-528-16,-1-3-128 0,2-1 0 0,4-5-10384 0</inkml:trace>
          <inkml:trace contextRef="#ctx0" brushRef="#br0" timeOffset="36862.1242">15291 1794 5519 0,'0'0'496'0,"0"0"-496"16,-7-4 0-16,0-1 0 0,0 0 3936 0,7 5 688 0,0 0 144 0,0 0 32 15,-5-7-2656-15,3-2-528 0,2 9-96 0,0 0-32 16,0 0-352-16,11-5-80 0,2 2-16 0,5 1 0 16,4 4-608-16,4-1-128 0,5 1-32 0,5 3 0 15,6 2 176-15,4 2 16 16,3 1 16-16,1 4 0 0,0 1 0 0,-2 1 0 16,-6 1 0-16,-1 1 0 0,-3-3-288 0,-4 1-48 15,-4-3-16-15,-3 1 0 0,-2-2-384 0,-1 0-64 0,0 0-32 0,-2 2 0 16,-1-3-1600-16,-2-3-320 0,0 1-64 15</inkml:trace>
          <inkml:trace contextRef="#ctx0" brushRef="#br0" timeOffset="36094.6113">15356 1687 10127 0,'0'0'896'0,"-8"-2"-704"15,-1-2-192-15,9 4 0 0,-7-1 2656 0,7 1 496 16,-7-2 112-16,7 2 0 0,0 0-2080 0,0 0-416 15,-7-4-96-15,7 4-16 0,0 0 192 0,0 0 48 0,0 0 0 0,0 0 0 16,0 0-176-16,0 0-16 16,0 0-16-16,14 6 0 0,2-1-80 0,-1 0-16 15,3 4 0-15,1-1 0 0,0-1-368 0,-2 2-80 0,0-1-16 0,-1 3 0 32,-3 1-912-32,0 2-192 0,-3-1-48 0,-3 3 0 15,-2 0-2096-15,-2 1-416 0,-1 0-96 0,3 2-5568 0</inkml:trace>
          <inkml:trace contextRef="#ctx0" brushRef="#br0" timeOffset="36583.7652">16043 1650 20559 0,'0'0'896'0,"0"0"208"0,0 0-880 0,0 0-224 0,0 0 0 0,-7 5 0 15,-1 1 960-15,-1 2 160 0,-3 1 32 0,0 1 0 16,-3-1-336-16,-3 5-64 0,-1 1-16 0,-3 3 0 15,-1 1-112-15,3 1-32 16,1 3 0-16,-2 3 0 0,0-1 80 0,1 3 16 0,1 1 0 0,0 2 0 16,0 1-432-16,0 0-96 0,1 1-16 0,1 0 0 0,0-2-144 0,1-3 0 15,1-3 0-15,1 0 128 0,0 1-128 0,2-6 0 16,0-1-192-16,0-2 192 31,2 1-896-31,1-4-48 0,2-2-16 0,2-4-8016 0,1-3-1616 0</inkml:trace>
        </inkml:traceGroup>
      </inkml:traceGroup>
      <inkml:traceGroup>
        <inkml:annotationXML>
          <emma:emma xmlns:emma="http://www.w3.org/2003/04/emma" version="1.0">
            <emma:interpretation id="{8D15A33A-AE76-4479-AC2C-312A14DAEBB6}" emma:medium="tactile" emma:mode="ink">
              <msink:context xmlns:msink="http://schemas.microsoft.com/ink/2010/main" type="line" rotatedBoundingBox="8650,2602 16057,2427 16077,3251 8670,3427"/>
            </emma:interpretation>
          </emma:emma>
        </inkml:annotationXML>
        <inkml:traceGroup>
          <inkml:annotationXML>
            <emma:emma xmlns:emma="http://www.w3.org/2003/04/emma" version="1.0">
              <emma:interpretation id="{947D1AF0-66D2-49C9-8EBD-FD8084881FF3}" emma:medium="tactile" emma:mode="ink">
                <msink:context xmlns:msink="http://schemas.microsoft.com/ink/2010/main" type="inkWord" rotatedBoundingBox="8651,2625 10306,2586 10323,3301 8668,3340"/>
              </emma:interpretation>
              <emma:one-of disjunction-type="recognition" id="oneOf10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26454.6247">3335 2244 13823 0,'0'0'608'0,"2"-10"128"0,-2 1-592 0,0 0-144 0,0-1 0 0,0 3 0 16,0 7 2112-16,0 0 384 0,0 0 64 0,-5-5 32 16,-2 2-1392-16,-2 1-288 0,1 0-48 0,-1-1-16 0,-1 3-416 0,-2 1-96 31,-1 1-16-31,3 3 0 0,0 0-112 0,-1 1-16 0,1 1-16 0,-2 1 0 15,3 3 64-15,2 1 16 0,2 0 0 0,2 0 0 0,-1 0 144 0,3 0 48 16,-1 0 0-16,2-2 0 0,2 4-64 0,-1 2 0 16,1-4 0-16,1 3 0 15,3 4-176-15,-1-1-32 0,-2-5-16 0,4 3 0 0,2-1-160 0,1-2 0 0,-1-1 144 0,3 0-144 16,-2-4 128-16,2 3-128 0,2-3 128 0,0-1-128 31,1-3 0-31,1-1 0 0,1-1 0 0,1 0-128 0,1-4-208 0,0 0-48 0,-1-1 0 0,0-1 0 0,-1-1 0 0,0 0 0 31,1-2 0-31,-3 2 0 0,-5 0 176 0,-1-2 16 16,-9 7 16-16,0 0 0 0,0 0 176 0,0-9 0 16,0 9 0-16,-7-7 0 0,-1 2 0 0,-3 2-160 15,-3 1 160-15,-1 4 0 0,-4 3-304 0,-2 0 48 0,-1 2 16 0,-2 0 0 16,-1 0-80-16,1 1 0 0,0 1-16 0,0 1 0 31,0 1-2048-31,3-1-416 0</inkml:trace>
          <inkml:trace contextRef="#ctx0" brushRef="#br0" timeOffset="26950.7777">3829 2427 1839 0,'0'0'160'0,"0"0"-160"0,0 0 0 0,0 0 0 15,0 0 4128-15,0 0 800 16,0 0 144-16,0 0 48 0,0 0-3760 0,8 7-736 0,1 2-160 0,1-3-16 15,1 0 368-15,3-1 80 16,3 2 0-16,5 1 16 0,2-1-112 0,4 0-32 16,3-2 0-16,2 2 0 0,0 0-208 0,1 2-48 15,1 1-16-15,-1 0 0 0,1 3-320 0,-4-1-176 0,-2-2 192 0,-3 0-192 16,-3 1 0-16,-3-3-224 16,-2 1 16-16,-1-2 0 15,-3-2-2768-15,-2 0-544 0</inkml:trace>
          <inkml:trace contextRef="#ctx0" brushRef="#br0" timeOffset="26718.8764">4293 2377 18879 0,'0'0'832'0,"-10"2"192"0,-1 1-832 15,-1 2-192-15,0 0 0 0,-2 1 0 0,-1 1 528 0,-2 1 64 0,-2-1 16 0,-2 3 0 0,0 3-224 0,2-1-64 16,0 0 0-16,-1-2 0 0,1 0-320 0,1 1 128 16,3-3-128-16,1 1 0 0,2 0 0 0,0-2-256 15,1-2 32-15,3 0-6272 16,-1-3-1248-16</inkml:trace>
          <inkml:trace contextRef="#ctx0" brushRef="#br0" timeOffset="27175.2179">4721 2501 4607 0,'0'0'400'0,"0"0"-400"16,0 0 0-16,0 0 0 15,0 0 5056-15,0 0 912 0,9 7 192 0,-9-7 48 0,8 9-4224 0,1 1-832 16,-2 0-160-16,0 4-32 0,-2 2 128 0,0-1 16 15,0 3 16-15,2-1 0 0,-2 2-720 0,2-2-144 16,-1 0-16-16,-1 1-16 0,-2-1-224 0,1 2 0 16,-1-2 0-16,1 0 0 0,-1 1-224 0,0 2-144 0,1-1-16 0,1 0-16 31,2-5-3024-31,0 0-608 0</inkml:trace>
        </inkml:traceGroup>
        <inkml:traceGroup>
          <inkml:annotationXML>
            <emma:emma xmlns:emma="http://www.w3.org/2003/04/emma" version="1.0">
              <emma:interpretation id="{5B1380AD-A81E-4DB0-92C6-1DE2C8385A5E}" emma:medium="tactile" emma:mode="ink">
                <msink:context xmlns:msink="http://schemas.microsoft.com/ink/2010/main" type="inkWord" rotatedBoundingBox="10891,2843 13465,2782 13477,3313 10904,3374"/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29410.5249">6483 2460 12895 0,'0'0'1152'0,"0"0"-928"0,0 0-224 0,0 0 0 0,0 0 2752 0,0 0 512 0,0 0 112 0,0 0 16 16,9-4-1952-16,1 3-384 0,1 1-80 0,2 0-16 0,5 1-304 0,1 3-64 15,1-1-16-15,3 4 0 0,1 2 96 0,2-1 16 16,0-2 0-16,0 2 0 0,0 3-304 0,-1-1-48 15,3 0-16-15,0 1 0 0,-2 1-320 0,-1-2 128 16,-2 0-128-16,-1 1 0 16,-1-3-432-16,-2 1-144 0,-2-2-48 0,-1 2-9184 15,-4-4-1840-15</inkml:trace>
          <inkml:trace contextRef="#ctx0" brushRef="#br0" timeOffset="29141.423">6892 2370 10127 0,'0'0'448'0,"0"0"96"0,0 0-544 0,-5 9 0 16,0-1 0-16,0 1 0 0,5-9 2272 0,-5 10 352 16,-2 1 64-16,0-1 0 0,-3 0-976 0,-1 1-208 15,1 3-32-15,-2-2-16 0,1 1-624 0,1 3-112 16,-2-1-16-16,0 6-16 0,0 2-496 0,0-1-192 0,0 0 176 0,0 3-176 15,-2 1 0-15,2-1 0 16,0 0 0-16,3-1-160 16,0-2-1440-16,4-1-272 0,0-2-64 0</inkml:trace>
          <inkml:trace contextRef="#ctx0" brushRef="#br0" timeOffset="29801.8471">7402 2603 14735 0,'0'0'640'0,"0"0"160"0,0 0-640 0,0 0-160 0,10-3 0 0,0-1 0 16,-1 1 2560-16,0 1 496 0,-1 0 80 0,3 1 32 15,-3-3-1696-15,2 1-352 0,1-1-64 0,-1 2-16 16,1 2-144-16,-1 0-16 0,-10 0-16 0,12 0 0 0,-2 4-240 0,-10-4-48 31,0 0-16-31,9 7 0 0,-2 1-304 0,0 3-64 0,-2-1-16 0,-2 0 0 0,-1 1-176 0,-2 1 160 16,0 0-160-16,0 2 160 0,-2 0-160 0,1 3 0 15,-3-2 0-15,-1 3 0 0,-2-1 128 0,0 2-128 16,2-4 0-16,0-1 128 0,-2-2-128 0,2 2 0 16,0-3 144-16,1-1-144 0,-1-2 176 0,2 1-48 15,3-9 0-15,0 0 0 0,0 0 80 0,0 0 16 16,0 7 0-16,0-7 0 15,0 0-32-15,10 3 0 0,2-1 0 0,2 0 0 16,1 0 16-16,4-4 0 0,4 0 0 0,1 0 0 0,2-1-208 0,3 1 144 16,4-1-144-16,1 1 128 0,3 0-288 0,1 1-64 15,1-1-16-15,1 2 0 16,-2 0-1024-16,-3 5-208 0,-6 2-32 0</inkml:trace>
          <inkml:trace contextRef="#ctx0" brushRef="#br0" timeOffset="27428.9633">5424 2677 22799 0,'0'0'1008'0,"5"-5"208"0,0 0-960 0,2-2-256 0,1 0 0 0,3 0 0 15,1-3 704-15,2 1 80 0,1-1 32 0,4-2 0 0,4 1-224 0,1-1-32 16,2 2-16-16,0 0 0 16,3-2-352-16,2 3-64 0,0 0 0 0,0 1-128 15,-1 1 128-15,1 2-128 0,0-2 0 0,0 1 0 32,-2 1-272-32,-1 0-112 0,-4 0-32 0</inkml:trace>
          <inkml:trace contextRef="#ctx0" brushRef="#br0" timeOffset="27686.1285">5664 2418 6447 0,'0'0'576'0,"0"0"-576"0,0 0 0 0,0 0 0 16,0 0 3888-16,0 0 656 15,0 0 144-15,0 0 32 0,0 0-2608 0,0 0-512 0,0 0-96 0,0 0-32 16,8 11-528-16,1 1-112 0,1 0-32 0,2 2 0 0,0 0-64 0,0-1-16 15,0 6 0-15,2 2 0 0,0 1-448 0,0 3-80 32,-2 0-32-32,-2 0 0 0,1 4-160 0,-1-1 0 0,-1-2 0 0,-1 1 0 31,1 2-560-31,-2 4-32 0,-4-3-16 0,1-3-9312 16,-1-4-1856-16</inkml:trace>
        </inkml:traceGroup>
        <inkml:traceGroup>
          <inkml:annotationXML>
            <emma:emma xmlns:emma="http://www.w3.org/2003/04/emma" version="1.0">
              <emma:interpretation id="{92C6ACDB-B5E6-48AF-B23D-40D0DCC1A0F0}" emma:medium="tactile" emma:mode="ink">
                <msink:context xmlns:msink="http://schemas.microsoft.com/ink/2010/main" type="inkWord" rotatedBoundingBox="14599,2461 16057,2427 16074,3130 14615,3165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31785.1979">9140 2651 16575 0,'0'0'1472'0,"0"0"-1168"16,0 0-304-16,0 0 0 0,0 0 2768 0,0 0 496 15,0 0 112-15,0 0 16 0,0 0-2016 0,13 2-400 0,1 0-80 0,2 0 0 16,-1-1-624-16,4 3-112 15,4 1-32-15,1 0 0 0,2 0 64 0,1 0 16 16,3 1 0-16,2-1 0 0,3-2-208 0,1 2 0 16,0-1 128-16,1-1-128 15,-3-1-1360-15,1 0-320 0,-2 1-64 0</inkml:trace>
          <inkml:trace contextRef="#ctx0" brushRef="#br0" timeOffset="31533.3391">9447 2191 22111 0,'5'-16'976'0,"5"11"208"0,8 0-944 0,-6-1-240 0,-12 6 0 0,0 0 0 0,1-5 1472 0,-1 5 256 31,0 0 64-31,0 0 0 0,-5-5-608 0,-2 3-112 15,7 2-32-15,-10 2 0 0,0 0-512 0,-2 1-96 16,-1 2-32-16,1 1 0 0,0 1-80 0,0-2-32 16,0 3 0-16,0 1 0 0,-2 0-96 0,0-1-32 15,1-1 0-15,-1 2 0 0,0-1-160 0,2 3 0 16,0-1 144-16,1-1-144 0,1-1 0 0,3-1 0 0,0 0 0 0,7-7 0 16,0 0 0-16,-1 11 0 0,1-11 0 0,5 10 0 15,2-1 0-15,3-3 0 0,2-2 0 0,5 1 0 16,2 0 0-16,4-1 0 0,-1-1 0 0,4-1 0 15,2 0 0-15,-1-1 0 0,1 1 0 0,-2 0 0 16,0 0 0-16,-2 1-128 0,0 2 128 0,-1 0-128 16,-1 2-272-16,-1 0-48 0,-4 2-16 0,-3-1 0 15,-4-1-2576-15,-10-7-512 0</inkml:trace>
          <inkml:trace contextRef="#ctx0" brushRef="#br0" timeOffset="32456.6265">10135 2099 14735 0,'0'0'1312'0,"0"0"-1056"16,0 0-256-16,0 0 0 0,0 0 1840 0,6-7 304 0,-1-1 64 0,2-1 16 16,1 2-1520-16,1 0-288 15,0 0-64-15,-1 0-16 0,1-1 240 0,1-1 32 16,1 2 16-16,1 2 0 0,0 0 208 0,2 1 32 0,-1-1 16 0,5 2 0 15,-1-1-128-15,0 3-32 16,0-1 0-16,1 4 0 0,1-1-224 0,-2 3-48 16,-3 1-16-16,-6 2 0 0,1 1-304 0,-2 1-128 15,-2 0 128-15,-3 3-128 0,-2 0 0 0,-2 2 0 16,0-2 0-16,-3 2 0 0,-3-2 0 0,-3 0 0 0,1-2 0 0,-1 0 0 16,-1-1 0-16,2 0 0 0,0-1 0 0,-1 1 0 15,1-2 0-15,0 0 0 16,1 0 160-16,0-2-160 0,2 0 0 0,1 0 0 15,6-5 0-15,-6 9 0 0,3-1 0 0,3-8 0 0,-5 9 0 0,1 0-192 0,1 1 192 16,1 0-144-16,2-1 144 0,0-9-128 16,4 10-64-16,-1-1 0 0,2 0 0 0,2-2 0 0,2-1 192 0,-1 1-128 15,3-1 128-15,1-1-128 0,0 0 128 0,2 0-192 16,1-1 192-16,1-1-192 0,-1 0 192 0,3 3 0 16,0-1 0-16,1 2-128 15,0-2 128-15,0 0 0 0,0 0 0 0,-1 0 0 16,-3 4 0-16,1-2 0 0,-4 0 0 0,-2 0 0 0,-1 5 0 0,-9-12 0 0,0 0 0 0,0 0 0 31,2 15 0-31,-2-1 0 0,-4-2 144 0,4-12-144 16,-9 7 256-16,1 2-48 0,-4-2-16 0,-2-2 0 15,-2 0 96-15,-1 0 16 0,-2 0 0 0,-2 1 0 0,-1-3-160 0,-2 0-16 0,-2-1-128 0,0 2 192 16,0-1-192-16,-1-1-288 16,-1 1 64-16,-1-3-9856 0,-4 0-1968 15</inkml:trace>
        </inkml:traceGroup>
      </inkml:traceGroup>
    </inkml:traceGroup>
    <inkml:traceGroup>
      <inkml:annotationXML>
        <emma:emma xmlns:emma="http://www.w3.org/2003/04/emma" version="1.0">
          <emma:interpretation id="{ED3768E2-1454-4176-AA91-DA19BA5ACC9F}" emma:medium="tactile" emma:mode="ink">
            <msink:context xmlns:msink="http://schemas.microsoft.com/ink/2010/main" type="paragraph" rotatedBoundingBox="2140,3724 11814,3822 11803,4905 2129,480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1740299-363B-4AD4-ACFB-517D22C2B49B}" emma:medium="tactile" emma:mode="ink">
              <msink:context xmlns:msink="http://schemas.microsoft.com/ink/2010/main" type="line" rotatedBoundingBox="2140,3724 11814,3822 11803,4905 2129,4807"/>
            </emma:interpretation>
          </emma:emma>
        </inkml:annotationXML>
        <inkml:traceGroup>
          <inkml:annotationXML>
            <emma:emma xmlns:emma="http://www.w3.org/2003/04/emma" version="1.0">
              <emma:interpretation id="{D90DD2BF-578F-48AD-B48C-CB92879B76E8}" emma:medium="tactile" emma:mode="ink">
                <msink:context xmlns:msink="http://schemas.microsoft.com/ink/2010/main" type="inkWord" rotatedBoundingBox="2140,3724 8024,3784 8014,4834 2130,4775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57415.6868">-1019 4003 2751 0,'3'-14'128'0,"-3"14"16"0,4-9-144 0,-1 1 0 0,-1-4 0 0,-1 3 0 16,-1-1 4336-16,-1-1 832 0,-3 3 160 0,-1 1 48 16,0 0-3456-16,-2 2-672 0,-2-4-144 0,-1 4-16 15,0 0-352-15,-2 0-64 0,-1-2-16 0,1 5 0 16,-1 4 32-16,-3 1 0 0,1-1 0 0,-1 3 0 16,0 0-64-16,3 2-16 15,-1 0 0-15,2 3 0 0,0 2-288 0,0 2-48 0,1 2-16 0,1-2 0 0,1-1-256 16,2 1 0-16,0 0 128 0,2 2-128 0,0-1 0 0,3-1 0 0,2-2 0 0,2-2 0 31,2 1 0-31,2-3-192 0,3-1 192 0,1-2-192 0,1 1-112 16,1-3-16-16,0-1 0 0,2-2 0 0,0-4 112 0,1 1 16 15,1-2 0-15,-1-1 0 16,1 0-128-16,-1-1 0 0,1-4-16 0,-1 3 0 16,-1 1 192-16,0 2 144 0,0 1-192 0,-2 2 192 15,-4 1 0-15,-8 1 0 0,11 0 192 0,-11 0-48 0,10 3 176 0,-1 1 16 0,-9-4 16 0,10 6 0 16,0 1-112-16,-1-1-32 0,0-1 0 0,-1 0 0 15,1 0-64-15,1 4-16 0,1-4 0 0,-1 0 0 16,2-1-128-16,0-1 128 0,-1 0-128 0,-1 1 128 31,-1-1-2016-31,-9-3-416 16,0 0-64-16</inkml:trace>
          <inkml:trace contextRef="#ctx0" brushRef="#br0" timeOffset="57803.6881">-731 3951 8287 0,'0'0'736'0,"0"0"-592"15,0 0-144-15,0 0 0 0,0 0 3664 0,0 0 704 16,7 9 144-16,1-1 32 0,1 3-2352 0,1-1-464 0,1 0-80 0,1 1-32 0,2-1-736 0,-1 2-160 16,1 0-16-16,0 0-16 15,0 2-368-15,1-2-64 0,-1 0 0 0,2-1-16 16,-1-1-240-16,1-3 144 0,-2-2-144 0,1 0 128 0,-1 0-128 15,0-1 192-15,0-2-192 0,-2-1 192 0,0-4 64 0,-2-2 0 0,-3-2 16 0,0-2 0 16,0 1-272-16,-2-3 0 0,-3-1 0 0,-1-3 0 31,1 1 160-31,-2 0-160 16,0-2 128-16,0 1-128 0,-2-2 128 0,1 1-128 0,-3-1 0 0,1 3 128 16,-1 2-128-16,1 3 0 0,-2 2 0 0,5 7 0 15,-4-5 0-15,4 5 0 0,0 0 0 0,0 0 0 16,0 0 0-16,0 0 192 0,0 0-192 0,0 0 192 0,0 0-192 0,0 0-224 0,4 14 48 0,3 0 16 31,3 1 160-31,2-3 0 0,4 2 0 0,1-2 0 0,2 2 0 16,2-3 0-16,1-1 0 0,4 0 0 15,1 2-512-15,3 0-32 16,-1 0 0-16,2 1 0 0,4-3-1792 0,-1-3-352 0,-1-4-80 0</inkml:trace>
          <inkml:trace contextRef="#ctx0" brushRef="#br0" timeOffset="54138.8785">-3030 3699 9215 0,'-9'2'816'0,"-1"-2"-656"0,-2 0-160 0,0 0 0 16,0 0 2112-16,0 0 400 0,-1 1 80 0,3 1 16 16,0 0-1248-16,-1-2-240 0,3 2-48 0,8-2-16 15,-9 5-736-15,9-5-128 0,-7 7-48 0,7-7 0 16,0 0-144-16,0 0 0 0,0 0 0 0,0 0 128 0,0 0 80 0,0 0 16 16,7 14 0-16,2-6 0 0,1 3 128 0,2-1 32 15,4-1 0-15,1 3 0 16,2 3-64-16,2-1 0 0,1 1 0 0,1 1 0 0,-1 3-80 0,2 0-32 0,0 3 0 0,1 3 0 15,-3-1-64-15,-3-2-16 16,0 2 0-16,-2 1 0 0,-1-1-128 0,-2 0 0 0,-2-2 0 0,-2-1 0 16,-1 1 0-16,-4-3 0 0,-3-1 0 0,-2-3 0 15,-4-1 128-15,-3 2-128 0,-1-4 192 0,-6 0-64 16,-4-4 144-16,-2 1 32 0,-4-4 0 0,-4 0 0 16,-3 0 32-16,-2 1 16 0,-3-3 0 0,0 2 0 15,-1-1-160-15,3-3-16 0,1-2-16 0,2-1 0 16,3 0-160-16,4 2 0 0,2-1 144 0,1-1-144 15,2-2 0-15,2 1 0 0,0 1-160 16,1-1-9008-16,0-2-1808 0</inkml:trace>
          <inkml:trace contextRef="#ctx0" brushRef="#br0" timeOffset="54523.0808">-2523 3837 7359 0,'0'0'656'0,"0"0"-528"0,7-7-128 0,-2 0 0 15,-5 7 2112-15,7-7 400 0,2 0 80 0,0 2 16 16,-1 0-1520-16,3 0-288 16,-1 0-64-16,2 1-16 0,0 1 192 0,2-1 48 0,1-1 0 0,3 0 0 15,1 0-64-15,3 0-16 0,2 0 0 0,4 1 0 16,1 1-176-16,4-1-48 0,2 1 0 0,1 3 0 0,0-2-432 0,0 2-96 31,0-2 0-31,-1 1-128 16,-4 1-1088-16,-3-2-336 0,-4-2-64 0,-3 3-16 0</inkml:trace>
          <inkml:trace contextRef="#ctx0" brushRef="#br0" timeOffset="56661.1703">-2081 4063 15087 0,'21'-14'656'0,"-11"9"160"0,1 0-656 0,1 0-160 16,1-2 0-16,1 0 0 0,0 2 1680 0,0 0 304 16,-4 0 64-16,1-1 16 0,-3-1-560 0,-8 7-112 15,7-5-32-15,-7 5 0 0,0 0-512 0,7-5-96 16,-7 5-32-16,0 0 0 0,0 0 96 0,0 0 16 0,2-7 0 0,-2 7 0 16,-2-7-224-16,0 0-32 0,1-1-16 0,-1 1 0 15,-2 0-304-15,1 0-64 0,-2-2-16 0,-2 1 0 16,2 1-176-16,-2 0 160 15,0 0-160-15,0-2 160 0,0 1-160 0,0-1 160 16,0-1-160-16,0 1 160 0,2 1-160 0,0-3 0 0,0 1 0 0,0-1 0 16,-2 3 0-16,0-2 0 15,-2-3 0-15,2 0 0 0,0-1 0 0,-1-3 0 0,-3-4 0 0,-1 2 0 0,0-2 0 0,-2-3 0 16,1-2 0 0,-1-2 0-16,0-6 0 0,2-2 0 0,0-1 0 0,3 3 128 15,1 3-128-15,1 3 0 16,0 2 0-16,3 7 0 0,1 2 0 0,1 3 0 15,0 4 0-15,2 3 0 0,0 2-160 0,0 5 160 0,0 0 0 0,0 0-144 16,0 0 144-16,0 0 0 0,4 14 0 0,-1 3-128 0,1 0 128 0,-1 7-192 16,1 4 192-16,1 5-192 15,4 0 192-15,-1 1 144 0,-1 1-16 0,2-1-128 16,-2 1 256-16,1-3-48 0,3-2-16 0,1-1 0 0,0-1 96 0,2-1 16 0,-1 3 0 0,1-3 0 16,0-1 0-16,1 0 0 0,1 3 0 15,0 2 0-15,-1 2-160 0,1 0-16 0,-1 0-128 0,1-2 192 16,-4-2-192-16,-2-1 0 0,-1-2 0 0,-2 0 0 31,-2 0 0-31,-2-1-256 0,1-2 48 0,-3-2 16 16,1-2-592-16,-2-2-112 0,0 4-32 0,-2-4 0 0,1-2-2080 0,1-3-400 15</inkml:trace>
          <inkml:trace contextRef="#ctx0" brushRef="#br0" timeOffset="54811.9371">-2224 3794 6447 0,'0'0'272'0,"0"0"80"0,12-7-352 0,0 0 0 0,-2 2 0 0,1 0 0 0,-1 0 3424 0,0-1 608 16,-1 0 128-16,0 0 32 0,-1 3-1696 0,-8 3-352 0,0 0-64 0,11 0-16 15,-11 0-960 1,10 5-192-16,-1 2-32 0,-1 5-16 0,1 2-32 0,-2 5-16 15,-2 2 0-15,0 1 0 0,0 2-48 0,1 2-16 0,-3 5 0 16,0 0 0-16,3 4-368 0,-1-2-80 0,2 1-16 0,0-1 0 16,0 0-288-16,-1-4 0 0,3-1 0 0,0 1 0 31,-1-1-1392-31,3-1-336 0,-1-4-64 0,-1-4-13632 0</inkml:trace>
          <inkml:trace contextRef="#ctx0" brushRef="#br0" timeOffset="56901.5876">-2134 3946 9215 0,'0'0'400'0,"0"0"96"0,0 0-496 0,0 0 0 15,0 0 0-15,0 0 0 0,0 0 3136 0,0 0 544 0,5-7 96 0,-5 7 32 0,8-5-2400 0,3 1-496 16,1 1-80-16,3 1-32 15,4 0-608-15,2 2-192 0,3 0 0 0,4 0 0 0,1 0 0 0,2-3 0 16,2 1 0-16,3 0 0 31,4 1-768-31,1-1-256 0,4 0-48 0</inkml:trace>
          <inkml:trace contextRef="#ctx0" brushRef="#br0" timeOffset="58258.993">353 4080 11967 0,'0'0'1072'0,"0"0"-864"16,0 0-208-16,0 0 0 0,-9-3 2784 0,2 0 512 0,-1-3 96 0,-1 3 32 15,-1-2-1504-15,-1 1-320 0,-1 1-48 0,0 1-16 16,0 0-368-16,0 2-80 16,0 0 0-16,0 2-16 0,0 0-480 0,0 1-80 0,1 1-32 0,1-1 0 15,0 1-288-15,1-1-64 0,9-3-128 0,-5 7 192 16,0 0-192-16,5-7 0 0,-4 10 0 0,4-1 0 15,0-9 0-15,2 10 0 0,0-1 0 0,1 1 0 16,2 2 0-16,2-3 0 0,0-2 0 0,2-2 0 16,-1 0-128-16,3 0 128 15,-1-1 0-15,2-1 0 0,0-1-240 0,2-2 64 0,0-2 16 0,0-1 0 16,1-2-32-16,1-1-16 0,-3 0 0 0,1-5 0 16,0-3 208-16,2-1-176 0,-4-2 176 0,0-4-160 15,-2 2 160-15,0-4 0 0,-1-1 0 0,-4-2 0 0,0-1 0 0,-1-3 0 0,-4 1 0 16,0-2 128-16,-2 0-128 15,-1-2 0-15,-2 0 128 0,-2-1-128 0,-4-8 0 16,1 3 0-16,0 1 0 0,-1 5 0 16,1 4 0-16,1 6 144 0,1 4-144 0,1 7 0 15,0 4 448-15,7 8 0 0,-9 5-16 0,4 5 0 0,0 4-256 0,1 7-48 16,1-1-128-16,3 4 192 0,3 4-192 0,3 0 128 16,0-2-128-16,5 3 0 0,1 0 240 0,2 1-48 0,1-1-16 0,2 0 0 0,2-3-176 0,4 4 128 15,3 1-128-15,3 0 128 16,2 0-128-16,0 0 0 0,0 0 0 0,0 2 0 15,0 1-1696-15,1 1-320 16,-3-1-64-16</inkml:trace>
          <inkml:trace contextRef="#ctx0" brushRef="#br0" timeOffset="59237.6114">1147 4105 2751 0,'0'0'128'0,"-5"-9"16"0,-2-1-144 0,0-1 0 0,0 1 0 0,0 0 0 15,0-1 4304-15,0 1 832 0,-2 0 176 0,1 1 16 16,-1 2-3184-16,1 0-640 0,-3-2-128 0,1 4-32 0,0 2-480 0,-1 1-96 16,1 0-32-16,-1 2 0 0,1 2-400 0,0 0-80 15,-2 3 0-15,1 2-16 0,1 2-240 0,0-1 0 16,-3 1 0-16,5 1 0 16,-1 0 0-16,2 1 0 0,2-3 0 0,3 3 144 0,4-1-144 0,0 1 0 15,1 2 0-15,3-2 0 0,0-3 0 0,1-1 0 16,2 0 0-16,0 0 0 15,1-2-224-15,0 2 32 0,2-2 0 0,0-1 0 16,1-3-16-16,-1-1 0 0,0-3 0 0,2 1 0 0,-1 2 208 0,-1 0 0 0,2 0 0 0,0-1-144 31,-2-1 144-31,0-3 0 0,0 0 0 0,0-1 0 0,-1-1 0 0,-1 1 0 16,-1 0 0-16,-1-1 0 0,-1 1 0 0,0-1 0 16,-7 7 0-16,0 0 0 15,0 0 0-15,0 0 192 0,0 0 0 0,0 0-16 0,0 0 80 0,0 0 0 16,0 0 16-16,9-6 0 0,-9 6-272 0,0 0 0 0,10 0 0 15,-1 2 0-15,-9-2 0 0,12 2 0 0,-2 0 0 0,1-1 0 16,-1 3 0-16,2-1 0 16,0-1-128-16,0 0 128 0,0-2 0 0,2-2 0 15,2-1 0-15,-3-1 0 0,-1-1 224 0,2 0-64 0,0-2-16 0,0 0 0 0,0-3-144 0,-1 3 0 32,0 0 0-32,-3 0 0 0,-1 0 0 0,-1 0 0 0,-1 2 0 0,0 0 0 15,-7 5 0-15,0 0 0 0,0 0 0 0,0 0 0 16,0 0 0-16,0 0 0 15,0 0-176-15,0 0 176 0,0 0 0 0,10 0-160 16,-10 0 160-16,11 1 0 0,-11-1 0 0,10 2 0 16,0 0 0-16,-10-2 0 0,11 2 0 0,-1-1 0 0,-10-1 0 0,12 0 0 15,0 2 0-15,0 0 0 0,-1 1 0 0,-1 1 0 16,0-1 128-16,1 2 48 0,-1 0 0 0,0 2 0 16,1 0-16-16,1 0 0 0,-2 0 0 0,2 3 0 0,0 1-160 0,1 1 128 15,-1-2-128-15,1 2 128 16,3 2-400-16,-1-4-96 15,1 1-16-15,0-1-13408 0</inkml:trace>
          <inkml:trace contextRef="#ctx0" brushRef="#br0" timeOffset="59687.7378">2201 4086 7359 0,'0'0'656'0,"-8"1"-528"0,-6-1-128 0,0 2 0 0,0 2 2640 0,0 1 496 0,-1-4 112 0,-1 1 16 16,1-2-1328-16,-1 0-256 15,1 2-48-15,1 0-16 0,0 1-80 0,2 1-32 0,2-3 0 0,-1 4 0 32,1 1-576-32,1 1-112 0,2-2-32 0,1 2 0 0,0 0-512 0,1-1-96 0,2 1-32 0,3-7 0 15,0 9-144-15,1 0 0 16,1 1 0-16,3-3 0 0,2 0 0 0,2 0 128 0,1-2-128 0,4-2 0 16,0 1 0-16,3 1-176 0,4 0 16 0,1-1 0 15,1-3-96-15,1-1-32 0,0-1 0 0,2-3 0 31,0-1-128-31,-4-2-32 0,-1 0 0 0,-2-5 0 0,-2-4 256 0,-1-1 32 0,-2-2 16 0,-2 0 0 0,-4-1 144 0,-1-1 0 16,-2-2 0-16,-3-1 128 0,-4-5-128 0,-1 1 176 31,-2-1-176-31,-6 0 192 0,-1-2-192 0,-2 1 160 0,-1 3-160 0,-2-3 160 16,-1 1-160-16,-1 1 192 0,2-1-192 0,0 0 192 0,0 3 128 16,-1 3 48-16,1 4 0 0,2 2 0 0,2 1-48 0,3 4 0 0,2 5 0 0,1 4 0 15,7 3-64-15,0 0 0 16,0 0-16-16,0 0 0 0,0 10-240 0,3 4 128 15,1 2-128-15,4 1 0 16,4 4 400-16,5-1-16 0,4 1 0 0,3 2 0 0,1 4-32 0,2-1-16 16,1 3 0-16,-1 1 0 0,-1-6-208 0,4 5-128 15,1 4 128-15,0 2-128 0,-4-4 0 0,3 1-256 16,-1 1 32-16,0 3-10800 16,-1 4-2160-16</inkml:trace>
        </inkml:traceGroup>
        <inkml:traceGroup>
          <inkml:annotationXML>
            <emma:emma xmlns:emma="http://www.w3.org/2003/04/emma" version="1.0">
              <emma:interpretation id="{AD34A53C-5AE7-4699-90DB-0878B3E8FAD0}" emma:medium="tactile" emma:mode="ink">
                <msink:context xmlns:msink="http://schemas.microsoft.com/ink/2010/main" type="inkWord" rotatedBoundingBox="8995,3997 11812,4026 11803,4905 8986,4876"/>
              </emma:interpretation>
              <emma:one-of disjunction-type="recognition" id="oneOf14">
                <emma:interpretation id="interp22" emma:lang="" emma:confidence="0">
                  <emma:literal>an</emma:literal>
                </emma:interpretation>
                <emma:interpretation id="interp23" emma:lang="" emma:confidence="0">
                  <emma:literal>an "</emma:literal>
                </emma:interpretation>
                <emma:interpretation id="interp24" emma:lang="" emma:confidence="0">
                  <emma:literal>an +</emma:literal>
                </emma:interpretation>
                <emma:interpretation id="interp25" emma:lang="" emma:confidence="0">
                  <emma:literal>an'</emma:literal>
                </emma:interpretation>
                <emma:interpretation id="interp26" emma:lang="" emma:confidence="0">
                  <emma:literal>an .</emma:literal>
                </emma:interpretation>
              </emma:one-of>
            </emma:emma>
          </inkml:annotationXML>
          <inkml:trace contextRef="#ctx0" brushRef="#br0" timeOffset="61167.6609">4514 3925 3679 0,'0'0'320'0,"-9"-2"-320"16,-3 1 0-16,0-1 0 0,-2 2 4496 0,-1-2 832 0,-1-1 176 0,-1 3 16 15,0 0-3216-15,0 1-640 0,-1 3-128 0,1-1-16 16,0 3-688-16,0-1-128 15,-1 2-16-15,3 0-16 0,3-1-496 0,1 0-176 16,3 1 0-16,8-7 144 0,-5 8-144 0,5-8 0 16,0 0 0-16,0 0 0 0,5 11-176 0,3-5-64 15,3 0-16-15,1-3 0 16,3 1-320-16,3-3-80 0,1-2-16 0,1-1 0 16,4 0 48-16,1 0 16 0,-1 1 0 0,-2-1 0 0,1 0 304 0,-1 0 64 0,-1 1 16 0,-2 1 0 15,-4 1 48-15,1 1 16 0,-2 0 0 0,-1 1 0 16,-2 1 160-16,-1 1 144 0,-1 2-16 0,-9-7-128 15,8 9 480-15,-2 1-16 0,-1 0 0 0,-2 1 0 16,-1-3 0-16,-2-8 0 0,2 11 0 0,-2-11 0 16,0 8-96-16,0-8-32 0,0 0 0 0,0 0 0 15,0 0-160-15,0 0-48 0,0 0 0 0,0 0 0 0,0 0 192 0,0 0 48 16,0 0 0-16,0 0 0 0,7-10-112 0,-1-1 0 16,1-1-16-16,2 0 0 15,0 0-240-15,-1 0 0 0,1 0 128 0,1 0-128 0,1 2 0 0,-1-1 0 0,0 3 0 16,1 1 0-16,-1 0 0 0,-1 2 0 15,1-2 0-15,0 3 0 0,1 3 0 0,-1-1 0 16,0 0 0-16,1 0 0 0,-1 2 0 0,2 0 0 16,0 0 160-16,0 0-32 0,2 0-128 0,0 0 0 15,2 0 0-15,1-1 128 0,2 2-128 0,-2 1 0 0,0 0 0 0,1 1 0 16,-3 1 0-16,1-1 0 16,-1 1 0-16,-1 1 0 0,0 0 0 0,-2 0 0 15,0 0 0-15,-2 2 0 0,1-2 0 0,-3 1 0 16,1-1 0-16,-9-5-128 0,7 7 128 0,-7-7 0 0,0 0-144 0,5 8 144 15,-5-8-256-15,0 0 32 0,0 0 0 0,0 0 0 16,0 0 224-16,0 0-192 0,0 0 192 0,0 0-192 16,0 0 192-16,0 0 0 0,0 0 0 0,0 0 0 15,0 0 0-15,9-1 128 16,-9 1-128-16,10-4 160 0,-1-1-160 0,-1 2 0 0,-8 3 144 0,9-4-144 16,-9 4 144-16,0 0-144 0,0 0 192 0,0 0-192 15,0 0 256-15,10 5-64 0,-1 0-16 0,-9-5 0 16,7 9-16-16,0 0 0 0,1-1 0 0,1 1 0 15,0 0-32-15,1-1 0 0,0 3 0 0,2-5 0 16,0 0 64-16,0-1 0 0,1-2 0 16,0-1 0-16,3-2-192 0,-1 0 192 0,-1-2-192 0,-2 2 192 15,0-1-1600-15,-1-3-320 16,-3-1-64-16</inkml:trace>
          <inkml:trace contextRef="#ctx0" brushRef="#br0" timeOffset="62285.4002">5562 4029 10127 0,'0'0'896'0,"0"0"-704"0,0 0-192 0,0 0 0 16,0 0 2992-16,0 0 560 0,0 0 112 0,8-2 32 16,-1-1-1984-16,2-1-400 0,-2-1-80 0,-7 5-16 15,8-4-192-15,3 1-32 0,-1-2-16 0,2 0 0 16,2-2-272-16,2 2-64 0,-3-2-16 0,3 0 0 15,1-2-304-15,2 2-64 0,2 0-16 0,0 0 0 0,1 0-240 0,2 2 0 16,2 0 0-16,-2 0 0 31,-1 1-368-31,-3 1-160 0,1 3-48 0,-2-2-9296 0,-2 1-1872 0</inkml:trace>
          <inkml:trace contextRef="#ctx0" brushRef="#br0" timeOffset="62532.343">6097 3585 11055 0,'0'0'480'0,"0"0"112"0,0 0-464 0,0 0-128 16,0 0 0-16,12 4 0 0,0 2 3456 0,0 3 656 15,0 0 144-15,0 1 32 0,0 6-2688 0,2-1-544 16,0 1-96-16,0 1-32 0,1-2 144 0,-1 1 16 15,0 3 16-15,0-2 0 0,-1-3-528 0,-1 3-96 16,-1-1-32-16,-1 1 0 0,-1-3-448 0,-4 0 0 16,-2 3 0-16,-1 0-160 15,0-1-1728-15,-2-4-352 0</inkml:trace>
          <inkml:trace contextRef="#ctx0" brushRef="#br0" timeOffset="60470.9644">3522 3683 24127 0,'0'0'1072'0,"0"0"208"0,0 0-1024 0,0 0-256 15,0 0 0-15,0 0 0 0,0 0 528 0,0 0 48 16,0 0 16-16,0 0 0 0,0 0-64 0,-2 13-16 0,2-1 0 0,3 1 0 16,4 1-48-16,4 2-16 15,-1 1 0-15,4 6 0 0,0-3 336 0,1 6 64 16,2 5 16-16,2 2 0 0,0 3-224 0,5 2-32 16,-1 2-16-16,1-2 0 0,-1 2-288 0,1-2-64 15,0-2-16-15,0-5 0 0,0-2-224 0,0-3 0 0,-1-2 0 0,-1-1 0 0,2-1 128 0,-1-1-128 16,-4-6 0-16,-2 1 144 15,-1-2-144-15,-3-2 0 0,-1-4 0 0,-1 1 0 0,-3-2 0 0,-1 0 0 16,-7-7-128-16,6 8 128 16,-6-8-240-16,0 0 32 15,0 0 0-15,0 0 0 0,0 0 80 0,0 0 128 0,0 0-208 0,-7 4 80 16,-2-4 128-16,0-2 0 0,-1 0 128 0,-2-3-128 0,0-2 0 0,-2 0 0 16,-1 1 0-16,-1-5 0 15,-1-1 0-15,1-3 128 0,-1-1-128 0,1-1 0 0,1-2 0 0,-1-2 0 16,3-5 0-16,0-3 128 15,3-4-128-15,1 0 0 0,3-1 0 0,0 1 128 16,5 0-128-16,-1 4 144 0,4 1-144 0,1 1 160 16,4 4-160-16,0 4 0 0,2 5 0 0,-1 2 0 0,1 2 0 0,1 1-176 15,2 6 48-15,2 1 0 0,0 0 128 0,1 4-192 16,1 0 192-16,1 1-192 0,2 1 192 0,0 1-208 16,2 2 80-16,1 0 128 15,1 3-1184-15,1 0-112 16,2 1-32-16,-2-3-8016 0,0-1-1600 0</inkml:trace>
        </inkml:traceGroup>
      </inkml:traceGroup>
    </inkml:traceGroup>
    <inkml:traceGroup>
      <inkml:annotationXML>
        <emma:emma xmlns:emma="http://www.w3.org/2003/04/emma" version="1.0">
          <emma:interpretation id="{9796D0AE-F8E7-48A4-8295-FA649B30898D}" emma:medium="tactile" emma:mode="ink">
            <msink:context xmlns:msink="http://schemas.microsoft.com/ink/2010/main" type="paragraph" rotatedBoundingBox="8059,5167 18114,4897 18134,5628 8079,5898" alignmentLevel="6"/>
          </emma:interpretation>
        </emma:emma>
      </inkml:annotationXML>
      <inkml:traceGroup>
        <inkml:annotationXML>
          <emma:emma xmlns:emma="http://www.w3.org/2003/04/emma" version="1.0">
            <emma:interpretation id="{5D14B18C-154A-4721-B8E5-8B92EF559DB9}" emma:medium="tactile" emma:mode="ink">
              <msink:context xmlns:msink="http://schemas.microsoft.com/ink/2010/main" type="line" rotatedBoundingBox="8059,5167 18114,4897 18134,5628 8079,5898"/>
            </emma:interpretation>
          </emma:emma>
        </inkml:annotationXML>
        <inkml:traceGroup>
          <inkml:annotationXML>
            <emma:emma xmlns:emma="http://www.w3.org/2003/04/emma" version="1.0">
              <emma:interpretation id="{085B978D-9890-4ADE-8446-6ED063D85014}" emma:medium="tactile" emma:mode="ink">
                <msink:context xmlns:msink="http://schemas.microsoft.com/ink/2010/main" type="inkWord" rotatedBoundingBox="8063,5288 9880,5239 9893,5727 8076,5776"/>
              </emma:interpretation>
              <emma:one-of disjunction-type="recognition" id="oneOf15">
                <emma:interpretation id="interp27" emma:lang="" emma:confidence="1">
                  <emma:literal/>
                </emma:interpretation>
              </emma:one-of>
            </emma:emma>
          </inkml:annotationXML>
          <inkml:trace contextRef="#ctx0" brushRef="#br0" timeOffset="68095.4391">2602 4954 10127 0,'0'0'896'0,"-4"-9"-704"15,1-1-192-15,1 1 0 0,0 1 2624 0,2 1 512 16,0 7 80-16,4-9 32 0,-1 2-1968 0,2 0-384 15,1-1-64-15,0-1-32 0,3 2 96 0,1 2 0 0,3 0 16 0,0 0 0 16,1 3-80-16,2 2 0 0,1 0-16 0,0 0 0 16,2 3-16-16,2 2 0 0,0 1 0 0,-1 0 0 15,3 3-288-15,-1 0-64 0,1 1-16 0,-3 0 0 16,1 3-160-16,-2-1-16 16,-2-2-16-16,-1 0 0 0,-4 4-240 0,0-2 144 15,-2 0-144-15,-1 0 128 0,-2 0-128 0,-2 2 0 16,-3 0 144-16,-2 2-144 0,-2-3 240 0,-1 1-32 15,-1 2 0-15,1-1 0 0,-1-1-32 0,1 0-16 0,-1 0 0 0,1 0 0 16,-1 1-32-16,1-3 0 0,0 2 0 0,1 0 0 16,2 1-128-16,3-3 0 0,1 0 144 15,3 1-144-15,1-3 0 0,4-3 0 0,0 0 0 0,4 0 128 16,-1 0-128-16,4-2 0 0,2-4-128 0,2 1 128 31,1-2-480-31,2-2-16 0,3-1 0 0,4 0 0 0,0-1-1216 0,-1-1-240 0,-1 1-48 0,-1-2-12272 16</inkml:trace>
          <inkml:trace contextRef="#ctx0" brushRef="#br0" timeOffset="68344.1936">2842 5180 13823 0,'0'0'1216'0,"0"0"-960"0,0 0-256 0,0 0 0 0,0 0 1920 0,0 0 320 31,0 0 80-31,0 0 16 0,0 0-1136 0,0 0-240 16,10-5-32-16,2 0-16 0,2 1-144 0,1 1-16 0,3-3-16 0,1 3 0 15,0 0-448-15,3-1-96 16,0 1 0-16,3-1-16 0,-1 1-176 0,2-1 0 16,0 1 0-16,1-1 128 0,1 1-336 0,1 1-80 0,2 0-16 0,-1 2-8080 31,-3 0-1600-31</inkml:trace>
          <inkml:trace contextRef="#ctx0" brushRef="#br0" timeOffset="68667.7211">3934 5220 15663 0,'0'0'1392'0,"0"0"-1120"0,0 0-272 0,0 0 0 0,0 0 2224 0,0 0 384 16,0 0 80-16,7-7 0 0,0 2-1504 0,0-1-304 0,1 1-64 0,3 2-16 31,-1-2-160-31,2-1-16 0,2 3-16 0,2-2 0 0,-1 0-160 0,2 1-16 15,2 2-16-15,4 1 0 0,-1-3-160 0,2 1-16 16,1 1-16-16,0 2 0 0,3 2-224 0,0-1 0 0,1 3 0 0,0-1 0 31,1 1-1072-31,-3-1-304 0,-1 2-64 0,-2-3-11696 0</inkml:trace>
        </inkml:traceGroup>
        <inkml:traceGroup>
          <inkml:annotationXML>
            <emma:emma xmlns:emma="http://www.w3.org/2003/04/emma" version="1.0">
              <emma:interpretation id="{6E4226F2-3583-40B2-A309-CD451688E65B}" emma:medium="tactile" emma:mode="ink">
                <msink:context xmlns:msink="http://schemas.microsoft.com/ink/2010/main" type="inkWord" rotatedBoundingBox="10401,5104 15016,4980 15035,5711 10420,5835"/>
              </emma:interpretation>
              <emma:one-of disjunction-type="recognition" id="oneOf16">
                <emma:interpretation id="interp28" emma:lang="" emma:confidence="1">
                  <emma:literal/>
                </emma:interpretation>
              </emma:one-of>
            </emma:emma>
          </inkml:annotationXML>
          <inkml:trace contextRef="#ctx0" brushRef="#br0" timeOffset="70625.3919">4939 4971 24127 0,'0'0'1072'0,"0"0"208"0,-4-9-1024 0,4 1-256 0,2-1 0 0,1 1 0 0,1-1 832 0,3-1 96 15,0 1 32-15,3 0 0 0,4-1-128 0,1 3 0 0,4 2-16 0,2-2 0 16,1-3-352-16,3 3-64 16,-1 0-16-16,0 2 0 0,0-2 32 0,0 2 0 15,-1-1 0-15,-3 5 0 0,-2-1 32 0,-1 4 0 16,-2 1 0-16,-2 2 0 0,-3 2-288 0,-1 4-160 15,-4-1 192-15,-2 4-192 0,-3-1 128 0,0 3-128 0,-2 1 0 0,-1 1 0 16,-4-1 176-16,-2 2-32 0,-1 0 0 0,0 0 0 16,-2 1-144-16,0-2 0 0,-1-3 144 0,3 1-144 0,0-1 0 15,1-1 0-15,1-2 0 0,2 0 128 16,3 0-128-16,1-1 0 16,2-11 0-16,4 10 0 0,1 0 0 0,3-3 128 15,3-1-128-15,1-3 0 0,3-3 128 0,4 0-128 16,2-2 160-16,3-1-160 0,2-2 0 0,3-1 0 15,4 1 0-15,4 0 0 0,0 2-1248 16,5-3-288-16,3 1-64 0,1-2-13056 0</inkml:trace>
          <inkml:trace contextRef="#ctx0" brushRef="#br0" timeOffset="71074.1066">5565 4900 5519 0,'0'0'496'0,"7"-7"-496"16,0-1 0-16,2 3 0 0,1 1 3840 0,2 1 656 0,2 1 144 0,3 2 32 0,2 3-2912 0,3 4-576 15,3 4-112-15,2 1-32 16,3 2-400-16,1 1-96 16,1 1-16-16,1 1 0 0,0-2-176 0,-2 3-32 15,-2-1-16-15,1 2 0 0,-3 0-144 0,1-2-32 0,0 0 0 16,-2 1 0-16,-1-1-256 0,1 0-64 0,-2-3-16 0,-1-2 0 31,-2 0-2608-31,-1-5-528 0</inkml:trace>
          <inkml:trace contextRef="#ctx0" brushRef="#br0" timeOffset="70856.1827">6145 4633 6447 0,'0'0'576'0,"-7"12"-576"15,0-4 0-15,-1 6 0 0,-1 4 3552 0,-1 4 608 0,-1 0 112 0,1 3 16 32,0-1-2400-32,-1 2-480 0,-1 0-112 0,2 1-16 0,-2 1-192 0,0-2-32 0,1 0-16 0,1-2 0 31,0 0-656-31,1 0-144 0,-1-3-32 0,-1-1 0 16,1-2-208-16,1-1 128 0,1 2-128 0,-1-2 0 15,-1-1-624-15,-1-2-208 16,1-4-64-16,0 2 0 0,-1-3-2432 0,1-2-512 0,-14 3-80 0,5-5-32 0</inkml:trace>
          <inkml:trace contextRef="#ctx0" brushRef="#br0" timeOffset="71343.2527">6551 5140 16575 0,'0'0'1472'15,"0"0"-1168"-15,0 0-304 0,0 0 0 0,0 0 2560 0,0 0 448 16,0 0 80-16,10 0 32 0,-10 0-1792 0,10 2-368 0,1 1-64 0,1 3 0 16,-2-1-64-16,1 2-16 0,-1-4 0 0,2 6 0 15,0 1-112-15,0 0-32 0,0-1 0 0,0 3 0 16,0 2-480-16,0-2-192 0,1 2 128 0,-3-2-128 0,2 0 0 0,-2 2-192 31,-1-2 0-31,-2 0 16 16,-4-2-2048-16,2-1-400 0,-1 1-96 0</inkml:trace>
          <inkml:trace contextRef="#ctx0" brushRef="#br0" timeOffset="72706.0997">7141 5192 13823 0,'0'0'608'0,"0"0"128"0,0 0-592 0,0 0-144 0,0 0 0 0,0 0 0 0,-7-5 3424 0,7 5 656 16,-3-7 128-16,3 7 16 0,0 0-2960 0,3-7-608 16,4 0-112-16,3 0-32 0,4 0-128 0,5 0-48 0,4 0 0 0,1 1 0 15,3-3-96-15,3 0-32 0,-1-1 0 0,4 1 0 32,0 1-208-32,3-1 144 0,2 0-144 0,0 3 128 15,1 0-448-15,1 3-112 0,0-2-16 0,-2 0-13824 0</inkml:trace>
          <inkml:trace contextRef="#ctx0" brushRef="#br0" timeOffset="73180.4231">7845 4845 22463 0,'0'0'992'0,"0"0"208"15,0 0-960-15,9-3-240 0,1 1 0 0,0 2 0 0,-10 0 864 0,14 0 128 16,2 0 32-16,1 2 0 0,2 1-448 0,3 2-96 15,1-1-16-15,1 1 0 0,2 0-224 0,2 0-48 16,1 2-16-16,2 0 0 0,0 0-176 0,2 2 0 16,1-1 0-16,3 3 128 0,-3 1-128 0,1 3 0 0,-3 2 0 0,0 2 0 31,-3 0-960-31,-2 0-208 0,3-5-48 0,-6 0-10256 16</inkml:trace>
          <inkml:trace contextRef="#ctx0" brushRef="#br0" timeOffset="72935.0617">8280 4748 26719 0,'0'0'2368'0,"0"0"-1888"16,0 0-480-16,0 0 0 0,5 11 512 0,0 1 16 0,2 2 0 0,-2-1 0 0,-1 3 320 0,-2 0 64 15,-2 1 16-15,0 0 0 16,-4 7-384-16,2-3-80 0,2-2-16 0,-3-2 0 16,-2 2-448-16,-2-3 0 0,-2 1 0 0,1 0 0 15,-3 4-576-15,3-4-176 0,-3-1-16 16,1-1-16 0,-2-4-1344-16,0 1-272 0,1-4-48 0,1 1-16 0</inkml:trace>
          <inkml:trace contextRef="#ctx0" brushRef="#br0" timeOffset="73579.9854">8893 5104 3679 0,'0'0'320'0,"0"0"-320"0,0 0 0 0,10-3 0 0,0-1 3904 0,1-1 704 16,-3 0 128-16,1 0 48 0,0-1-2656 0,1 5-528 15,-1 1-96-15,-1 0-32 16,-8 0-528-16,9 0-112 0,-9 0-32 0,0 0 0 16,0 0-320-16,0 0-64 0,9 5-16 0,-9-5 0 15,0 0 720-15,0 0 144 0,0 0 16 0,0 0 16 16,5 10-1600-16,-5-10-320 0,3 12-64 16,-3-12-16-16,0 0 704 0,-3 12 320 0,-1-1-16 0,4-11-16 0,0 0-112 0,0 0-32 15,0 0 0-15,-1 10 0 16,1-10-144-16,0 0 0 0,0 0 144 0,0 0-144 0,5 10 128 0,-5-10-128 15,0 0 160-15,12 7-160 0,2-2 192 0,3-1-48 16,0-1-16-16,4-1 0 0,3-5-128 0,4 3 128 0,1 0-128 0,2 0 128 16,2-2-128-16,1 0 0 15,3 2 0-15,1 0 0 0,0-2 0 0,-2 1 0 16,-2-1-224-16,-3 2 80 16,-5 2-1072-16,-2-1-192 15,-5 3-64-15,-3-2-12592 0</inkml:trace>
        </inkml:traceGroup>
        <inkml:traceGroup>
          <inkml:annotationXML>
            <emma:emma xmlns:emma="http://www.w3.org/2003/04/emma" version="1.0">
              <emma:interpretation id="{1EB1E3CF-065C-457D-9DFD-EE54BD8B90B4}" emma:medium="tactile" emma:mode="ink">
                <msink:context xmlns:msink="http://schemas.microsoft.com/ink/2010/main" type="inkWord" rotatedBoundingBox="16392,5031 18117,4985 18130,5472 16405,5519"/>
              </emma:interpretation>
              <emma:one-of disjunction-type="recognition" id="oneOf17">
                <emma:interpretation id="interp29" emma:lang="" emma:confidence="0">
                  <emma:literal>=0</emma:literal>
                </emma:interpretation>
                <emma:interpretation id="interp30" emma:lang="" emma:confidence="0">
                  <emma:literal>= o</emma:literal>
                </emma:interpretation>
                <emma:interpretation id="interp31" emma:lang="" emma:confidence="0">
                  <emma:literal>= O</emma:literal>
                </emma:interpretation>
                <emma:interpretation id="interp32" emma:lang="" emma:confidence="0">
                  <emma:literal>to</emma:literal>
                </emma:interpretation>
                <emma:interpretation id="interp33" emma:lang="" emma:confidence="0">
                  <emma:literal>= 0</emma:literal>
                </emma:interpretation>
              </emma:one-of>
            </emma:emma>
          </inkml:annotationXML>
          <inkml:trace contextRef="#ctx0" brushRef="#br0" timeOffset="74884.2322">10926 4878 5519 0,'0'0'240'0,"0"0"64"0,9 2-304 0,8-6 0 0,4-3 0 0,-2 2 0 16,-6 0 4256-16,1 0 800 15,-2 0 144-15,0-2 48 0,0 1-3456 0,4 1-672 16,1 0-144-16,7-2-16 0,1 0-512 0,2 2-80 0,2 2-32 0,3-1 0 15,-1 1-336-15,0 1 0 0,-2 0 0 0,-5 1-12912 16</inkml:trace>
          <inkml:trace contextRef="#ctx0" brushRef="#br0" timeOffset="75068.3446">11085 5076 17503 0,'14'-3'1552'0,"3"-2"-1232"16,4 1-320-16,4 1 0 15,6-1 1488-15,6 1 240 0,1 1 64 0,8 0 0 16,4-1-1472-16,2-2-320 0,0-2 0 0,-2-3-10592 16</inkml:trace>
          <inkml:trace contextRef="#ctx0" brushRef="#br0" timeOffset="75458.6823">12214 4598 4607 0,'0'0'400'0,"0"0"-400"15,0 0 0-15,-6-7 0 16,3 0 4880-16,-2 2 896 15,-4-2 176-15,-1 2 48 0,-4 2-3952 0,0 1-800 16,0 0-160-16,0 4-16 0,1 3-368 0,-1 2-80 0,2 2-16 0,1-1 0 0,3-1-432 0,1 0-176 31,2 4 128-31,1 2-128 0,1 5 128 0,3 1-128 0,2 1 128 0,3 3-128 16,2-1 160-16,1 1-160 0,3 1 192 0,2 0-192 16,3 2 192-16,1 0-192 0,0-4 192 0,4-1-192 0,2 0 160 0,1-6-160 15,2-3 128-15,0 0-128 0,1-3 0 0,3-2 0 16,-1 0 0-16,0-4 0 0,-1-1-240 0,1-2 80 15,0-2 16-15,1-1 0 16,-3-2 144-16,1-1 0 0,-4-1 0 0,-1 1 0 16,-4-7 0-16,-4 0 0 0,-3-5 0 0,-5-1 0 15,-5-1 176-15,-6-3-48 0,-4-3 0 0,-6 0 0 0,-5-1 128 0,-5-1 0 16,-5-1 16-16,-6 3 0 0,-1 4-272 0,-6 3 0 0,-6 0 0 0,-4 1 0 16,-3 3-448-16,1 1-64 15,3 4 0-15</inkml:trace>
        </inkml:traceGroup>
      </inkml:traceGroup>
    </inkml:traceGroup>
    <inkml:traceGroup>
      <inkml:annotationXML>
        <emma:emma xmlns:emma="http://www.w3.org/2003/04/emma" version="1.0">
          <emma:interpretation id="{29A32291-71E8-458C-A26E-D118A32E9B02}" emma:medium="tactile" emma:mode="ink">
            <msink:context xmlns:msink="http://schemas.microsoft.com/ink/2010/main" type="paragraph" rotatedBoundingBox="8544,6385 18871,6175 18885,6869 8559,7079" alignmentLevel="6"/>
          </emma:interpretation>
        </emma:emma>
      </inkml:annotationXML>
      <inkml:traceGroup>
        <inkml:annotationXML>
          <emma:emma xmlns:emma="http://www.w3.org/2003/04/emma" version="1.0">
            <emma:interpretation id="{92008A47-14C6-41A1-B010-928E4748A0BD}" emma:medium="tactile" emma:mode="ink">
              <msink:context xmlns:msink="http://schemas.microsoft.com/ink/2010/main" type="line" rotatedBoundingBox="8544,6385 18871,6175 18885,6869 8559,7079"/>
            </emma:interpretation>
          </emma:emma>
        </inkml:annotationXML>
        <inkml:traceGroup>
          <inkml:annotationXML>
            <emma:emma xmlns:emma="http://www.w3.org/2003/04/emma" version="1.0">
              <emma:interpretation id="{9A941289-611E-4C59-9FA7-C862233A96C4}" emma:medium="tactile" emma:mode="ink">
                <msink:context xmlns:msink="http://schemas.microsoft.com/ink/2010/main" type="inkWord" rotatedBoundingBox="8545,6430 10184,6396 10195,6945 8557,6979"/>
              </emma:interpretation>
            </emma:emma>
          </inkml:annotationXML>
          <inkml:trace contextRef="#ctx0" brushRef="#br0" timeOffset="77728.2911">3088 6145 1839 0,'0'0'160'0,"0"0"-160"0,0 0 0 0,0 0 0 0,-3-7 3488 0,3 7 672 15,0 0 128-15,0 0 16 0,-4-9-2848 0,4 9-576 0,0 0-112 0,0-7-32 16,0-1 448-16,0 8 96 15,2-9 0-15,0 0 16 0,1-1 80 0,1 3 16 16,1 0 0-16,0 0 0 0,0 0-304 0,1 2-48 16,-1-2-16-16,2 2 0 0,1 0-544 0,1 2-112 0,0 1-32 15,1 0 0-15,2 0-336 0,0 2 0 0,-2 0 0 0,-10 0 0 16,0 0 0-16,0 0 0 0,11 9 0 0,-3 0 0 16,1-1 0-16,-4 1 0 0,-1 1 0 0,-3 2-128 15,1 0 128-15,-2 0 0 0,0 1 0 0,-2-1-128 16,-1 0-16-16,-1 0 0 0,1-2 0 0,0 0 0 15,-3-1-16-15,1 1 0 16,0 3 0-16,0-5 0 0,5-8 16 0,-5 9 0 16,-1-1 0-16,6-8 0 0,0 0 0 0,0 9 0 15,0 0 0-15,0-9 0 0,2 10 16 0,2 0 0 0,1 1 0 0,2-1 0 16,0-1 128-16,1 3-192 0,3-2 192 0,1 1-192 16,0-1 48-16,0 0 0 0,0-1 0 0,0-2 0 15,2 1 144-15,0-1 0 0,-1-1-144 0,1-1 144 16,-2 0 0-16,0 2 0 0,1-2 0 0,-3-2 0 15,0 1 0-15,-1-1 0 0,-9-3 0 0,0 0 0 16,0 0 0-16,7 9 0 0,-7-9 0 0,0 0 0 0,0 0 0 0,-4 7 0 16,-1 1 0-16,-3-2 0 0,-3-1 0 0,-1 2 0 15,-2-4 0-15,0 2 0 0,-1 1 0 0,-1-1 128 16,-1 0-128-16,0-2 0 16,0 1 0-16,-1 1 0 0,1-2 0 0,-2 4 0 15,0-1 0-15,0-3-320 0,0 0 48 0,0 1 16 16,-2 3-1680-16,2-4-336 0,2-1-64 0</inkml:trace>
          <inkml:trace contextRef="#ctx0" brushRef="#br0" timeOffset="78151.4317">3596 6174 24927 0,'0'0'1104'0,"0"0"240"0,0 0-1088 0,0 0-256 0,0 0 0 0,8-3 0 31,1 1 768-31,3 0 80 0,4 2 32 0,3 0 0 16,5 0-432-16,0 0-64 0,4 2-32 0,1 0 0 0,0-2-96 0,4 1-32 15,2-1 0-15,3 2 0 16,1 0-224-16,3 1 0 0,-1 1 128 0,-1 1-128 0,-4 3-128 0,-1 1-80 16,-3 1-16-16,-2-1-8608 15,-4 1-1728-15</inkml:trace>
          <inkml:trace contextRef="#ctx0" brushRef="#br0" timeOffset="77964.8605">4112 5970 18431 0,'0'0'1632'0,"0"0"-1312"15,0 0-320-15,0 0 0 0,-9 4 2880 0,-1 1 512 16,-2 4 112-16,-4 1 16 0,-1 2-2928 0,-4 2-592 16,-3 1 0-16,-2 3-192 0,0-3 192 0,2 2 0 15,0 1 0-15,2 1-128 0,1 0 128 0,2 0-128 0,-2 1 128 0,4-1-128 32,1 0-272-32,3 0-48 0,2 2-16 0,3-4 0 15,2-1-672-15,1-1-128 0,2-1-16 0,1-2-6432 0,2-12-1280 16</inkml:trace>
          <inkml:trace contextRef="#ctx0" brushRef="#br0" timeOffset="78404.5384">4545 6114 9215 0,'0'0'816'0,"0"0"-656"16,0 0-160-16,0 0 0 0,0 0 3904 0,0 0 768 16,0 0 128-16,2 10 48 0,-2-10-3424 0,3 14-672 0,1 0-144 0,1 1-32 15,0-1 368-15,2 1 64 0,2 3 16 0,-1-1 0 0,3 0-128 0,-1 2 0 16,0 2-16-16,1 0 0 0,-1-1-528 0,0-2-96 15,1-1-32-15,-1-2 0 0,0 3-224 0,1-1-288 32,-3 2 64-32,1 2 16 15,-2-4-2480-15,-2-2-512 0</inkml:trace>
        </inkml:traceGroup>
        <inkml:traceGroup>
          <inkml:annotationXML>
            <emma:emma xmlns:emma="http://www.w3.org/2003/04/emma" version="1.0">
              <emma:interpretation id="{C5511AC5-AC41-4CDC-B95F-A2401F6FCF15}" emma:medium="tactile" emma:mode="ink">
                <msink:context xmlns:msink="http://schemas.microsoft.com/ink/2010/main" type="inkWord" rotatedBoundingBox="10800,6398 14487,6323 14498,6873 10811,6948"/>
              </emma:interpretation>
              <emma:one-of disjunction-type="recognition" id="oneOf18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0" timeOffset="80558.4077">6019 5979 19343 0,'0'0'1728'0,"0"0"-1392"0,0 0-336 0,0 0 0 0,0 0 2160 0,0 0 352 16,0 0 80-16,4 12 16 0,1 0-2048 0,2-1-416 31,-1 1-144-31,3-2 0 0,1 0 432 0,3-1-32 0,0 0 0 0,1-1 0 16,2-1-144-16,-1 0-16 0,3-2-16 0,-1-1 0 15,2-3-96-15,0-1-128 0,0 0 176 0,0-1-176 0,0-1 0 0,0-2 0 16,0-1 0-16,0 0 0 16,-2 0-224-16,0 0 48 0,2-2 16 0,0 0 0 15,0 0-208-15,-3 0-32 0,-4 0-16 0,0 0 0 16,0 0-80-16,-3 2-16 0,-9 5 0 0,0 0 0 16,3-8 512-16,-3 8 0 0,0 0 0 0,0 0 0 0,-3-9 128 0,3 9 112 15,-6-7 16-15,6 7 16 0,-5-7 128 0,5 7 32 16,0 0 0-16,0 0 0 0,0 0-80 0,0 0-16 15,0 0 0-15,0 0 0 0,7 11-336 0,0 2 0 16,2 3 0-16,1 1 128 0,0 2-128 0,2 0 0 0,4 4 0 0,-1 1 128 16,1 0-128-16,0 2 0 0,-1 1 0 0,2 1 0 31,1 0-1024-31,-3-1-240 0,-1-3-32 0,0-1-11296 0</inkml:trace>
          <inkml:trace contextRef="#ctx0" brushRef="#br0" timeOffset="80996.2767">6835 6019 14735 0,'0'0'1312'0,"0"0"-1056"0,0 0-256 0,0 0 0 0,0 0 2864 0,0 0 512 31,0 0 96-31,0 0 32 0,11 10-2608 0,1 0-512 0,0 1-96 0,5-3-32 16,4 3 208-16,5-1 48 0,3 0 0 0,4 1 0 16,1-3-256-16,4-1-64 0,6 0 0 0,-1 0 0 0,2 0-192 0,-4 0-160 15,-1 0 32-15,-6 2 0 31,-4-1-832-31,-3 2-176 0,-3 3-16 0,-3-3-7152 0,-4 2-1424 0</inkml:trace>
          <inkml:trace contextRef="#ctx0" brushRef="#br0" timeOffset="80797.6213">7229 5995 4607 0,'0'0'192'0,"0"0"64"0,0 0-256 0,0 0 0 0,0 0 0 0,-5 12 0 15,-2 1 4688-15,0 3 896 0,-2 1 176 0,-1-1 48 0,0 1-3616 0,-2 0-720 16,-2-1-128-16,2 1-48 15,0 0-672-15,1-1-144 0,-1-2-32 0,2 1 0 16,1-1-208-16,1 0-48 0,-1-4-16 0,-1 1 0 0,3-3-176 0,0 1 0 16,2-1 0-16,-1 1-176 15,6-9-1312-15,0 0-272 0,0 0-48 0,0 0-10672 0</inkml:trace>
          <inkml:trace contextRef="#ctx0" brushRef="#br0" timeOffset="81373.2361">7612 6210 8287 0,'0'0'736'0,"0"0"-592"0,9-1-144 0,1 1 0 16,-10 0 2656-16,12 0 496 0,0-2 112 0,0 2 0 16,0 0-1280-16,1 0-272 0,-1-2-48 0,1 2-16 0,1 2-384 0,0 0-80 0,0 1-16 0,0 2 0 31,-1 0-352-31,3 1-80 0,1 0-16 0,0 1 0 16,-1 0-224-16,-2 0-48 0,-2 0-16 0,-3 2 0 0,-3-2-96 0,1 3-16 0,-1 0 0 0,-3 1 0 0,-3 1-112 0,-2-2-16 31,1 0-16-31,-3 1 0 0,-1-1 32 0,0 1 16 0,0-3 0 0,-1 1 0 15,-1 1-32-15,1-1 0 0,-3-2 0 0,2 0 0 16,0-1 0-16,2 1 0 16,5-7 0-16,0 0 0 0,-5 7-192 0,5-7 176 15,0 0-176-15,0 0 160 0,0 0-160 0,10 7 0 0,4-3 144 0,1-3-144 16,4 1 240-16,2-2-32 0,2-3 0 0,2-1 0 0,3 1-208 0,3-2 0 31,0-4 0-31,4 0-160 0,-1-1-96 0,3 0 0 0,-1 1-16 0,-2 2 0 31,-1 2-368-31,-2 0-64 0,-3 1 0 0,-4 1-10240 0,-5-1-2032 0</inkml:trace>
          <inkml:trace contextRef="#ctx0" brushRef="#br0" timeOffset="79940.2196">5356 6155 19343 0,'0'0'1728'15,"-5"-5"-1392"-15,-2 1-336 0,7 4 0 0,-7-5 2368 0,2 0 384 16,5 5 96-16,0 0 16 0,-2-5-1600 0,2 5-320 0,0 0-64 0,0 0-16 0,7-9-160 15,2 2-48-15,1 0 0 0,6 2 0 0,3 0-416 0,2 0-96 32,1-2-16-32,2 2 0 0,2 1-128 0,2 1 0 15,-1-2 144-15,1 1-144 0,-2 1 0 0,-2 1 0 0,-2 2 0 0,-3 0 0 32,-3 0-1984-32,-4 0-304 0,-12 0-64 0,0 0-11088 0</inkml:trace>
          <inkml:trace contextRef="#ctx0" brushRef="#br0" timeOffset="80171.5123">5406 5974 18431 0,'0'0'1632'16,"0"0"-1312"-16,0 0-320 0,0 0 0 0,9-5 2400 0,1 1 416 16,1 2 64-16,1 2 32 0,0 0-1648 0,0 2-336 0,0 0-64 0,2 3-16 15,0 0 240-15,-1 4 64 0,1 0 0 0,-2-1 0 16,0 4-496-16,0 2-80 0,-1 2-32 0,-3 1 0 15,1 0-416-15,0 2-128 16,-1-2 0-16,3 1 0 0,-1-3-240 0,2 1-96 16,2-1-32-16,1 1 0 15,1-2-1344-15,1-2-272 0,2-4-48 0,2 1-7632 16,1-6-1536-16</inkml:trace>
          <inkml:trace contextRef="#ctx0" brushRef="#br0" timeOffset="83262.0764">8356 6134 2751 0,'0'0'128'0,"0"0"16"0,0-7-144 0,3-1 0 0,4-1 0 0,0 1 0 15,2-1 5120-15,1 0 1008 16,2-1 192-16,-1 1 32 0,2-1-4192 0,3 3-848 0,0 0-160 0,1 2-48 16,5 2-144-16,2-3-48 0,1-1 0 0,0 2 0 15,1 0-272-15,0 2-48 0,2-1-16 0,-2 1 0 0,1 1-368 0,1-1-80 16,-2-3 0-16,-2 3-128 0,-2 1 0 0,1 0 0 15,-4-1 0-15,-2 0 0 32,0-1-2224-32,-1 2-336 0,-2-1-80 0,-2-1-10352 0</inkml:trace>
          <inkml:trace contextRef="#ctx0" brushRef="#br0" timeOffset="83478.3064">8705 5891 2751 0,'0'0'256'0,"0"0"-256"0,0 0 0 0,0 0 0 0,0 0 4928 0,0 0 960 16,0 0 176-16,0 0 32 16,0 0-3920-16,0 0-800 0,0 0-160 0,0 0-16 0,0 0-256 0,10 10-48 15,2-1-16-15,0 1 0 0,2 6 272 0,2-1 48 16,-3-1 16-16,3 2 0 0,1-2-464 0,0 3-96 16,2-2-16-16,0 4 0 15,0 0-512-15,-1-1-128 0,-1-1 0 0,0 0 0 16,0-1-1600-16,1-1-368 0,-3 1-64 0,1-3-8256 15,-3 0-1648-15</inkml:trace>
        </inkml:traceGroup>
        <inkml:traceGroup>
          <inkml:annotationXML>
            <emma:emma xmlns:emma="http://www.w3.org/2003/04/emma" version="1.0">
              <emma:interpretation id="{C0BBBA5C-806A-4597-986C-2720C9352E3A}" emma:medium="tactile" emma:mode="ink">
                <msink:context xmlns:msink="http://schemas.microsoft.com/ink/2010/main" type="inkWord" rotatedBoundingBox="14993,6297 15865,6279 15879,6931 15007,6948"/>
              </emma:interpretation>
              <emma:one-of disjunction-type="recognition" id="oneOf19">
                <emma:interpretation id="interp35" emma:lang="" emma:confidence="1">
                  <emma:literal/>
                </emma:interpretation>
              </emma:one-of>
            </emma:emma>
          </inkml:annotationXML>
          <inkml:trace contextRef="#ctx0" brushRef="#br0" timeOffset="83928.7742">9659 5927 15663 0,'0'0'1392'0,"0"0"-1120"0,-7-7-272 0,2 0 0 15,0 1 2000-15,-2 0 352 0,0-1 64 16,-2 2 16-16,1 0-1248 0,-1 0-240 0,-1-4-48 0,-1 4-16 16,3 2 112-16,-1 1 32 0,1 0 0 0,8 2 0 15,-9 0-480-15,9 0-96 0,0 0 0 0,0 0-16 16,-9 4-432-16,9-4 0 0,-7 7 0 0,7-7 0 15,-5 10 0-15,2 2 0 0,1 0 0 0,2 0 0 16,0-12 128-16,2 12-128 0,1 2 192 0,4 0-64 0,2 1-128 0,1 1 192 16,2-4-192-16,2 2 192 15,2 0-192-15,1-1 0 0,2 1 144 0,0 2-144 16,1-1 0-16,3-1 128 0,-1 2-128 0,2-3 0 16,-1 1 0-16,-1 0 0 0,-1 2 0 0,-2-1-128 0,-2 1 128 0,-1-1 0 15,-4-1 0-15,-2-2 0 0,-1-2 0 0,-4 1 0 16,-3-1 0-16,-2 1 0 0,-2-1 0 0,-3 2-128 0,-2-2 128 15,-2-1-128-15,-1-2 128 0,-2 0-128 16,-2 0 128-16,-1-2-128 16,-3 2-240-16,3-2-32 15,-1 0-16-15,2-1 0 0,1-1-352 0,1 0-64 0,1-3 0 0,3 0-16 16,8 0-1760-16,-9 0-336 0,9 0-80 0</inkml:trace>
          <inkml:trace contextRef="#ctx0" brushRef="#br0" timeOffset="84184.5471">10270 6083 20271 0,'0'0'1792'0,"0"0"-1424"16,0 0-368-16,0 0 0 0,0 0 1104 0,0 0 160 15,0 0 16-15,0 0 16 0,0 0-288 0,2 13-64 16,1 1-16-16,1 0 0 0,-3-2 32 0,1 2 0 0,0 1 0 0,1 3 0 15,1 1-16-15,-1 0 0 0,2 0 0 0,2 1 0 0,0-1-432 0,0 2-64 32,2-4-32-32,-2 1 0 0,1-3-288 0,1 2-128 15,0-3 128-15,-1 0-128 0,1 1-448 0,-1 3-192 0,-1 1-16 0,-3-2-16 16,-1-1-2640-16,1-4-528 0</inkml:trace>
        </inkml:traceGroup>
        <inkml:traceGroup>
          <inkml:annotationXML>
            <emma:emma xmlns:emma="http://www.w3.org/2003/04/emma" version="1.0">
              <emma:interpretation id="{6E2FA6CF-D4E9-454A-AFF9-BB80DE486A0F}" emma:medium="tactile" emma:mode="ink">
                <msink:context xmlns:msink="http://schemas.microsoft.com/ink/2010/main" type="inkWord" rotatedBoundingBox="17217,6209 18871,6175 18879,6548 17225,6582"/>
              </emma:interpretation>
              <emma:one-of disjunction-type="recognition" id="oneOf20">
                <emma:interpretation id="interp36" emma:lang="" emma:confidence="1">
                  <emma:literal/>
                </emma:interpretation>
              </emma:one-of>
            </emma:emma>
          </inkml:annotationXML>
          <inkml:trace contextRef="#ctx0" brushRef="#br0" timeOffset="86479.5341">11747 5938 10127 0,'0'0'896'0,"0"0"-704"0,0 0-192 0,0 0 0 0,0 0 2624 0,0 0 512 0,0 0 80 0,0 0 32 16,4-9-1168-16,-1 0-224 0,3 2-64 0,-6 7 0 15,5-6-528-15,2 0-112 0,0 1-32 0,1 0 0 0,1 0-656 0,1 1-128 16,2 1-16-16,4-1-16 16,-1 3-304-16,4-1 128 0,4 0-128 0,1 1 0 15,4 1 0-15,-1 1 0 0,2 1 0 0,1 0 0 16,1 1-1792-16,-2 2-320 0,-3-1-64 0</inkml:trace>
          <inkml:trace contextRef="#ctx0" brushRef="#br0" timeOffset="86652.4834">11801 6105 4607 0,'0'0'400'0,"0"0"-400"15,0 0 0-15,0 0 0 0,9 3 3648 0,3-3 656 16,0-1 128-16,2-1 32 0,1-1-2496 0,4-1-496 0,0-1-112 0,4 1-16 0,2 1-192 0,5 0-32 15,3-3-16-15,1 1 0 16,4 0-736-16,2 2-160 0,3-3-16 0,0 1-9040 31,-2 0-1808-31</inkml:trace>
          <inkml:trace contextRef="#ctx0" brushRef="#br0" timeOffset="87079.5352">12800 5749 3679 0,'0'0'160'0,"0"0"32"0,0 0-192 0,0 0 0 0,0 0 0 0,0 0 0 16,0 0 6096-16,0 0 1184 0,0 0 224 0,0 0 48 15,0 0-5376-15,0 0-1088 0,-3 13-224 0,-1-1-32 0,3 1-336 0,1 1-64 0,0-2-16 0,0 2 0 31,1 0-96-31,3 1-32 0,-1 1 0 0,3 0 0 16,0-1-96-16,3 1 0 0,0 3-16 0,1 0 0 0,2-6-176 0,2 3 0 16,1-2 0-16,3 1 128 15,-1 1-128-15,2-2 0 0,2-1 0 0,1-1 0 16,1 1 0-16,1-5 0 0,0-1 0 0,0-2 0 0,0 0-256 0,2-1 32 0,0-2 0 0,2-2 0 16,-3 0-16-16,3-2 0 0,0-2 0 0,-1-1 0 15,-1 0 32-15,-2-2 0 0,-3-3 0 0,-4 1 0 0,-3 1 208 16,-3-1 0-1,-6 0 0-15,-4 2 0 0,-2-3 0 0,-4 1 128 0,-6 3 0 0,-3-1-128 16,-3 0 272-16,-2 2-48 16,-2-1-16-16,-3 3 0 0,-3 3-80 0,-3 0 0 15,1 3-128-15,0 3 192 0,-2-1-192 0,1 2 0 0,3 0 0 0,-3 1 0 0,-1 4 0 16,0 4 0 0,-2-1 0-16,2 3 0 15,-2-1-2544-15,2-2-496 0</inkml:trace>
        </inkml:traceGroup>
      </inkml:traceGroup>
    </inkml:traceGroup>
    <inkml:traceGroup>
      <inkml:annotationXML>
        <emma:emma xmlns:emma="http://www.w3.org/2003/04/emma" version="1.0">
          <emma:interpretation id="{EC453B1B-C2E0-4269-B546-ED4DA6CAFC60}" emma:medium="tactile" emma:mode="ink">
            <msink:context xmlns:msink="http://schemas.microsoft.com/ink/2010/main" type="paragraph" rotatedBoundingBox="8486,7647 19925,7214 19953,7959 8514,8392" alignmentLevel="6"/>
          </emma:interpretation>
        </emma:emma>
      </inkml:annotationXML>
      <inkml:traceGroup>
        <inkml:annotationXML>
          <emma:emma xmlns:emma="http://www.w3.org/2003/04/emma" version="1.0">
            <emma:interpretation id="{7F1FA36E-1041-4B40-AA9C-5B1B49783E0A}" emma:medium="tactile" emma:mode="ink">
              <msink:context xmlns:msink="http://schemas.microsoft.com/ink/2010/main" type="line" rotatedBoundingBox="8486,7647 19925,7214 19953,7959 8514,8392"/>
            </emma:interpretation>
          </emma:emma>
        </inkml:annotationXML>
        <inkml:traceGroup>
          <inkml:annotationXML>
            <emma:emma xmlns:emma="http://www.w3.org/2003/04/emma" version="1.0">
              <emma:interpretation id="{62EE113B-4727-468C-9C52-FE4C42E62F32}" emma:medium="tactile" emma:mode="ink">
                <msink:context xmlns:msink="http://schemas.microsoft.com/ink/2010/main" type="inkWord" rotatedBoundingBox="8487,7675 10700,7591 10723,8185 8509,8269"/>
              </emma:interpretation>
              <emma:one-of disjunction-type="recognition" id="oneOf21">
                <emma:interpretation id="interp37" emma:lang="" emma:confidence="1">
                  <emma:literal/>
                </emma:interpretation>
              </emma:one-of>
            </emma:emma>
          </inkml:annotationXML>
          <inkml:trace contextRef="#ctx0" brushRef="#br0" timeOffset="89036.7981">4638 7258 25103 0,'0'0'1104'0,"0"0"240"0,-8 2-1072 16,-1-1-272-16,-1 1 0 0,-1 0 0 0,-1 3 496 0,-2 2 32 15,-1 0 16-15,-2 3 0 0,-2 2-128 0,0 0-32 16,-2-1 0-16,2 1 0 0,0 2-64 0,0-2 0 15,0 3-16-15,0 2 0 0,2-1-112 0,0 3-32 16,1 0 0-16,2-2 0 0,0 4-400 0,2-2-80 0,0 0 0 16,2 0-16-1,3-2-2288-15,2-1-464 0,0-4-96 0,1-2-16 0</inkml:trace>
          <inkml:trace contextRef="#ctx0" brushRef="#br0" timeOffset="89238.3443">4081 7362 20783 0,'0'0'912'0,"0"0"208"0,0 0-896 0,0 0-224 0,0 0 0 0,12-4 0 15,2 4 816-15,1 2 112 0,1 0 32 0,1 3 0 16,2 0-368-16,3 3-64 0,6 3-16 0,3 3 0 16,2-1 16-16,0 5 0 0,0-1 0 0,1 0 0 15,1 0-112-15,-4 1-32 0,0-3 0 0,-2 3 0 16,-1-1-384-16,-1 0 0 0,1-1 0 0,-2-3-8704 15,-2-2-1696-15</inkml:trace>
          <inkml:trace contextRef="#ctx0" brushRef="#br0" timeOffset="89464.9835">5056 7420 14735 0,'0'0'1312'0,"0"0"-1056"16,0 0-256-16,0 0 0 0,0 0 3488 0,0 0 640 0,0 0 128 0,9 7 32 0,-9-7-2848 0,12 12-560 16,0 2-112-16,0 0-32 15,-2-2 80-15,2 2 16 0,2-1 0 0,0 1 0 16,-2 2-464-16,0-1-96 0,0-1-16 0,-1 0 0 16,-3 0-256-16,1 0-192 0,-2-1 16 0,0-1 16 31,-1 1-1984-31,1-1-400 0,-3-2-80 0</inkml:trace>
          <inkml:trace contextRef="#ctx1" brushRef="#br0">3035 7815 0,'0'0'0</inkml:trace>
          <inkml:trace contextRef="#ctx0" brushRef="#br0" timeOffset="88759.1647">3382 7272 14735 0,'0'0'1312'0,"0"0"-1056"15,0 0-256-15,-2-9 0 0,-1-1 2512 0,1 1 448 16,-2 2 96-16,4 7 16 0,-3-7-1312 0,0 0-256 16,3 7-48-16,0 0-16 0,-9 4-304 0,0 1-64 15,-1 4-16-15,0 3 0 0,-1 2-624 0,-1 6-128 0,-2 1-32 0,2 5 0 16,0 0-16-16,2 5-16 16,1 2 0-16,2-1 0 0,2 1 16 0,2-2 16 15,3 2 0-15,3 0 0 0,4 0-272 0,2-4 160 0,1-1-160 0,2-4 128 16,2-4-128-16,1-1 0 15,4-5 0-15,4-2 0 0,1-3-192 0,2-2-80 16,1-2-16-16,6-1 0 0,2-1 16 0,1-1 0 16,2-2 0-16,2-4 0 0,-1-1 80 0,-1 0 0 0,-5-2 16 0,-2-2 0 15,-3-3-16-15,-6 0 0 0,-3-2 0 0,-3-1 0 16,-4-1 192-16,-5 3-128 16,-7-3 128-16,-2 0-128 0,-3-1 128 0,-5 0 0 0,-6 3 0 0,-5 4 0 15,-5 1 0-15,-6 2-128 16,-8 2 128-16,-3 0-128 0,0 1 128 0,-2 3 0 15,2-1 0-15,1 4 0 0,4 1-144 0,4 1 0 0,4-1 0 0,4 1 0 16,4-1-1936-16,5-1-384 0,5-1-80 16</inkml:trace>
        </inkml:traceGroup>
        <inkml:traceGroup>
          <inkml:annotationXML>
            <emma:emma xmlns:emma="http://www.w3.org/2003/04/emma" version="1.0">
              <emma:interpretation id="{C1EB94DD-23EE-40D7-A4AA-F3029F6B029E}" emma:medium="tactile" emma:mode="ink">
                <msink:context xmlns:msink="http://schemas.microsoft.com/ink/2010/main" type="inkWord" rotatedBoundingBox="11414,7645 14171,7541 14195,8177 11438,8282"/>
              </emma:interpretation>
              <emma:one-of disjunction-type="recognition" id="oneOf22">
                <emma:interpretation id="interp38" emma:lang="" emma:confidence="1">
                  <emma:literal/>
                </emma:interpretation>
              </emma:one-of>
            </emma:emma>
          </inkml:annotationXML>
          <inkml:trace contextRef="#ctx0" brushRef="#br0" timeOffset="90444.2289">7365 7218 21183 0,'0'0'1888'0,"0"0"-1504"16,0 0-384-16,0 0 0 0,0 0 2720 0,-10 9 480 15,0 3 80-15,-2 2 32 16,-1 0-2480-16,1 1-480 0,-1-1-96 0,-1 1-32 0,0 1 96 0,2-4 32 15,0 2 0-15,0 0 0 0,1-1-352 0,3 1 144 16,-1-3-144-16,0-4 0 0,1 1 0 0,-1 1 0 16,2-2-160-16,-1 0 160 15,-1-2-896-15,0-2-48 0,9-3-16 0,-7 2-8816 16,7-2-1760-16</inkml:trace>
          <inkml:trace contextRef="#ctx0" brushRef="#br0" timeOffset="90619.9211">6936 7296 19343 0,'0'0'848'0,"0"0"192"0,0 0-832 0,0 0-208 15,0 0 0-15,0 0 0 0,12 3 2448 0,1 3 448 0,3-1 96 0,3 2 16 0,3 0-1920 0,4 3-368 16,4 0-80-16,4-1 0 16,4-4-32-16,4 4 0 0,1-1 0 0,2 1 0 0,-2-4-448 0,0 0-160 15,2 0 0-15,0 1 144 31,-1-1-1280-31,1-2-256 0,-2 1-48 0,-1-1-7984 0,-4 1-1600 0</inkml:trace>
          <inkml:trace contextRef="#ctx0" brushRef="#br0" timeOffset="91001.6706">7971 7431 15663 0,'0'0'1392'0,"0"0"-1120"0,0 0-272 0,0 0 0 16,0 0 2224-16,0 0 384 0,10 1 80 0,1 1 0 16,-1-2-1056-16,-10 0-224 0,0 0-32 0,12 5-16 0,2 0-128 0,0 1-16 15,0-1-16-15,-1 2 0 0,1-2-352 0,2 0-64 0,-1 2-16 0,1 1 0 16,-4 1-304-16,0 0-64 0,0-1-16 0,-2 3 0 0,-1-3-80 0,0 1-32 16,-1 1 0-16,-1 1 0 0,-3-1-144 15,-3 0-128-15,1 1 144 0,0 1-144 16,-2-2 144-16,-2 2-144 0,-1 0 128 0,-1 0-128 15,-1-1 176-15,-2-1-48 0,-1 2-128 0,-1 2 192 16,0-4-32-16,1 1-16 0,-3-3 0 0,3 3 0 16,1-3-144-16,2 1 160 0,5-9-160 0,0 0 160 15,0 0-160-15,0 0 0 16,0 0 0-16,0 0 0 0,0 0 0 0,10 3 0 0,4-1 128 0,1-4-128 0,3-1 0 16,2-2 0-16,6 0 0 0,4-1 0 15,2-2-192-15,5-1-80 16,4 1-16-16,4-3 0 0,1-1-192 0,-1 2-32 15,2-2-16-15,-2 1 0 0,-2-1-1616 0,-5 0-320 16,-5-2-64-16</inkml:trace>
          <inkml:trace contextRef="#ctx0" brushRef="#br0" timeOffset="89987.3246">5953 7391 14735 0,'0'0'1312'0,"0"0"-1056"0,-5-5-256 0,5 5 0 16,0 0 1664-16,0 0 256 0,-1-9 64 0,1 9 16 15,0 0-976-15,5-9-192 0,0-1-32 0,2 3-16 16,1 0 160-16,3 2 16 0,1 0 16 0,0 0 0 0,0-2-80 0,4 2-32 16,-1 1 0-16,4 1 0 15,2-1-464-15,1 1-80 0,2 1-32 0,2 0 0 16,2 1-288-16,1 1 128 0,1 0-128 0,-1 1 0 16,-1-1-1424-16,-1 0-400 0,-1-1-80 0,-2-1-16 0</inkml:trace>
          <inkml:trace contextRef="#ctx0" brushRef="#br0" timeOffset="90159.4897">6043 7203 12895 0,'0'0'1152'0,"0"0"-928"16,0 0-224-16,0 0 0 0,0 0 3264 0,0 0 624 0,0 0 112 0,0 0 32 0,9 12-2224 0,-1 0-432 15,3 2-96-15,1 1 0 16,5 1 176-16,0 1 32 15,1 0 16-15,1 2 0 0,0 0-896 0,1 2-176 0,-1-4-48 0,0 4 0 16,-1 0-384-16,-3-1-192 16,-1 3 0-16,0-3 16 15,-2 1-2032-15,0 2-416 0,-2-3-64 0</inkml:trace>
        </inkml:traceGroup>
        <inkml:traceGroup>
          <inkml:annotationXML>
            <emma:emma xmlns:emma="http://www.w3.org/2003/04/emma" version="1.0">
              <emma:interpretation id="{E15AE198-CD9E-4181-900E-87AB302643D8}" emma:medium="tactile" emma:mode="ink">
                <msink:context xmlns:msink="http://schemas.microsoft.com/ink/2010/main" type="inkWord" rotatedBoundingBox="14727,7689 15335,7666 15344,7926 14737,7949"/>
              </emma:interpretation>
              <emma:one-of disjunction-type="recognition" id="oneOf23">
                <emma:interpretation id="interp39" emma:lang="" emma:confidence="1">
                  <emma:literal/>
                </emma:interpretation>
              </emma:one-of>
            </emma:emma>
          </inkml:annotationXML>
          <inkml:trace contextRef="#ctx0" brushRef="#br0" timeOffset="91581.0733">9297 7418 2751 0,'0'0'256'0,"0"0"-256"0,-9 2 0 0,9-2 0 16,-9-2 3824-16,9 2 720 0,0 0 128 0,0 0 48 15,-10-1-2528-15,1-3-496 0,9 4-96 0,0 0-32 16,0 0-128-16,0 0-32 0,6-5 0 0,2 0 0 0,6-2-496 0,3 2-96 16,4 1-32-16,3 1 0 0,2-1-480 0,5 1-112 15,2 0 0-15,3 1-16 0,2 2-176 0,0-2 128 0,2-1-128 0,-1 1 128 32,3 4-512-32,-1-4-96 0,1-1-32 0,-3-1-14144 15</inkml:trace>
          <inkml:trace contextRef="#ctx0" brushRef="#br0" timeOffset="91794.0769">9492 7241 13823 0,'0'0'1216'0,"0"0"-960"15,0 0-256-15,0 0 0 0,0 0 4160 0,0 0 768 16,0 0 176-16,10 10 16 0,0 0-3376 0,4 1-672 15,2-3-144-15,3 4-32 0,0 1 64 0,3 0 0 16,2 1 0-16,2 0 0 0,0 0-720 0,2 0-240 0,-1-2 144 0,-1 3-144 16,-3-1 0-16,-3-2-192 0,-1 0 0 0,-1 0 16 31,-5 4-1904-31,-2-6-384 0,-3 0-80 0</inkml:trace>
        </inkml:traceGroup>
        <inkml:traceGroup>
          <inkml:annotationXML>
            <emma:emma xmlns:emma="http://www.w3.org/2003/04/emma" version="1.0">
              <emma:interpretation id="{2D152C8C-0CC5-4F63-A6DB-B5AF35528561}" emma:medium="tactile" emma:mode="ink">
                <msink:context xmlns:msink="http://schemas.microsoft.com/ink/2010/main" type="inkWord" rotatedBoundingBox="16263,7408 17708,7353 17734,8023 16289,8078"/>
              </emma:interpretation>
              <emma:one-of disjunction-type="recognition" id="oneOf24">
                <emma:interpretation id="interp40" emma:lang="" emma:confidence="1">
                  <emma:literal/>
                </emma:interpretation>
              </emma:one-of>
            </emma:emma>
          </inkml:annotationXML>
          <inkml:trace contextRef="#ctx0" brushRef="#br0" timeOffset="92307.0331">10959 7094 11967 0,'3'-12'1072'0,"1"0"-864"15,1 0-208-15,0-2 0 0,-2 0 1856 0,-1 2 336 0,0 0 64 0,0 3 16 16,-2 1-80-16,-2 1-16 16,-2 0 0-16,-1 0 0 0,-2 4-544 0,-1 1-112 15,-4 4-32-15,0 3 0 0,-2-2-608 0,-2 4-128 16,1 2-32-16,-1 1 0 0,1 0-208 0,1 2-32 0,0 2-16 0,2 0 0 15,2-2-464-15,3 0 128 16,1 0-128-16,5 0 0 0,1-1 0 0,1-1 0 16,5 2 0-16,1-1 0 0,1-3 0 0,4 3 0 0,4-1 0 0,1-1 0 15,4-1 0-15,1 1 0 0,2-1 0 0,2 1-160 16,2-2 160-16,-2 0 0 0,0 0-144 0,0 1 144 0,-1 3 0 0,-2 1 0 31,-2-2 0-31,-4 1 0 0,-2-1 0 0,-1 0 0 0,-2-1 0 0,-3 1 0 16,-4 2 0-16,-1 0 0 0,-4-12 0 0,-2 13 0 0,-3-3 0 0,-2 2 0 15,-2 0 0-15,-3-2 0 0,-5-3 0 0,-2 2 0 0,-2-2 0 0,0 0 0 32,-1-2 0-32,1 2 0 0,-1-2 0 0,1 2 0 0,2-2-304 0,2-1 16 15,1-1 0-15,2 0 0 16,2-1-2064-16,2-2-400 0,1-2-96 16</inkml:trace>
          <inkml:trace contextRef="#ctx0" brushRef="#br0" timeOffset="92697.1155">11373 7318 17503 0,'0'0'1552'0,"0"0"-1232"16,0 0-320-16,12 4 0 0,0-1 2496 0,0-1 432 0,-1 1 80 0,1 1 32 15,1-4-1104-15,3 3-208 0,0 3-64 0,1-3 0 16,2-1-544-16,0 1-112 0,0 1-32 0,1-3 0 15,1 3-432-15,0-1-96 0,0 2 0 0,-2-3-16 16,-2 0-176-16,2 1-48 16,-2 4 0-16,0-2 0 0,-3-3-208 0,-2 3 0 0,-1 0 0 0,-11-5 0 15,0 0 0-15,0 0 128 0,0 0-128 0,0 0 0 16,0 0 176-16,0 0-16 0,-2 13 0 0,-2-1 0 16,-1 0 112-16,-2-4 32 0,-3 3 0 0,0 1 0 15,-1-5-96-15,1 3-16 0,1 0 0 0,1 1 0 16,1-3-192-16,7-8 0 0,0 0 0 0,-4 11 0 15,4-11 0-15,2 12 0 0,-2-12 0 0,9 10 0 16,1-1 0-16,4-4 0 0,3 0 0 0,4 0 0 0,1-1 0 16,4-1 0-16,3-1 0 0,6 0 0 0,3-1 0 0,2 3-160 15,-1-1 0-15,4-1 0 16,4-2-352-16,-2-2-64 0,-2 1 0 0,-3-1-16 16,-4 2-1728-16,-5-2-352 0</inkml:trace>
        </inkml:traceGroup>
        <inkml:traceGroup>
          <inkml:annotationXML>
            <emma:emma xmlns:emma="http://www.w3.org/2003/04/emma" version="1.0">
              <emma:interpretation id="{96A4CD77-0A08-44B9-8C4B-6291B53158DD}" emma:medium="tactile" emma:mode="ink">
                <msink:context xmlns:msink="http://schemas.microsoft.com/ink/2010/main" type="inkWord" rotatedBoundingBox="18265,7277 19925,7214 19945,7739 18285,7802"/>
              </emma:interpretation>
              <emma:one-of disjunction-type="recognition" id="oneOf25">
                <emma:interpretation id="interp41" emma:lang="" emma:confidence="1">
                  <emma:literal/>
                </emma:interpretation>
              </emma:one-of>
            </emma:emma>
          </inkml:annotationXML>
          <inkml:trace contextRef="#ctx0" brushRef="#br0" timeOffset="95030.0177">13910 6901 27983 0,'0'0'1232'0,"0"0"272"0,-3-9-1200 0,-1 2-304 0,1 0 0 0,3 7 0 15,1-7 1664-15,-1 7 256 16,4-7 64-16,1 1 16 16,2-1-2000-16,2 0-496 0,1 0-48 0,2 0-16 0,2 0 560 0,0 2 128 0,0-2 0 0,3 2 16 15,2 0 160-15,1 1 16 0,3 1 16 0,-1-1 0 16,-1 2-144-16,0 2-48 0,-1 0 0 0,1 2 0 15,-2 0 0-15,-2 1 0 0,-3-1 0 0,-3 2 0 16,-11-4-144-16,0 0 0 0,0 0 0 0,0 0 0 0,0 0 0 16,0 0 128-16,-2 10-128 0,-2-1 0 15,-2-1 192-15,-1-1-32 16,-2-2-16-16,-1 0 0 0,-2 1 48 0,-1-1 16 0,1 0 0 0,0 0 0 16,0-1-208-16,2-1 144 15,3 2-144-15,7-5 128 0,0 0-128 0,-5 9 0 0,0-1 0 0,3 1 0 16,4 1 0-16,1 3 0 0,1-3 0 0,2 0 0 15,5 1 0-15,1 1 0 0,2 2 0 0,1-1 0 0,4 3 0 0,2-1 0 16,3 3 0-16,2-3 0 16,-4 1 0-16,3 1 0 0,-1-1 128 0,-4-1-128 0,-2 2 0 0,1-1 0 15,1-2 0-15,-2-1 0 0,-5 3 0 0,-2-2 0 16,-4-4 0-16,-2 1 0 16,-2-3 0-16,-4 1 0 0,-6-2 0 0,0 1 0 15,2-1 176-15,-2 0 0 0,-5-2 0 0,-2 0 0 16,-3-1 144-16,-2-1 16 0,-2-1 16 0,0 0 0 15,-1 0-224-15,-1-1-128 0,-1 1 160 0,0-2-160 16,0-2 0-16,-2 2-288 0,-2 2 32 0,-1-2 16 16,0 0-1792-16,-2 0-352 15,-33-2-80-15,5-6-16 0</inkml:trace>
          <inkml:trace contextRef="#ctx0" brushRef="#br0" timeOffset="94316.6924">12807 7236 13823 0,'0'0'1216'0,"0"0"-960"15,0 0-256-15,0 0 0 0,0 0 2880 0,-1-7 512 0,1 0 128 0,0 0 0 16,0 0-1408-16,0 0-304 15,0 7-48-15,0 0-16 0,3-7-464 0,4 4-112 0,3 1-16 0,2 0 0 32,2-3-640-32,3 2-144 0,2 1-32 0,6-2 0 0,4 1-336 0,2-1 128 15,3-1-128-15,3 2 0 0,-1-1-208 0,2 1-112 0,-2-1-32 0,-1 4 0 32,-3 4-2656-32,-4-2-512 0</inkml:trace>
          <inkml:trace contextRef="#ctx0" brushRef="#br0" timeOffset="94494.5273">13075 7329 19343 0,'0'0'1728'32,"10"0"-1392"-32,0-2-336 0,4 0 0 0,2 2 1792 0,3 0 304 0,0-1 48 0,3-3 16 15,4-1-720-15,3 1-144 0,3 1-16 0,4 0-16 16,3-3-608-16,5 3-112 0,0 1-32 0,1 0 0 31,0 1-1392-31,-3 1-272 0,-1-2-64 0</inkml:trace>
        </inkml:traceGroup>
      </inkml:traceGroup>
    </inkml:traceGroup>
    <inkml:traceGroup>
      <inkml:annotationXML>
        <emma:emma xmlns:emma="http://www.w3.org/2003/04/emma" version="1.0">
          <emma:interpretation id="{3FE59AD7-2859-4EFE-B970-C1CACD78CF43}" emma:medium="tactile" emma:mode="ink">
            <msink:context xmlns:msink="http://schemas.microsoft.com/ink/2010/main" type="paragraph" rotatedBoundingBox="7051,9005 17208,8858 17217,9487 7060,9633" alignmentLevel="5"/>
          </emma:interpretation>
        </emma:emma>
      </inkml:annotationXML>
      <inkml:traceGroup>
        <inkml:annotationXML>
          <emma:emma xmlns:emma="http://www.w3.org/2003/04/emma" version="1.0">
            <emma:interpretation id="{A55FC36C-F3CA-4A8B-80CC-66A69F1C2C51}" emma:medium="tactile" emma:mode="ink">
              <msink:context xmlns:msink="http://schemas.microsoft.com/ink/2010/main" type="inkBullet" rotatedBoundingBox="7052,9089 7403,9083 7405,9218 7054,9223"/>
            </emma:interpretation>
            <emma:one-of disjunction-type="recognition" id="oneOf26">
              <emma:interpretation id="interp42" emma:lang="" emma:confidence="0">
                <emma:literal>-</emma:literal>
              </emma:interpretation>
            </emma:one-of>
          </emma:emma>
        </inkml:annotationXML>
        <inkml:trace contextRef="#ctx0" brushRef="#br0" timeOffset="115127.5502">1597 8784 8287 0,'0'0'368'0,"-7"-9"80"0,2-1-448 0,5 10 0 0,-3-12 0 0,3 12 0 15,-2-12 3840-15,2 12 704 0,5-14 128 0,4 3 16 16,1 4-3104-16,2 1-624 0,0-3-128 0,2 2-32 0,0 4-192 0,0-3-32 16,-1-1-16-16,3 2 0 0,1 2-176 0,1-1-48 15,-1-1 0-15,2 0 0 0,1 3-336 0,1 6 144 16,-2 4-144-16,0-1 0 0,-2-3 0 0,1 3 0 15,-1 3 0-15,-2 0-9328 16,-1-1-1808-16</inkml:trace>
      </inkml:traceGroup>
      <inkml:traceGroup>
        <inkml:annotationXML>
          <emma:emma xmlns:emma="http://www.w3.org/2003/04/emma" version="1.0">
            <emma:interpretation id="{80AB55A8-6FFA-4805-903E-B35F094DAEDE}" emma:medium="tactile" emma:mode="ink">
              <msink:context xmlns:msink="http://schemas.microsoft.com/ink/2010/main" type="line" rotatedBoundingBox="7939,8992 17208,8858 17217,9487 7949,9621">
                <msink:destinationLink direction="with" ref="{C4835EDF-4A47-4A34-B77D-059C38EE96C7}"/>
                <msink:destinationLink direction="with" ref="{D3E00D3D-FE3F-4CDC-9315-818AC745D2C0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68F9B3D3-31D5-4551-B97A-CA543D8BD822}" emma:medium="tactile" emma:mode="ink">
                <msink:context xmlns:msink="http://schemas.microsoft.com/ink/2010/main" type="inkWord" rotatedBoundingBox="7940,9029 9020,9013 9029,9605 7949,9621"/>
              </emma:interpretation>
              <emma:one-of disjunction-type="recognition" id="oneOf27">
                <emma:interpretation id="interp43" emma:lang="" emma:confidence="1">
                  <emma:literal/>
                </emma:interpretation>
              </emma:one-of>
            </emma:emma>
          </inkml:annotationXML>
          <inkml:trace contextRef="#ctx0" brushRef="#br0" timeOffset="116474.905">2543 8639 6447 0,'0'0'576'0,"-14"0"-576"16,0 0 0-16,2-4 0 0,0 1 1888 0,12 3 272 16,-12-4 48-16,12 4 16 0,-12-5-608 0,12 5-112 0,0 0-32 0,0 0 0 15,0 0-576-15,0 0-128 16,0 0-32-16,0 0 0 0,2-14-160 0,-2 14-48 0,12-8 0 0,3 3 0 16,1 1-144-16,1 2-48 0,2 1 0 0,2 2 0 15,0 3 176-15,-1-2 48 0,-1 1 0 0,0 4 0 16,-1 2-240-16,-3 1-64 0,-1-1 0 0,-14-9 0 0,14 12-64 15,-2 1 0-15,-2-1-16 0,-10-12 0 16,7 16 32-16,-7-16 16 0,5 21 0 0,-3-6 0 16,-2-15 32-16,0 0 0 0,3 18 0 0,-1-1 0 15,-2-17-64-15,0 21-16 0,0-4 0 0,-2 2 0 16,1-2 16-16,-3 0 0 0,1 1 0 0,-1-5 0 0,1 3 0 0,-1 1 0 0,-1 0 0 0,2 1 0 31,-1-1 0-31,-1 2 16 0,-2 2 0 0,2-1 0 0,-2-1-64 0,2 0-16 16,-2-1 0-16,0-1 0 0,0 0-128 0,0-3 0 0,2-4 0 0,2 1 0 15,3-11 0-15,-2 10 128 0,2-10-128 0,0 0 128 16,2 10-128-16,-2-10 0 16,0 0 0-16,17 7 0 15,0-5 192-15,6-4 0 0,4-1 0 0,8-1 0 0,6 1 0 0,6-4 0 16,3-5 0-16,3-4 0 0,3-4-64 0,1-5 0 16,0-2 0-16,1 3 0 0,-1 3-128 0,0 5 0 15,0 3 0-15,-3 7 0 16,-3 10-992-16,-4 3-288 0,-7 0-48 0</inkml:trace>
          <inkml:trace contextRef="#ctx0" brushRef="#br0" timeOffset="115497.6433">2678 8630 15663 0,'0'0'688'0,"0"0"144"0,0 0-656 0,0 0-176 0,0 0 0 0,0 0 0 15,13-5 1120-15,-13 5 192 16,14-4 32-16,-14 4 16 0,0 0-1104 0,0 0-256 0,0 0 0 0,0 0 0 16,0 0 144-16,9 13 16 0,-9-13 0 0,7 15 0 0,-7-15 448 15,3 17 96-15,-3-17 0 0,4 19 16 0,-3 0-160 0,1-3-48 31,-2-16 0-31,4 19 0 0,-4-19-64 0,3 19 0 0,0-2-16 0,1-1 0 16,-1-1-176-16,-3-15-48 0,7 19 0 0,0-3 0 16,-7-16-208-16,9 17 176 0,-1-5-176 0,3 2 160 15,1-2-160-15,2-2 192 0,-1-1-192 0,3-1 192 16,0 1 16-16,-3 0 16 0,1-2 0 0,2 1 0 16,-1-1-16-16,1 0 0 0,-2-2 0 15,3-1 0-15,2-1-208 0,2 1 176 0,1-1-176 0,0-1 160 16,-1-2-160-16,2 2 0 0,1 1 144 0,0-1-144 31,2-4-1984-31,1-3-480 0</inkml:trace>
        </inkml:traceGroup>
        <inkml:traceGroup>
          <inkml:annotationXML>
            <emma:emma xmlns:emma="http://www.w3.org/2003/04/emma" version="1.0">
              <emma:interpretation id="{81A99311-6A37-43C9-8150-1CBAE3ACD896}" emma:medium="tactile" emma:mode="ink">
                <msink:context xmlns:msink="http://schemas.microsoft.com/ink/2010/main" type="inkWord" rotatedBoundingBox="10494,8955 11764,8937 11771,9394 10500,9412"/>
              </emma:interpretation>
              <emma:one-of disjunction-type="recognition" id="oneOf28">
                <emma:interpretation id="interp44" emma:lang="" emma:confidence="1">
                  <emma:literal/>
                </emma:interpretation>
              </emma:one-of>
            </emma:emma>
          </inkml:annotationXML>
          <inkml:trace contextRef="#ctx0" brushRef="#br0" timeOffset="118161.7399">5030 8854 15663 0,'0'0'1392'0,"0"0"-1120"16,-5-12-272-16,5 12 0 0,3-12 2112 0,4 2 384 15,2 1 64-15,5 2 0 0,3 0-1568 0,4 2-320 0,5-2-64 0,1 2-16 16,4 0-96-16,4 0-32 0,1 0 0 0,5 1 0 0,3 1-112 0,2-1-32 15,3-3 0-15,2 4 0 16,1 3-192-16,3-2-128 0,4-3 160 0,-2 3-160 16,-2 6 0-16,-5-1-128 0,-5-3-16 0,-5 0-13136 15</inkml:trace>
          <inkml:trace contextRef="#ctx0" brushRef="#br0" timeOffset="118419.2867">6167 8620 21183 0,'0'0'944'0,"4"-12"192"0,1 0-912 0,0-2-224 0,0-4 0 0,2 3 0 16,2 3 1536-16,0 2 256 0,-1-1 48 0,1 1 16 0,1 3 240 0,-10 7 48 15,0 0 16-15,0 0 0 0,0 0-1952 0,0 0-384 0,11 12-80 0,-3 2 0 16,-3 5 256-16,-1-2 144 0,-4 0-16 0,-2 2 0 15,0 2-128-15,1-2 0 16,-3 0 0-16,3 0 128 0,-1 2-128 0,0 1 0 16,2 1 144-16,2 1-144 0,1 3 0 0,2 6 0 0,4 3 0 15,3 8-10448-15,2 6-2128 0</inkml:trace>
        </inkml:traceGroup>
        <inkml:traceGroup>
          <inkml:annotationXML>
            <emma:emma xmlns:emma="http://www.w3.org/2003/04/emma" version="1.0">
              <emma:interpretation id="{3D7E92B8-28E4-4A1D-BEB5-D38EE3FAEC89}" emma:medium="tactile" emma:mode="ink">
                <msink:context xmlns:msink="http://schemas.microsoft.com/ink/2010/main" type="inkWord" rotatedBoundingBox="13793,9021 14718,9008 14722,9296 13797,9309"/>
              </emma:interpretation>
              <emma:one-of disjunction-type="recognition" id="oneOf29">
                <emma:interpretation id="interp45" emma:lang="" emma:confidence="0">
                  <emma:literal>°</emma:literal>
                </emma:interpretation>
                <emma:interpretation id="interp46" emma:lang="" emma:confidence="0">
                  <emma:literal>.</emma:literal>
                </emma:interpretation>
                <emma:interpretation id="interp47" emma:lang="" emma:confidence="0">
                  <emma:literal>o</emma:literal>
                </emma:interpretation>
                <emma:interpretation id="interp48" emma:lang="" emma:confidence="0">
                  <emma:literal>0</emma:literal>
                </emma:interpretation>
                <emma:interpretation id="interp49" emma:lang="" emma:confidence="0">
                  <emma:literal>-</emma:literal>
                </emma:interpretation>
              </emma:one-of>
            </emma:emma>
          </inkml:annotationXML>
          <inkml:trace contextRef="#ctx0" brushRef="#br0" timeOffset="119095.2017">8613 8644 21023 0,'0'0'928'0,"-8"-4"192"0,-5-2-896 0,1 2-224 16,0 1 0-16,0-1 0 0,2 1 768 0,-2-2 128 0,-4-1 0 15,1 1 16-15,-1 0-16 0,-1 0 0 0,-2 5 0 0,0 0 0 0,0 2-80 0,2 4-32 32,1 5 0-32,2 1 0 0,2-2-224 0,2 1-48 0,1-1-16 0,2 4 0 0,2 1-240 0,5-15-32 15,-2 18-16-15,6-3 0 16,1 2-208-16,4-1 0 0,-9-16 128 0,17 17-128 0,2-3 128 0,2 1-128 0,1 1 176 0,4-2-176 31,3-4 160-31,6 1-160 0,3-5 128 0,2 0-128 0,1-3 192 0,6-1-64 16,3-2 0-16,0-2 0 0,-2-3-128 0,0-2 0 15,1 0 0-15,-1-2 0 0,-1 1 0 0,-3-1 0 0,-2-1 0 16,-4 1 0 0,-5-3 0-16,-6 2 0 0,-4-1 0 0,-6-1 0 0,-8-1 128 0,-9-1 0 15,-9-4 0-15,-7 1 0 0,-8 0-128 0,-9 0 0 0,-8-2 0 0,-6 5-176 16,-4-2 176-16,-5 4 0 0,-1 5-144 0,-5 4 144 31,-3-1-464-31,-3 4-32 16,-1-1 0-16,6-1-9296 0,2 2-1872 0</inkml:trace>
        </inkml:traceGroup>
        <inkml:traceGroup>
          <inkml:annotationXML>
            <emma:emma xmlns:emma="http://www.w3.org/2003/04/emma" version="1.0">
              <emma:interpretation id="{DAC27A20-8504-4F6F-9C7A-0A5040255354}" emma:medium="tactile" emma:mode="ink">
                <msink:context xmlns:msink="http://schemas.microsoft.com/ink/2010/main" type="inkWord" rotatedBoundingBox="16489,8890 17208,8880 17215,9335 16495,9345"/>
              </emma:interpretation>
              <emma:one-of disjunction-type="recognition" id="oneOf30">
                <emma:interpretation id="interp50" emma:lang="" emma:confidence="0">
                  <emma:literal>o</emma:literal>
                </emma:interpretation>
                <emma:interpretation id="interp51" emma:lang="" emma:confidence="0">
                  <emma:literal>°</emma:literal>
                </emma:interpretation>
                <emma:interpretation id="interp52" emma:lang="" emma:confidence="0">
                  <emma:literal>0</emma:literal>
                </emma:interpretation>
                <emma:interpretation id="interp53" emma:lang="" emma:confidence="0">
                  <emma:literal>O</emma:literal>
                </emma:interpretation>
                <emma:interpretation id="interp54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119665.8485">11221 8616 20271 0,'-15'-10'896'0,"4"3"192"0,-1 2-880 0,0-2-208 0,0 0 0 0,2 2 0 16,-1 0 1440-16,1-1 240 0,-2 5 48 0,12 1 16 16,-16 3-912-16,2 2-192 0,1 1-48 0,2 0 0 15,1 3 80-15,1 1 16 0,9-10 0 0,-8 14 0 0,1 2-240 0,3 1-32 16,1 0-16-16,1-1 0 0,2-16-96 0,0 19-32 15,4-2 0-15,-1 0 0 0,-3-17-144 0,9 19-128 0,3-3 192 0,-2-1-192 16,-1 1 0-16,3-1 0 16,3-2 0-16,3-1 0 0,1-2 144 0,3-1-144 0,4-1 0 0,2-1 144 15,1 0-144-15,4 0 160 0,1-2-160 0,4-1 160 16,4-1-160-16,-1-3 0 0,0-2 0 0,1-1 128 16,-2-2-128-16,-2-2 0 0,-4-5 0 0,-5 0 0 15,-3 0 0-15,-5-2 192 0,-4-4-192 0,-3 3 192 16,-5-1-192-16,-4 3 0 15,-5-3 0-15,-5-1 128 0,-7-4 48 0,-6-1 0 0,-8-1 0 0,-8 1 0 16,-9 1-176-16,-4-7 0 0,-3-3 0 0,-3 2 0 16,-3-2 0-16,-1 3 0 0,-1 4 0 0,-1 14-10480 15,-1 15-2176-15</inkml:trace>
        </inkml:traceGroup>
      </inkml:traceGroup>
    </inkml:traceGroup>
    <inkml:traceGroup>
      <inkml:annotationXML>
        <emma:emma xmlns:emma="http://www.w3.org/2003/04/emma" version="1.0">
          <emma:interpretation id="{B2FD8C22-8864-4AF7-A319-FFB66CF04B47}" emma:medium="tactile" emma:mode="ink">
            <msink:context xmlns:msink="http://schemas.microsoft.com/ink/2010/main" type="paragraph" rotatedBoundingBox="7204,10350 17236,10031 17296,11940 7264,12259" alignmentLevel="5"/>
          </emma:interpretation>
        </emma:emma>
      </inkml:annotationXML>
      <inkml:traceGroup>
        <inkml:annotationXML>
          <emma:emma xmlns:emma="http://www.w3.org/2003/04/emma" version="1.0">
            <emma:interpretation id="{0A6F9687-F90C-479E-B538-E0E4149D83A6}" emma:medium="tactile" emma:mode="ink">
              <msink:context xmlns:msink="http://schemas.microsoft.com/ink/2010/main" type="line" rotatedBoundingBox="7204,10350 17208,10032 17228,10672 7224,10990">
                <msink:destinationLink direction="with" ref="{C4835EDF-4A47-4A34-B77D-059C38EE96C7}"/>
                <msink:destinationLink direction="with" ref="{D3E00D3D-FE3F-4CDC-9315-818AC745D2C0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A8555E7-3F7D-425E-8A01-1527473C8C3F}" emma:medium="tactile" emma:mode="ink">
                <msink:context xmlns:msink="http://schemas.microsoft.com/ink/2010/main" type="inkWord" rotatedBoundingBox="7206,10421 7894,10399 7910,10903 7222,10925"/>
              </emma:interpretation>
            </emma:emma>
          </inkml:annotationXML>
          <inkml:trace contextRef="#ctx0" brushRef="#br0" timeOffset="125145.5312">1941 10044 5519 0,'0'0'496'0,"0"0"-496"0,-14-2 0 0,2-2 0 0,0-1 2464 0,12 5 400 15,-14-5 80-15,14 5 0 16,-11-5-1216-16,11 5-256 0,0 0-64 0,0 0 0 15,0 0-496-15,0 0-96 0,-3-14-32 0,3 14 0 16,0 0-400-16,10-10-64 0,2 3-32 0,4 0 0 16,1 2-112-16,2 1-32 0,0 3 0 0,2 1 0 0,1 1-144 0,1 1 0 0,-1-2 144 0,2 2-144 15,-1 3 0-15,-2 0 144 16,-4 0-144-16,-2 0 0 0,-15-5 160 0,16 7-160 16,-2-1 128-16,-14-6-128 0,0 0 0 0,10 10 0 15,-10-10 0-15,0 0 0 0,0 0 0 0,0 0 0 0,-5 15 0 0,0-2 0 16,5-13 0-16,-12 10 208 15,0-1-48-15,-2-3-16 0,-2 0-144 0,1 1 0 0,-1-2 0 0,4 0 0 0,2-2 0 0,10-3 0 32,-11 7 0-32,11-7 0 0,0 0 0 0,0 0 0 15,0 0 0-15,0 0 0 0,-5 14 0 0,5-14 0 16,0 0 0-16,11 12 0 0,-11-12 0 0,15 14 0 0,1-2 0 0,-1-2 0 16,1 1 0-16,1-1 0 15,2-1 0-15,0 1 0 0,-2 0 0 0,2 1 0 16,2-3-192-16,0 1 192 0,-2 0 0 0,0-1 0 0,0 1 0 0,0 1 0 15,-2-1 0-15,2 0 0 0,-4-1 0 0,-3 3 0 0,-12-11 0 0,12 10 0 16,-3-2 0-16,-9-8 0 0,0 0 0 0,0 0 0 0,4 14 0 0,-4-14 0 31,-6 12 0-31,1-1 0 0,-2-3 0 0,-3 1 0 16,-4 1 0-16,0-1 0 0,-1 0 0 0,-4 1 0 0,-4 0 0 0,-1 1 0 16,0-6 128-16,-2 0-128 0,-3 0 0 0,-4 0 0 15,0-5 0-15,-3 0 0 16,0-1 0-16,1-1 0 0,1-2 0 0,-1 1 0 0,1 0 0 0,-1-1 0 0,2 1 0 0,2-2 0 15,5-1 0-15,4-1 0 0,3-1-192 0,3-1-7648 16,3 1-1520-16</inkml:trace>
        </inkml:traceGroup>
        <inkml:traceGroup>
          <inkml:annotationXML>
            <emma:emma xmlns:emma="http://www.w3.org/2003/04/emma" version="1.0">
              <emma:interpretation id="{C54BDD8D-C032-4D2F-B0D3-622C7E8F63DB}" emma:medium="tactile" emma:mode="ink">
                <msink:context xmlns:msink="http://schemas.microsoft.com/ink/2010/main" type="inkWord" rotatedBoundingBox="10983,10346 12059,10311 12075,10836 10999,10870"/>
              </emma:interpretation>
              <emma:one-of disjunction-type="recognition" id="oneOf31">
                <emma:interpretation id="interp55" emma:lang="" emma:confidence="0">
                  <emma:literal>m</emma:literal>
                </emma:interpretation>
                <emma:interpretation id="interp56" emma:lang="" emma:confidence="0">
                  <emma:literal>u</emma:literal>
                </emma:interpretation>
                <emma:interpretation id="interp57" emma:lang="" emma:confidence="0">
                  <emma:literal>n</emma:literal>
                </emma:interpretation>
                <emma:interpretation id="interp58" emma:lang="" emma:confidence="0">
                  <emma:literal>.</emma:literal>
                </emma:interpretation>
                <emma:interpretation id="interp59" emma:lang="" emma:confidence="0">
                  <emma:literal>a</emma:literal>
                </emma:interpretation>
              </emma:one-of>
            </emma:emma>
          </inkml:annotationXML>
          <inkml:trace contextRef="#ctx0" brushRef="#br0" timeOffset="125964.1848">5534 9994 22223 0,'-9'-16'976'0,"4"6"224"0,0-4-960 0,2 2-240 15,3 12 0-15,-2-12 0 0,2 12 512 0,0-12 48 16,0 12 16-16,0 0 0 0,2-11-288 0,-2 11-48 16,0 0-16-16,0 0 0 0,0 0 496 0,0 0 112 15,13 0 0-15,-13 0 16 0,18 7-224 0,-3 2-48 16,2 6-16-16,1 1 0 0,-1 1-112 0,2-1-32 15,3-3 0-15,3 1 0 0,-1-2-80 0,0 0-16 16,0-1 0-16,2-3 0 0,0 1-320 0,1 0 144 16,5-2-144-16,-3-2 0 0,0-3 192 0,1 1-192 0,-1-3 192 0,0-2-192 15,-1-1 160-15,3-2-160 0,2 3 128 0,0-3-128 16,-1-2 128-16,1-2-128 0,0-1 0 0,-2 3 128 16,-2 0-128-16,-3 0 0 0,-2-2-192 0,-1 1 192 15,-4-1-224-15,-2 1 80 0,-1-5 16 0,-6 1 0 16,-5 0 128-16,-5 12 0 0,0-12 0 0,0 12 0 15,-9-10 0-15,-3 3 0 0,-1 2-144 0,-1 1 144 0,0 4 0 0,0 4 0 16,2 3-144-16,2 1 144 16,-1 3 0-16,4 1 144 0,1 2-16 0,2 1 0 15,4-15-128-15,0 21 128 0,4-2-128 0,4 3 128 16,3-1-128-16,4 3 0 0,4 2 0 0,7 3 0 0,7 6 0 0,1 1 0 16,1 0 0-16,3 8 0 15,1 2-2336-15,-1 2-544 16</inkml:trace>
        </inkml:traceGroup>
        <inkml:traceGroup>
          <inkml:annotationXML>
            <emma:emma xmlns:emma="http://www.w3.org/2003/04/emma" version="1.0">
              <emma:interpretation id="{33DBAD3B-34BB-45C8-8806-CC631A0614F1}" emma:medium="tactile" emma:mode="ink">
                <msink:context xmlns:msink="http://schemas.microsoft.com/ink/2010/main" type="inkWord" rotatedBoundingBox="14331,10124 14855,10107 14872,10633 14348,10649"/>
              </emma:interpretation>
              <emma:one-of disjunction-type="recognition" id="oneOf32">
                <emma:interpretation id="interp60" emma:lang="" emma:confidence="1">
                  <emma:literal>\</emma:literal>
                </emma:interpretation>
                <emma:interpretation id="interp61" emma:lang="" emma:confidence="0">
                  <emma:literal>.</emma:literal>
                </emma:interpretation>
                <emma:interpretation id="interp62" emma:lang="" emma:confidence="0">
                  <emma:literal>`</emma:literal>
                </emma:interpretation>
                <emma:interpretation id="interp63" emma:lang="" emma:confidence="0">
                  <emma:literal>,</emma:literal>
                </emma:interpretation>
                <emma:interpretation id="interp64" emma:lang="" emma:confidence="0">
                  <emma:literal>-</emma:literal>
                </emma:interpretation>
              </emma:one-of>
            </emma:emma>
          </inkml:annotationXML>
          <inkml:trace contextRef="#ctx0" brushRef="#br0" timeOffset="126433.7072">8858 9705 26943 0,'2'-20'1200'0,"-2"20"240"0,0 0-1152 0,0 0-288 0,0 0 0 0,19 13 0 15,-2 1 704-15,0 4 96 0,2 4 16 0,0 0 0 0,0-1-80 0,2 0-16 16,0 0 0-16,1 1 0 0,1 4-304 0,-1 1-64 16,1 1-16-16,1 0 0 0,2-2-208 0,3-2-128 0,0 0 128 0,4 0-128 31,0 4-1248-31,1-1-320 0,11 15-64 0,-2-11-16 0</inkml:trace>
        </inkml:traceGroup>
        <inkml:traceGroup>
          <inkml:annotationXML>
            <emma:emma xmlns:emma="http://www.w3.org/2003/04/emma" version="1.0">
              <emma:interpretation id="{6089A490-2992-4502-90E2-7229E435943D}" emma:medium="tactile" emma:mode="ink">
                <msink:context xmlns:msink="http://schemas.microsoft.com/ink/2010/main" type="inkWord" rotatedBoundingBox="16635,10072 17208,10053 17223,10526 16650,10545"/>
              </emma:interpretation>
              <emma:one-of disjunction-type="recognition" id="oneOf33">
                <emma:interpretation id="interp65" emma:lang="" emma:confidence="0">
                  <emma:literal>o</emma:literal>
                </emma:interpretation>
                <emma:interpretation id="interp66" emma:lang="" emma:confidence="0">
                  <emma:literal>°</emma:literal>
                </emma:interpretation>
                <emma:interpretation id="interp67" emma:lang="" emma:confidence="0">
                  <emma:literal>.</emma:literal>
                </emma:interpretation>
                <emma:interpretation id="interp68" emma:lang="" emma:confidence="0">
                  <emma:literal>O</emma:literal>
                </emma:interpretation>
                <emma:interpretation id="interp69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126988.4521">11399 9816 10127 0,'0'0'448'0,"-4"-17"96"0,-3-4-544 0,1 5 0 15,-1 4 0-15,2 4 0 16,5 8 4080-16,0 0 704 0,0 0 144 0,0 0 16 16,-16 6-3456-16,4 5-688 0,0 1-144 0,0 0-16 0,0 4-240 0,1-1-32 15,1 1-16-15,1 1 0 0,1 2 32 0,3 0 0 0,-1-2 0 0,3 0 0 16,-1 1-192-16,1-1-16 16,1-3-16-16,2-14 0 0,2 15-160 0,1 1 0 15,-3-16 0-15,7 17 128 0,2-1-128 0,1-3 128 0,-10-13-128 0,16 14 128 16,-1-3-128-16,1-3 0 0,1-1 0 0,4-2 128 15,1-1-128-15,4-1 0 16,0-3 144-16,2 0-144 0,-1-2 160 0,3 2-32 16,-3-1-128-16,3-3 192 0,2 1-192 0,-4-2 0 0,-4-1 0 0,-3 0 0 0,-2-5 0 0,-2-1 0 15,-5 0 0 1,-3-2 0-16,-4 0 0 0,-2 1 0 0,-4-5 0 0,-6-2 0 16,-7-3 128-16,-7 1-128 0,-6 1 176 0,-10-3-176 15,-6-5 0-15,-8-3 0 0,-12-6 0 0,1 1 0 0,0 4-368 0,-2 7 32 16,-5 5 0-16,4 4 0 0</inkml:trace>
        </inkml:traceGroup>
      </inkml:traceGroup>
      <inkml:traceGroup>
        <inkml:annotationXML>
          <emma:emma xmlns:emma="http://www.w3.org/2003/04/emma" version="1.0">
            <emma:interpretation id="{80568620-BC78-4A57-A4F3-F43C0976258A}" emma:medium="tactile" emma:mode="ink">
              <msink:context xmlns:msink="http://schemas.microsoft.com/ink/2010/main" type="line" rotatedBoundingBox="7461,11455 17280,11259 17293,11940 7474,12136">
                <msink:destinationLink direction="with" ref="{C4835EDF-4A47-4A34-B77D-059C38EE96C7}"/>
                <msink:destinationLink direction="with" ref="{D3E00D3D-FE3F-4CDC-9315-818AC745D2C0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D7DFE4E-D3F6-430E-9EA3-E1708C25795B}" emma:medium="tactile" emma:mode="ink">
                <msink:context xmlns:msink="http://schemas.microsoft.com/ink/2010/main" type="inkWord" rotatedBoundingBox="7461,11455 8042,11444 8051,11912 7470,11924"/>
              </emma:interpretation>
              <emma:one-of disjunction-type="recognition" id="oneOf34">
                <emma:interpretation id="interp70" emma:lang="" emma:confidence="1">
                  <emma:literal/>
                </emma:interpretation>
              </emma:one-of>
            </emma:emma>
          </inkml:annotationXML>
          <inkml:trace contextRef="#ctx0" brushRef="#br0" timeOffset="129854.6787">2253 11126 11967 0,'-3'-19'1072'0,"-3"0"-864"0,1 0-208 0,0 2 0 0,2 1 2448 0,3 6 448 32,0 1 96-32,0 9 16 0,0 0-2160 0,0 0-416 15,0 0-96-15,0 0-16 0,-4-5-64 0,4 5 0 0,0 0-16 0,0 0 0 16,0 0 112-16,-8 17 32 0,-1 6 0 0,0 2 0 15,2 1 112-15,0 4 16 0,2 1 16 0,0 2 0 16,-2-6-96-16,2 1-32 0,-2-2 0 0,2 0 0 16,1-2-48-16,3-2-16 0,-1-5 0 0,4 1 0 15,1-3-144-15,-3-15-48 0,9 16 0 0,-9-16 0 16,12 14-144-16,2-1 128 0,3-2-128 0,0-3 128 16,0-1-128-16,4-2 0 0,3-1 144 0,2-4-144 15,-2 0 128-15,2 0-128 0,-2-2 160 0,1-1-160 16,-3-2 128-16,1-1-128 0,-3 1 0 0,3-2 144 0,-3 0-144 0,-1 2 0 15,-3-2 144-15,-4 2-144 0,-12 5 0 0,10-9-208 0,-10 9 16 16,0 0 16-16,4-15-16 0,-4 1 0 0,0 14 0 0,-5-17 0 16,-2 3 192-16,-4 0-192 0,-2 2 192 0,-5 4-192 31,-1 2 192-31,-3 5-160 0,-2 1 160 0,0 5-160 0,-4 3 160 0,-5 3 0 16,-5 1-144-16,-3 2 144 0,-4 0-208 0,-3-1 16 0,-8 1 16 15,5 0 0 1,0-2-1872-16,5 4-368 0</inkml:trace>
        </inkml:traceGroup>
        <inkml:traceGroup>
          <inkml:annotationXML>
            <emma:emma xmlns:emma="http://www.w3.org/2003/04/emma" version="1.0">
              <emma:interpretation id="{8D2E222E-E1B0-4C4A-9008-C7737D5C649A}" emma:medium="tactile" emma:mode="ink">
                <msink:context xmlns:msink="http://schemas.microsoft.com/ink/2010/main" type="inkWord" rotatedBoundingBox="11468,11452 11936,11442 11945,11884 11477,11893"/>
              </emma:interpretation>
              <emma:one-of disjunction-type="recognition" id="oneOf35">
                <emma:interpretation id="interp71" emma:lang="" emma:confidence="0">
                  <emma:literal>.</emma:literal>
                </emma:interpretation>
                <emma:interpretation id="interp72" emma:lang="" emma:confidence="0">
                  <emma:literal>,</emma:literal>
                </emma:interpretation>
                <emma:interpretation id="interp73" emma:lang="" emma:confidence="0">
                  <emma:literal>`</emma:literal>
                </emma:interpretation>
                <emma:interpretation id="interp74" emma:lang="" emma:confidence="0">
                  <emma:literal>'</emma:literal>
                </emma:interpretation>
                <emma:interpretation id="interp75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130345.1109">5997 11115 21183 0,'3'-36'944'16,"1"15"192"-16,-3 4-912 0,4 5-224 0,2 5 0 0,2 2 0 0,5 2 1920 0,3 1 320 0,2 2 80 0,2 0 16 15,1 5-1248-15,1 0-240 16,-3 0-48-16,1 6-16 0,0 1-160 0,1 2-48 16,1 3 0-16,-1 5 0 0,0 8-576 0,1 3 0 0,-1 1 0 0,1 1 0 15,-1 1 0-15,-1 0 0 0,0-3 0 0,-4-4 0 16,-5-5 0-16,-2 2 0 0,-3 0 0 0</inkml:trace>
        </inkml:traceGroup>
        <inkml:traceGroup>
          <inkml:annotationXML>
            <emma:emma xmlns:emma="http://www.w3.org/2003/04/emma" version="1.0">
              <emma:interpretation id="{9D980DFA-1809-463A-AE8A-EBBADB7F4A26}" emma:medium="tactile" emma:mode="ink">
                <msink:context xmlns:msink="http://schemas.microsoft.com/ink/2010/main" type="inkWord" rotatedBoundingBox="14270,11363 15108,11347 15118,11847 14280,11863"/>
              </emma:interpretation>
              <emma:one-of disjunction-type="recognition" id="oneOf36">
                <emma:interpretation id="interp76" emma:lang="" emma:confidence="1">
                  <emma:literal>.</emma:literal>
                </emma:interpretation>
                <emma:interpretation id="interp77" emma:lang="" emma:confidence="0">
                  <emma:literal>o</emma:literal>
                </emma:interpretation>
                <emma:interpretation id="interp78" emma:lang="" emma:confidence="0">
                  <emma:literal>°</emma:literal>
                </emma:interpretation>
                <emma:interpretation id="interp79" emma:lang="" emma:confidence="0">
                  <emma:literal>,</emma:literal>
                </emma:interpretation>
                <emma:interpretation id="interp80" emma:lang="" emma:confidence="0">
                  <emma:literal>0</emma:literal>
                </emma:interpretation>
              </emma:one-of>
            </emma:emma>
          </inkml:annotationXML>
          <inkml:trace contextRef="#ctx0" brushRef="#br0" timeOffset="130867.2924">8901 10993 1839 0,'0'0'160'0,"-1"-14"-160"0,-1 0 0 0,2 14 0 16,-2-10 5168-16,2 10 992 16,0 0 208-16,0 0 32 0,0 0-4400 0,0 0-880 0,-10 5-176 0,0 4-48 15,-1 1-448-15,3 2-80 16,-3 4-32-16,3 3 0 0,-3 3 304 0,3 4 64 0,1 5 16 0,1 0 0 16,3 0-320-16,3 2-64 0,0-7-16 0,5-2 0 15,2-3-192-15,2 1-128 0,1-3 128 0,2-2-128 16,2-1 0-16,2 0 144 15,2-4-144-15,5-4 0 0,1-1 192 0,4-2-192 0,1 1 192 0,6-3-192 16,1 0 160-16,4 1-160 0,3-1 128 0,5-1-128 16,5 0 0-16,3-4 128 0,-1-1-128 0,-2-4 0 15,-2-4 0-15,-7-1 0 0,-6-2 128 0,-7-1-128 16,-6-2 0-16,-6-4 0 0,-7-3 144 0,-7 0-144 16,-9-6 0-16,-6-3 144 0,-9-4-144 0,-12 2 0 15,-7 0 128-15,-10 4-128 0,-13 0 0 0,-4 5 0 16,-4 1-192-16,1 2-80 0,3 2-32 0,3 9-9792 15,-1 5-1952-15</inkml:trace>
        </inkml:traceGroup>
        <inkml:traceGroup>
          <inkml:annotationXML>
            <emma:emma xmlns:emma="http://www.w3.org/2003/04/emma" version="1.0">
              <emma:interpretation id="{99C4470D-196F-4C12-96E8-88CC4BE135B5}" emma:medium="tactile" emma:mode="ink">
                <msink:context xmlns:msink="http://schemas.microsoft.com/ink/2010/main" type="inkWord" rotatedBoundingBox="17187,11346 17281,11344 17293,11940 17199,11942"/>
              </emma:interpretation>
              <emma:one-of disjunction-type="recognition" id="oneOf37">
                <emma:interpretation id="interp81" emma:lang="" emma:confidence="0">
                  <emma:literal>.</emma:literal>
                </emma:interpretation>
                <emma:interpretation id="interp82" emma:lang="" emma:confidence="0">
                  <emma:literal>,</emma:literal>
                </emma:interpretation>
                <emma:interpretation id="interp83" emma:lang="" emma:confidence="0">
                  <emma:literal>l</emma:literal>
                </emma:interpretation>
                <emma:interpretation id="interp84" emma:lang="" emma:confidence="0">
                  <emma:literal>1</emma:literal>
                </emma:interpretation>
                <emma:interpretation id="interp85" emma:lang="" emma:confidence="0">
                  <emma:literal>I</emma:literal>
                </emma:interpretation>
              </emma:one-of>
            </emma:emma>
          </inkml:annotationXML>
          <inkml:trace contextRef="#ctx0" brushRef="#br0" timeOffset="131297.9203">11725 11022 12895 0,'-7'-26'1152'0,"5"13"-928"0,1-3-224 0,1 2 0 16,3 0 3872-16,2 4 736 0,1 1 128 0,0 1 48 15,-6 8-2720-15,11-5-528 0,-11 5-128 0,0 0 0 16,0 0-816-16,0 0-144 0,0 0-48 0,12 12 0 0,-2 1-400 15,-1 5 0-15,-2-1-192 0,0 7 192 16,0 6-208-16,-2 7 80 0,0 10 128 0,-2 3-208 16,-1 4 208-16,0-4 0 0,-2-4 0 0,0-4 0 31,-2-6-336-31,0 0-176 0,1 2-48 0,-5 7 0 0</inkml:trace>
        </inkml:traceGroup>
      </inkml:traceGroup>
    </inkml:traceGroup>
    <inkml:traceGroup>
      <inkml:annotationXML>
        <emma:emma xmlns:emma="http://www.w3.org/2003/04/emma" version="1.0">
          <emma:interpretation id="{83D2DE90-FDFE-4167-AAA8-CB0CE20E5557}" emma:medium="tactile" emma:mode="ink">
            <msink:context xmlns:msink="http://schemas.microsoft.com/ink/2010/main" type="paragraph" rotatedBoundingBox="271,12456 29355,12611 29348,14041 263,138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E1EC244-4F4C-491F-A3A7-473E00CF29D3}" emma:medium="tactile" emma:mode="ink">
              <msink:context xmlns:msink="http://schemas.microsoft.com/ink/2010/main" type="line" rotatedBoundingBox="271,12456 29355,12611 29348,14041 263,13887"/>
            </emma:interpretation>
          </emma:emma>
        </inkml:annotationXML>
        <inkml:traceGroup>
          <inkml:annotationXML>
            <emma:emma xmlns:emma="http://www.w3.org/2003/04/emma" version="1.0">
              <emma:interpretation id="{8711A729-0680-4DB6-94A3-B73FD221B8B4}" emma:medium="tactile" emma:mode="ink">
                <msink:context xmlns:msink="http://schemas.microsoft.com/ink/2010/main" type="inkWord" rotatedBoundingBox="269,12811 5327,12838 5321,13913 263,13887"/>
              </emma:interpretation>
              <emma:one-of disjunction-type="recognition" id="oneOf38">
                <emma:interpretation id="interp86" emma:lang="" emma:confidence="1">
                  <emma:literal/>
                </emma:interpretation>
              </emma:one-of>
            </emma:emma>
          </inkml:annotationXML>
          <inkml:trace contextRef="#ctx0" brushRef="#br0" timeOffset="185603.4506">-3991 12886 12895 0,'0'0'576'0,"10"-8"112"0,0-6-560 0,6 2-128 15,3 3 0-15,7 0 0 0,5-1 2880 0,3 2 560 16,2 1 96-16,2 1 32 0,4 1-2912 0,-1 2-656 16,1 3 0-16,1-2 0 0,0 2-176 0,0-2-16 15,0 1 0-15,-1-1 0 16,-4 0-2192-16,-4-1-448 0,8-8-96 0,-8 6-16 0</inkml:trace>
          <inkml:trace contextRef="#ctx0" brushRef="#br0" timeOffset="185933.8333">-3142 12729 11967 0,'0'0'528'0,"-12"-2"112"0,1 1-512 0,3-1-128 0,-1 0 0 0,9 2 0 15,-12 4 3040-15,2 1 576 0,-1 0 112 0,1 2 32 16,-1 0-2544-16,-1 2-512 0,-1 1-112 0,1 0-16 15,-1-1-96-15,3 3-32 0,0 2 0 0,1-4 0 0,9-10-256 0,-9 12-48 16,3 4-16-16,6-16 0 16,-6 14-128-16,6-14 0 0,-3 17 0 0,3-17 0 15,0 0 0-15,5 17 0 0,-5-17 0 0,9 12 0 16,-9-12 0-16,0 0-256 0,15 5 64 0,-3-3 16 16,2-4 176-16,0-1 0 0,-2-4 0 0,2 0 0 0,0 0 0 0,1 2 0 15,-1 2 0-15,0-3 0 0,1-2 0 0,-1-1 0 0,0 2 0 16,0 0 0-16,-14 7 0 0,15-5 0 15,-3 2 128-15,-12 3-128 0,16-7 208 0,-2 5-16 16,0 2-16-16,1 0 0 0,1 2-48 0,-1 1 0 0,2 1 0 0,1-1 0 16,-1 1-128-16,4 1 128 0,-1 3-128 0,5-1 128 31,-1 0-512-31,-2-2-96 0,-1-1-32 0,0 1-8240 0,-1 2-1648 0</inkml:trace>
          <inkml:trace contextRef="#ctx0" brushRef="#br0" timeOffset="186315.6958">-2618 12847 19119 0,'0'0'832'0,"0"0"192"0,0 0-816 0,0 0-208 0,0 0 0 0,0 0 0 15,0 0 960-15,0 0 128 0,0 0 48 0,0 0 0 16,0 0-464-16,0 0-96 0,14 6 0 0,-14-6-16 0,12 9-32 16,-12-9 0-16,16 5 0 0,-2 0 0 15,-14-5-368-15,0 0-160 0,13 9 128 0,-13-9-128 0,0 0 128 0,0 0-128 16,0 0 0-16,0 0 128 15,0 0-128-15,0 0 0 0,0 0 0 0,0 0 0 0,0 0 0 0,0 0 0 16,0 0 0-16,-6-12 0 16,-1 0-256-16,7 12 0 0,-7-12 16 0,7 12 0 15,-5-12 240-15,5 12 0 0,-2-16 0 0,2 16 0 0,2-15 0 0,3-1 160 16,2-1 0-16,5 3 0 16,3 5 448-16,1 6 96 0,1 0 0 0,4 1 16 0,3 0 176 0,4 4 48 15,-1 1 0-15,2 4 0 0,1 0-288 0,-1 0-48 0,-1 0-16 0,-1 0 0 16,1 1-288-1,0 3-64-15,-2-1-16 0,-1-1 0 0,-2-1-224 16,-4 1 128-16,-5 0-128 0,-2-1 0 0,-12-8 0 0,0 0 0 16,8 11 0-16,-8-11 0 15,0 0-928-15,0 0-80 0,0 0-16 0,0 0 0 16,0 0-96-16,0 0-32 0,0 0 0 0,0 0 0 16,0 0 496-16,0 0 80 0,0 0 32 0</inkml:trace>
          <inkml:trace contextRef="#ctx0" brushRef="#br0" timeOffset="186583.0793">-2069 12441 28559 0,'-5'-17'2544'0,"3"5"-2032"0,2-2-512 0,0 14 0 0,9-7 1008 0,3 5 96 16,2 2 32-16,3 2 0 0,0 3-304 0,2 4-64 15,0 1-16-15,-1 4 0 16,-3 1 16-16,-1 4 0 0,0 4 0 0,0 1 0 16,-1 0-400-16,1 4-80 0,0 1-16 0,0-1 0 15,-2-4-272-15,-2 0 0 0,1-1 0 0,-3-3 0 16,1 1 0-16,-2-2 0 0,-2-2 0 0,0-1 0 16,-5-16 0-16,10 19 0 0,1-2-128 0,-1 0 128 15,1-1-3264-15,-3-2-576 0</inkml:trace>
          <inkml:trace contextRef="#ctx0" brushRef="#br0" timeOffset="186754.5268">-1791 12840 13823 0,'0'0'1216'0,"0"0"-960"0,7-16-256 0,3 4 0 0,4-2 2640 0,3 4 496 31,2 1 80-31,4 2 32 0,-1 0-2544 0,2 2-496 16,1 5-208-16,1 0 176 0,-2 0-176 0,2 4 0 15,-2 1 0-15,0 2 0 16,0-2-2320-16,-2 0-400 0</inkml:trace>
          <inkml:trace contextRef="#ctx0" brushRef="#br0" timeOffset="187055.4953">-1437 12907 19343 0,'0'0'1728'0,"0"0"-1392"0,0 0-336 0,0 0 0 0,14-2 1040 0,0-1 144 16,-1-1 32-16,1 1 0 0,-3-4-496 0,1 0-80 15,0 4-32-15,1-3 0 0,1 0-96 0,2 0 0 0,-1 5-16 0,3-3 0 32,1-3-256-32,-4 0-48 0,-1 0-16 0,0 2 0 15,0 0-176-15,-14 5 128 0,10-8-128 0,-10 8 128 16,10-13-128-16,-10 13 0 0,0 0 0 0,7-13 0 0,-7 13 0 0,4-18 0 0,-1 3 144 16,-3 4-144-1,-3 1 208-15,3 10-16 0,0 0-16 0,0 0 0 16,-4-10 432-16,4 10 96 0,0 0 0 0,0 0 16 0,0 0-112 0,0 0-32 0,14 5 0 0,2 2 0 15,-1 0-384-15,1-2-64 16,1-2-128-16,2 4 176 0,2 0-48 0,3 2-128 16,0-1 192-16,-2 1-64 0,1 0-368 0,-3 1-80 0,-1 0 0 0,0-1-16 31,-1-2-2576-31,-4-2-512 0,-14-5-96 16</inkml:trace>
          <inkml:trace contextRef="#ctx0" brushRef="#br0" timeOffset="187570.6825">-1095 12627 7359 0,'0'0'656'0,"0"0"-528"0,0 0-128 0,17 2 0 15,0-4 1296-15,2 6 240 0,0-1 32 0,0 2 16 16,0 1-368-16,2 1-80 0,-2-1-16 0,0 3 0 0,2-2-448 16,-1 2-96-16,1 1 0 0,-2-3-16 0,-2 0-336 0,-1 1-64 15,-2 1-16-15,-1 0 0 16,1-2-144-16,0-1 192 0,1 1-192 0,-1-3 192 15,-14-4-192-15,14 0 0 0,-14 0 144 0,16 0-144 0,-16 0 0 0,13 0 128 0,-13 0-128 0,14-4 0 32,-14 4 128-32,16-7-128 0,-1-1 128 0,1 1-128 15,-2-2 0-15,-1 1 144 0,-2-1-144 0,-1 0 0 16,-1-3 0-16,-1 2 0 0,1-2 0 0,-2 0 0 0,0-2 576 0,-2 2 0 16,-5 12 0-16,7-12 0 0,0 1 304 0,-7 11 64 15,0 0 16-15,0 0 0 16,0 0-576-16,14 7-96 0,-2 0-32 0,2 7 0 0,-1 3-96 0,1 2-32 0,2 0 0 0,1 4 0 15,0 1 0-15,2 0-128 0,0-1 192 0,2 4-64 16,3 4-128-16,-1 0 128 16,-3-3-128-16,1 3 128 0,-2 2-128 0,-2 0 0 15,0 1 0-15,-3 1 0 0,-2-1 0 0,-3-1 0 16,-2 3 0-16,-2 0 0 0,-3 2 0 0,-4-1 0 0,-5-10 0 0,-3-1 0 0,-4-2 160 0,-3-3-160 16,-6-2 192-16,-1-3-192 0,-3-1 352 0,-1-3-32 15,0-3-16-15,-1-1 0 0,-4 1 176 0,0-2 32 16,1-4 16-16,-3-1 0 0,1-2-80 0,1-2-32 15,3-1 0-15,4-4 0 16,6-5-32-16,1 0 0 0,2-2 0 0,4-1 0 16,10-4-192-16,5-4-64 0,3-3 0 0,7-5 0 0,5-12 0 0,7 0 0 15,6-4 0-15,4-1 0 16,6-2-128-16,0 0-272 0,-1 0 64 0,3 3-10176 16,3 9-2032-16</inkml:trace>
          <inkml:trace contextRef="#ctx0" brushRef="#br0" timeOffset="185120.8382">-4602 12501 12895 0,'0'0'1152'0,"-16"6"-928"0,2-1-224 0,0 2 0 0,1 1 736 0,0 3 96 15,3 2 32-15,-2 1 0 16,-2-2-576-16,2 0-112 0,4 2-32 0,-1-2 0 16,-1-1 400-16,1 1 80 0,2 0 16 0,2-2 0 0,5-10-320 0,0 14-48 15,0-14-16-15,5 14 0 0,-5-14-96 0,14 14-32 16,-2-4 0-16,2 0 0 16,0-1-128-16,1 0 0 0,2-1 144 0,1 1-144 0,1-1 384 0,1 1 16 0,1 0 0 0,1 1 0 15,1-1 48-15,1 1 0 16,-2 0 0-16,1-1 0 0,-1 0-80 0,-3 1-16 0,0 2 0 15,-1-3 0-15,-3-1-192 0,-1 3-32 16,-4 3-128-16,-10-14 192 16,0 0-64-16,0 0 0 0,5 19-128 0,-5-4 192 0,0-15 192 0,-8 10 48 15,-8-1 0-15,-3 0 0 0,-3-2 128 0,-4-2 16 16,-3 3 16-16,-4 1 0 0,-3 0-272 0,-4 1-48 16,-2 2-16-16,3-2 0 0,-3-1-256 0,-3 0 128 15,-5-2-128-15,-3-2 0 0,-4-2 128 0,2 1-128 0,3-3 0 0,4-1 0 31,4-1-320-31,8-1-128 0,5-3-32 0,9-4-12528 0</inkml:trace>
          <inkml:trace contextRef="#ctx0" brushRef="#br0" timeOffset="185406.4717">-4192 12446 19343 0,'0'0'848'0,"0"0"192"0,0 0-832 0,0 0-208 0,0 0 0 0,0 0 0 15,0 0 960-15,0 0 128 0,0 0 48 0,-1 16 0 16,1-1 0-16,3 4 0 0,2 2 0 0,6 3 0 16,4 2 80-16,4-2 0 0,4 0 16 0,-1 0 0 15,2 1-448-15,0 1-80 0,-1-2-32 0,1-2 0 16,0-3-272-16,-2 2-48 0,-3 0-16 0,4-2 0 0,1-4-336 0,-1 4 144 0,-4 2-144 0,-1-2 0 31,0 0 0-31,-3-2 0 0,-1-1 0 0,-4 1 0 31,-1 2-2288-31,-4 0-464 0,-1-4-80 0,-4-15-32 0</inkml:trace>
        </inkml:traceGroup>
        <inkml:traceGroup>
          <inkml:annotationXML>
            <emma:emma xmlns:emma="http://www.w3.org/2003/04/emma" version="1.0">
              <emma:interpretation id="{19325CAA-C7F3-4720-923C-3647293B005D}" emma:medium="tactile" emma:mode="ink">
                <msink:context xmlns:msink="http://schemas.microsoft.com/ink/2010/main" type="inkWord" rotatedBoundingBox="6035,12486 11008,12513 11004,13298 6031,13271"/>
              </emma:interpretation>
              <emma:one-of disjunction-type="recognition" id="oneOf39">
                <emma:interpretation id="interp87" emma:lang="" emma:confidence="1">
                  <emma:literal/>
                </emma:interpretation>
              </emma:one-of>
            </emma:emma>
          </inkml:annotationXML>
          <inkml:trace contextRef="#ctx0" brushRef="#br0" timeOffset="189971.7115">3371 12287 17503 0,'-1'-13'1552'0,"-1"0"-1232"0,2 3-320 0,0 10 0 16,5-12 2192-16,4 5 384 0,-9 7 80 0,17-2 16 16,-1 2-2048-16,-1 6-416 0,1 0-80 0,-1 7 0 15,2 2-432-15,2 4-80 0,0 2 0 0,0 0-16 0</inkml:trace>
          <inkml:trace contextRef="#ctx0" brushRef="#br0" timeOffset="191849.3499">3656 12816 17503 0,'0'0'1552'0,"0"0"-1232"16,0 0-320-16,0 0 0 0,0 0 2256 0,0 0 400 0,0 0 80 0,17-4 16 31,-3 1-1280-31,2 1-240 0,-1 0-48 0,4-3-16 0,0 0-320 0,0 0-64 16,-1-2-16-16,1 0 0 0,0-4-448 0,0 1-80 0,0-2-32 15,0 0 0-15,-1 2-208 0,0-2 0 0,-3-4 128 16,1 0-128-16,-2 3 0 0,-2-1 0 0,-4 0 128 0,-1 2-128 16,0-2 0-16,-2 0 0 15,-1 1 0-15,-3-1 0 0,-1-2 0 0,-1 1 128 16,-1 4-128-16,2 11 0 0,-5-10 0 0,5 10 0 16,0 0 0-16,0 0 0 0,0 0 0 0,0 0 0 15,0 0 0-15,0 0 0 0,0 0 0 0,5 14 0 0,4 0-160 0,1-1 160 16,2 1 0-16,2-2 0 0,0-1 0 0,3 1 0 15,0 1 0-15,2-2 0 0,-2-3 0 0,1 3 0 16,-1-1 0-16,2-1 0 0,2-2 0 0,-2-2 128 16,0 0-128-16,0-1 0 0,-2-1 0 0,-2-1 0 15,1-2 0-15,-2-2 0 0,-2-3 0 0,-12 5 0 0,14-7 0 0,-2 0 0 16,-2 0 0-16,-10 7 0 16,7-14 0-16,-2 0 0 0,-3 2 0 0,-2 2 0 15,0-4 0-15,-2-1 0 0,-1-3 0 0,-2 3 128 0,-2 1-128 0,0 0 0 16,0 0 0-16,2 1 0 15,5 13 0-15,-5-9 0 0,5 9 0 0,0 0 0 16,0 0 0-16,0 0 0 0,0 0 0 0,0 0-128 16,0 0 128-16,5 21 0 0,3-2-144 0,4 0 144 15,4 0 0-15,3 0 0 0,3-2 0 0,3 0 0 0,-3-3 0 0,0 0 0 16,-1 0 0-16,0-2 0 0,-2-4 0 0,0 1 0 0,-2-2 0 16,0 2 0-1,1-3-544-15,-1 3-96 0,2-2 0 0,0 0-16 16,0 0-2192-16,1-4-432 0,3-1-96 0,1-2-7840 0</inkml:trace>
          <inkml:trace contextRef="#ctx0" brushRef="#br0" timeOffset="191850.3499">5132 12669 8287 0,'0'0'736'0,"0"0"-592"0,5-17-144 0,-1-1 0 15,-6 1 4096-15,-2 1 768 0,-1 3 176 0,-3 1 16 16,-6 0-2624-16,0 5-512 16,-2 3-128-16,-3 2 0 0,-5 1-992 0,0 4-192 0,0 4-32 0,1 0-16 15,3 0-320-15,3 0-64 0,1 1-16 0,2 1 0 16,4 1-160-16,10-10 0 0,-7 14 0 0,2-2 128 15,5-12-128-15,0 0 0 0,3 16 0 0,4-4 0 16,-7-12 0-16,17 12 0 16,1-3 144-16,1-2-144 0,3-4 0 0,4-3 144 0,0 0-144 0,0-2 0 15,-2-1 144-15,2-2-144 0,1-4 0 0,1 0 144 0,0-1-144 0,-2-2 0 16,-2 0 0-16,-4-4 0 16,1-1 0-16,-2-2 0 0,-3 0 0 0,-3-3 0 15,-2-1 0-15,-3-1 128 0,-2 2-128 0,-5-1 0 16,-4-1 0-16,-2-2 0 0,-4-3 0 0,-1 1 0 0,-1 1 0 0,-1-5-256 0,-3 0 48 0,-1 1 0 15,-1 1 208-15,-2 4-192 0,-2 2 192 0,1 4-192 32,1 4 192-32,1 4 0 0,3 2 0 0,3 4 0 0,0 5 0 0,12 1 320 15,0 0-64-15,-7 10 0 0,7-10-32 0,-2 19-16 16,5 3 0-16,4 1 0 0,4-2 128 0,6 1 32 0,7 7 0 16,4 6 0-16,1 3-112 0,4 0-32 0,1 3 0 0,1 8 0 15,-1 8-224-15,1 1 0 0,1-6 128 0,2 0-128 31,0 0-1152-31,-3-4-256 0</inkml:trace>
          <inkml:trace contextRef="#ctx0" brushRef="#br0" timeOffset="188897.8376">615 12662 20271 0,'-3'-12'1792'0,"-1"0"-1424"0,2 0-368 0,2 1 0 16,0 1 1952-16,0 10 320 0,6-7 64 0,-6 7 16 0,0 0-1456 0,13 3-304 0,-13-3-48 16,19 14-16-16,-1 2-208 0,1 1-32 15,0 0-16-15,1 2 0 16,1-1 320-16,0 1 64 0,-2 0 16 0,0-2 0 0,-2-2-288 0,-1-1-48 15,-4-3-16-15,-2 1 0 0,-10-12-144 0,10 13-48 16,-10-13 0-16,0 0 0 0,0 0-128 0,0 0 0 16,0 0 144-16,0 0-144 0,0 0 0 0,0 0 144 15,-12 9-144-15,0-6 0 0,-2-3 192 0,2-3-192 0,-2-2 192 0,-1 0-192 16,-4-2 160-16,0-2-160 16,-3 1 128-16,-1-5-128 0,2 0 128 0,2-3-128 15,2-3 128-15,2-2-128 0,1-3 0 0,2 0 0 16,1-2 128-16,1-5-128 0,1-5 0 0,2-4 0 15,2 0 0-15,2 4 0 0,3 0 0 0,3 1-176 0,1-2 48 0,3 5 0 16,0 8 128-16,1 4-160 0,3 2 160 0,4 3-160 0,4 1 160 0,5 5-160 31,2 1 160-31,2 4-160 0,-1 3 160 0,-1 1-128 0,0 3 128 0,0 4-128 16,0 0 128-16,-2 0 0 0,-1 0 0 0,-3 1 0 16,-3 1 0-16,-3-1 0 0,-3 3 0 0,-3 1 0 0,-1 2 0 15,-2 1 0-15,-5-1 0 0,-1 0 0 0,-5 0 0 0,0 1 0 16,-5 1 0-16,-4-2 0 15,-6-1 0-15,-1 3 0 0,-1-1 128 0,-1 3-128 16,0-1 0-16,-4-2 128 0,-1 3-128 0,3-4 0 0,2-2 128 0,5 0-128 0,3-2 160 0,4 2-160 31,5-3 0-31,7-9 0 0,0 0 0 0,12 14 0 0,9-2 0 16,7-2 0-16,4 0 0 0,10-1 0 16,6-2 0-16,2-4 0 0,-1-3 0 0,2 2 0 0,5 0 0 0,1 3 0 0,-2 2 0 0,-2 5-160 15,-1 2 160-15,0 0 0 16,0-2 0-16,-4 3 0 0,-5 2 0 0,-3-1 0 15,-4-4 0-15,-1 0 0 16,-6-1-560-16,-5 1-80 0,-7-2 0 0,-3-1-16 16,-14-9-2864-16,0 0-560 0</inkml:trace>
          <inkml:trace contextRef="#ctx0" brushRef="#br0" timeOffset="189822.1004">1652 12759 12895 0,'0'0'1152'0,"14"-4"-928"16,0-3-224-16,0 2 0 0,0 0 1472 0,-1 0 256 0,1-2 64 0,0 0 0 16,-4 0-1072-16,1 0-208 15,-1-2-32-15,-10 9-16 0,10-6 304 0,-1-3 64 0,-9 9 16 0,12-9 0 16,-12 9-304-16,14-8-64 0,-4-1-16 0,-10 9 0 16,11-7-464-16,-11 7 0 0,10-9 0 0,-1 1 0 15,-2-1 128-15,-7 9 0 0,0 0-128 0,6-10 192 16,1-2-192-16,-3 0 0 0,-4 12 0 0,2-14 0 0,-2 0 0 0,-2 0 0 15,-2 2 0-15,-1 0 0 0,0 2 144 0,-4 1-16 0,-3-1 0 0,-1-1 0 32,-3 5-128-32,-1 2 0 0,-4 1 0 0,0 3 0 15,-1 1 0-15,1 5 0 0,0-1 0 0,-1 3 128 0,-4 3 96 16,2-3 16-16,0 3 0 0,3 4 0 16,4 2 80-16,1 1 0 0,2-3 16 0,4 4 0 15,1 2 96-15,6 0 16 0,3-2 0 0,5 1 0 0,0 1 240 16,6 0 48-16,4-4 16 0,4-1 0 0,5-3-240 0,4-1-64 15,1-3 0-15,2-4 0 0,2-1-128 0,3-3-48 0,2-1 0 0,6 2 0 32,0 0-144-32,3-2-128 0,0-4 192 0,4 3-192 0,5-1 0 0,-3 0-176 15,-3 1 0-15,-3-5 0 16,-6-4-896-16,-4-2-176 0,-8-2-32 0,-5 0-16 16,-5 0 16-16,-5-1 0 0,-4-1 0 0,-3 3 0 15,-5-5 64-15,-4-1 32 0,-3-3 0 0,0 1 0 16,-2 4 224-16,-2 0 64 0,-5-1 0 0,2 6 0 0,-1 5 640 0,0 2 128 0,0 2 128 0,2 3-192 0,11 0 576 0,-10 8 128 31,1 1 0-31,2 1 16 0,2 3 160 0,5-13 16 0,0 15 16 0,0-15 0 16,9 17 176-16,3-1 16 0,3-2 16 0,3-1 0 15,-1 1-48-15,2-2-16 0,2-3 0 0,-1 1 0 16,-1 1-288-16,2-3-48 0,0-2-16 0,-1-3 0 16,-1 2-160-16,2 0-32 0,-2-1-16 15,0-3 0-15,-2-2-144 0,1-1-32 0,-5 2 0 16,1-2 0-16,0 1-128 0,-14 1 0 0,16-6 144 0,-3 1-144 15,-2 0 128-15,-1 0-128 0,1-2 128 0,-3-2-128 0,1-1 0 0,-2-2 0 16,0 0 0-16,-1 0 0 0,1-2 0 0,-1 2 128 16,-3 0-128-16,0 0 0 15,-1 0 0-15,-2 12 0 0,2-16 0 0,-2 4 0 16,0 12 144-16,0 0-144 0,0-10 192 0,0 10-192 16,0 0 0-16,0 0 0 0,0 0 0 0,15 7-192 15,1-1 192-15,1 5-176 0,2 3 176 0,2-1-160 0,3 1 160 16,0 2 0-16,-1-1 0 0,1-1 0 0,2-2 192 15,0 0-48-15,0-1 0 0,-1-3 0 16,1-1-144-16,-2 0 0 0,-1-3 0 0,-2-1 128 0,-2 0-128 16,-2-1 0-16,-3-2 0 0,-1-2 0 15,-13 2 0-15,16-3 0 0,0 0 0 0,-4-3 0 0,-4-1 0 0,-8 7 0 16,9-12 0-16,-9 12 0 16,3-13 0-16,-1 0 128 0,-2 0-128 0,-2 1 128 0,-1-1-128 0,-1 3 0 0,1-2 0 0,3 12 128 15,-2-14 112-15,2 2 16 16,-1 0 0-16,1 12 0 0,5-10-48 0,-5 10 0 15,10-7 0-15,-10 7 0 0,16-5-80 0,-1 3 0 0,2 4-128 0,2 3 192 16,0 2-32-16,4 1-16 16,-1 3 0-16,2-1 0 0,-1 0-144 0,1 2 0 0,2 2 0 0,-2-2 0 15,-2-1 0-15,-1-1 0 0,-2 0 128 0,0 1-128 32,-2 3-1104-32,-1-1-256 0,-4 1-48 0,-3-2-8592 0,-9-12-1712 0</inkml:trace>
        </inkml:traceGroup>
        <inkml:traceGroup>
          <inkml:annotationXML>
            <emma:emma xmlns:emma="http://www.w3.org/2003/04/emma" version="1.0">
              <emma:interpretation id="{3A41E0F8-9436-48FD-9358-4345AA3EF09B}" emma:medium="tactile" emma:mode="ink">
                <msink:context xmlns:msink="http://schemas.microsoft.com/ink/2010/main" type="inkWord" rotatedBoundingBox="12276,12580 16455,12602 16451,13407 12272,13385"/>
              </emma:interpretation>
              <emma:one-of disjunction-type="recognition" id="oneOf40">
                <emma:interpretation id="interp88" emma:lang="" emma:confidence="1">
                  <emma:literal/>
                </emma:interpretation>
              </emma:one-of>
            </emma:emma>
          </inkml:annotationXML>
          <inkml:trace contextRef="#ctx0" brushRef="#br0" timeOffset="192840.3732">8316 12527 1839 0,'-3'14'160'0,"3"-5"-160"0,0 3 0 0,2-2 0 16,-2-10 3984-16,5 12 768 0,-5-12 160 0,10 9 16 16,-10-9-2784-16,14 3-560 0,0-1-112 0,-14-2-32 0,17 3-144 0,-1-1-16 15,-1-2-16-15,-1 0 0 16,0 2-544-16,1 0-96 0,-1-1-32 0,0 1 0 0,-14-2-400 0,17-2-192 16,-3 1 160-16,-14 1-160 0,0 0 192 0,14-2-64 15,-14 2-128-15,0 0 192 0,8-9-192 0,-8 9 0 0,0 0 0 0,0 0 0 16,4-12 0-16,-4 12 0 0,0 0 0 0,0-12 0 15,0 12 0-15,0 0 0 0,0 0 0 0,0 0 0 16,0 0 0-16,15-2 0 0,-1 2 0 0,2 4 0 0,1-1 0 0,2 4 0 31,0 2-128-31,2-2 128 0,-1-2 0 0,3 0 0 16,-1 0 0-16,2-1 0 0,1-1 0 0,-3-1 0 0,-3-2 0 0,0 0 0 16,0 0 0-16,-2 0 0 0,-1-2 0 0,-3 0 0 15,1 1 0-15,-14 1 0 0,14 0 0 0,-14 0 0 16,16-4-144-16,-16 4 144 0,0 0-208 0,13-5 80 15,-13 5-128-15,0 0-32 16,11-7 0-16,-11 7 0 0,0 0 80 0,0 0 16 16,0 0 0-16,0 0 0 0,0 0 192 0,0 0-192 0,14 7 192 0,-2 2-192 15,-2 1 192-15,2 4 0 0,2 1 0 0,1 1-144 0,1-2 144 0,3 3 0 16,0 0 0-16,2 1 0 0,-2-1 160 0,1 2-32 16,1-2-128-16,3 2 192 15,0-2-48-15,2-1-16 0,-2-4 0 0,1 3 0 16,-3 1 0-16,-3 1 0 0,-3-1 0 0,-3-1 0 15,-2-4-128-15,-11-11 192 0,0 0-192 0,8 13 192 0,-8-13-192 0,0 0 0 0,0 0 144 0,0 0-144 32,0 0 368-32,0 0 0 0,-13-3 0 0,-1-2 0 15,-2-4-224-15,-1-5-144 0,-5 1 192 0,-1-3-192 0,1 1 240 0,1-1-64 16,2-3-16-16,2 0 0 0,1 2-160 0,2-7 0 16,1-4 0-16,0 0 0 0,3-1 0 0,1-7 0 0,3-7 0 15,0-6 0-15,3-2 0 0,3 4 0 0,2 7-144 0,3 6 144 31,0 6-256-31,2 6 0 0,2 1 0 0,1 9 0 0,4 5 256 0,0 5-160 16,-1 4 160-16,3 5-128 0,1 0 128 0,0 3-128 16,1 4 128-16,-1 1-128 0,-2 4 256 0,-1 2 48 15,-2 3 16-15,-3 2 0 0,-6 4-192 0,-1-3 0 16,0-1 0-16,-4 0 0 0,-3-4 0 0,0-1 128 0,0-2-128 0,-4 0 128 16,-3 0-304-16,-2-5-64 0,-3-4-16 0,0 1-9328 15,-1-4-1872-15</inkml:trace>
          <inkml:trace contextRef="#ctx0" brushRef="#br0" timeOffset="193314.8688">9575 12156 11967 0,'0'0'1072'0,"0"0"-864"0,0 0-208 0,6 19 0 15,1 2 4624-15,2 1 880 0,1 1 192 0,-1 3 16 16,-2 0-3888-16,0 1-784 0,0-1-144 0,0 0-48 16,-2 0-176-16,2 1-32 0,1 1-16 0,1 1 0 15,0 1-304-15,4-4-64 0,3-2-16 0,3-2 0 16,2-5-240-16,1-1 176 0,2-2-176 0,0-2 160 0,-1-5-160 0,1-2 128 16,0 0-128-16,2-1 128 15,0-1-128-15,0-1 0 0,0 0 0 0,-2-4 0 16,-2 0 0-16,-1-1 0 0,1-3 0 0,-3 1 0 0,0-3 0 0,-1-1 0 15,-3 0 0-15,-1-1 0 0,0 0 0 16,-2-2 0-16,-2-2 0 0,-1 0 0 0,-4 0 0 0,0 0 0 16,-1-1 0-16,-4 1 0 0,-2 0 0 0,0 0 0 15,-3 2 0-15,-2 2 0 0,-2 0-304 0,1 3 64 0,-2-2 16 0,-1 4 0 0,1 1 96 0,-2 4 128 32,-2 0-208-32,2 4 80 0,12-4 128 0,-14 9-128 15,0 1 128-15,4 2-128 0,1 4 128 0,2 1 0 0,-1 2 0 0,4 1 0 16,4 1 0-16,2 2 0 0,3-1 0 0,2 0 0 0,3-3 0 0,4-1 0 15,2-3 0-15,4-1 0 16,5-5 0-16,2-1 0 0,1 1 0 0,1-4 0 0,1-1 0 0,1 1-128 16,1-2 128-16,5 1-128 15,1-3-1600-15,1-1-304 16,1 0-64-16,0 0-16 0,-2 2-944 0,0-5-192 0,0-4-32 16</inkml:trace>
          <inkml:trace contextRef="#ctx0" brushRef="#br0" timeOffset="193618.6502">10605 12498 24415 0,'-4'-28'1088'0,"3"15"208"0,-1-1-1040 0,2 0-256 15,2 5 0-15,-2 9 0 0,0 0 1840 16,0 0 304-16,0 0 64 0,0 0 16 0,0 0-1120 0,8 16-208 16,1 3-64-16,1 7 0 0,4 1-112 0,3 3-16 0,6-1-16 15,3 0 0-15,5-1-304 0,0 0-64 0,0-3-16 0,3 0 0 16,4-5-304-16,-1 1-144 0,-3 0 16 0,1-4-17088 15</inkml:trace>
          <inkml:trace contextRef="#ctx0" brushRef="#br0" timeOffset="193452.4517">10864 12598 11967 0,'-4'-15'1072'0,"-1"-3"-864"0,-3 1-208 0,-3 1 0 15,1 4 3968-15,-1 4 768 0,1 4 128 0,-2 4 48 16,0 4-2624-16,0 4-528 0,-2 4-96 0,-1 4-32 16,-1 0-800-16,0 3-144 0,3 3-48 0,1-1 0 15,1-1-352-15,3 1-80 0,1 0-16 0,2-2 0 0,-1-4-192 0,3 1 0 16,1-1 0-16,2-1 0 16,0 0-768-16,0-14-32 0,0 14-16 0,0-14-10064 15,0 0-2000-15</inkml:trace>
          <inkml:trace contextRef="#ctx0" brushRef="#br0" timeOffset="191997.0795">7200 12296 24639 0,'-33'-14'1088'0,"10"7"240"0,-3 0-1072 0,1 4-256 0,0 1 0 0,5 0 0 16,1 1 704-16,1-1 96 0,-1 0 16 0,2 2 0 15,2 2-288-15,1-2-48 0,14 0-16 0,0 0 0 16,-12 2-176-16,12-2-32 0,0 0-16 0,0 0 0 0,5 17-240 0,5 0 0 16,6 1 0-16,3-1 0 0,2-2 0 0,4 3 128 15,5-1-128-15,3 2 0 0,3 0 192 0,2 2-64 16,-2-1-128-16,2 3 192 0,2-1-192 0,-2-1 0 15,-2-2 0-15,-3-2 0 0,-6-1 0 0,-1-1 128 0,-2 2-128 0,-3-1 0 0,-5-2 0 16,-4 0 0 0,-4-2 0-16,-2 0 0 0,-5 0 0 0,-1-12 0 0,-7 14 0 0,-1-1 0 15,-6 3 0-15,-2-4 128 0,-3-2-128 0,-1-1 0 16,-4-2 160-16,-8 0-160 16,-6-4 160-16,-1 2-160 0,-1-3 176 0,-3-2-176 0,-4-2 192 0,2 1-192 15,4-1 208-15,1 0-64 16,1 1-16-16,2 1 0 0,1 1-128 0,2 3 0 15,1-1 144-15,7-1-144 0,4-2 0 0,4 2 0 0,6-2 0 0,12 0 0 16,0 0 0-16,0 0 0 0,0 0 0 0,0 0 0 16,17-7-256-16,8 0 0 0,4 0-16 0,4 3 0 0,5 3 96 0,7-1 32 0,5 2 0 15,5 0 0-15,4-2 144 0,1-1 0 0,0-2-144 0,-3-4 144 32,-3-3-128-32,-2 2 128 0,-4 1-160 0,-1 2 160 15,-4-2-208-15,-2 1 48 0,-3-3 16 0,-5 3 0 16,-6-1-48-16,-4 2-16 0,-6 0 0 0,-6-1 0 0,-5-6 208 0,-2-3 0 15,-4-2 0-15,-5 0-144 16,-6-4 144-16,-2 3 0 0,-3 1 160 0,-1 1-160 16,-2 3 368-16,0 1-32 0,0 4 0 0,2 3 0 15,-1 0 928-15,6 3 176 0,12 4 32 0,0 0 16 16,0 0-1744-16,0 0-368 0,0 0-64 0,0 0-16 0,7 14 832 0,7 2 144 0,5-2 48 0,7 1 0 16,5 1 48-16,7-1 16 0,8 2 0 0,3 2 0 15,-3-1-192-15,1-1-48 16,0-2 0-16,-3 1 0 15,-4-2-944-15,-4-2-192 0,-5 0-32 0,-3-2-14016 16</inkml:trace>
          <inkml:trace contextRef="#ctx0" brushRef="#br0" timeOffset="192179.0243">7519 12294 11967 0,'9'-12'1072'0,"6"4"-864"0,8 4-208 0,6-1 0 16,5-2 2592-16,8 4 480 0,3 3 80 0,5 3 32 16,2 0-2608-16,-2 4-576 0,-6 0 0 0,1 2 0 31,0 0-1472-31,-5-1-224 0,-4-1-32 0,-1 0-16 0</inkml:trace>
        </inkml:traceGroup>
        <inkml:traceGroup>
          <inkml:annotationXML>
            <emma:emma xmlns:emma="http://www.w3.org/2003/04/emma" version="1.0">
              <emma:interpretation id="{D71D168E-2B54-42EE-B194-E63658EADD76}" emma:medium="tactile" emma:mode="ink">
                <msink:context xmlns:msink="http://schemas.microsoft.com/ink/2010/main" type="inkWord" rotatedBoundingBox="17220,12586 20136,12602 20133,13218 17216,13202"/>
              </emma:interpretation>
              <emma:one-of disjunction-type="recognition" id="oneOf41">
                <emma:interpretation id="interp89" emma:lang="" emma:confidence="1">
                  <emma:literal/>
                </emma:interpretation>
              </emma:one-of>
            </emma:emma>
          </inkml:annotationXML>
          <inkml:trace contextRef="#ctx0" brushRef="#br0" timeOffset="194275.4343">11746 12595 15663 0,'-2'-26'1392'0,"5"12"-1120"0,4 0-272 0,7 2 0 16,3 2 1632-16,6 1 272 0,6 2 48 0,6 2 16 15,1 1-1600-15,5 4-368 0,1 2 0 0,4 2 0 0,6-1 0 0,2 2 0 16,-1 4 144-16,-1-2-144 16,0-4-1424-16,-4 1-368 0</inkml:trace>
          <inkml:trace contextRef="#ctx0" brushRef="#br0" timeOffset="194122.2199">11758 12167 31151 0,'-5'-19'1376'0,"5"19"288"0,0 0-1328 0,0 0-336 16,0 0 0-16,0 0 0 0,0 0 1424 0,0 0 224 0,12 13 32 0,-2 1 16 16,-1-2-832-16,-1 0-160 15,-8-12-48-15,14 18 0 0,2-1-656 0,-1 0 0 0,1-1 0 0,4 3 0 16,5 3-192-16,1 4 16 0,1 2 16 0,2 4 0 16,3 3 160-16,0 3 0 0,-1 7 0 0,0-4 128 31,-3-5-512-31,-4 2-80 0,-5 4-32 0,-3-8-16336 0</inkml:trace>
          <inkml:trace contextRef="#ctx0" brushRef="#br0" timeOffset="194558.5817">12792 12451 25215 0,'-16'-13'1120'0,"6"4"224"0,-2 0-1072 0,1 2-272 0,3 0 0 0,-1 4 0 16,-1 0 1152-16,-2-1 160 16,0 4 32-16,0 2 16 0,-2 1-416 0,2 2-96 15,0 1-16-15,1 2 0 0,3 3-480 0,1 2-96 0,0 1-32 0,3 0 0 16,4-14-224-16,-1 19 0 0,-1-2 128 0,2-1-128 16,2-4 0-16,-2-12 128 0,5 14-128 0,-5-14 0 0,8 12 0 0,-8-12 0 15,11 8 0-15,1-1-160 16,0-3 160-16,2 1 0 0,-14-5 0 0,17 0 0 0,-3 0 0 0,1 0 0 15,-1 0 0-15,3 0 0 16,2-2 0-16,6 1 0 0,0-1 0 0,5 2 0 0,-1 2 0 0,2-2 176 0,-1 0-48 0,2 0 0 16,1 0-128-16,-2 5 0 0,-2 3-192 0,-1-4 192 31,0-8-3008-31,-2-1-496 16,5-3-80-16,-5-6-32 0</inkml:trace>
          <inkml:trace contextRef="#ctx0" brushRef="#br0" timeOffset="194836.343">13073 12156 15663 0,'0'0'1392'0,"0"0"-1120"15,0 0-272-15,0 0 0 0,0 0 2128 0,0 0 368 16,0 0 80-16,0 0 16 0,0 0-1504 16,14 9-320-16,0 3-48 0,1 0-16 0,1-2 448 0,3 2 96 15,3 2 16-15,2 3 0 0,2 1-480 0,2 1-80 0,1 3-32 0,0 1 0 16,3 1-432-16,-3 0-96 15,-1-2-16-15,-3 4 0 0,0 0-128 0,-1 0 0 0,2 0 0 0,-4-2 0 0,-3-7 0 0,-2-1 128 16,1-2-128-16,-3-4 0 16,-3-1 0-16,-12-9 0 15,0 0 128-15,0 0-128 0,0 0 0 0,0 0-224 16,0 0 48-16,0 0 16 0,0 0-160 0,5-12-16 0,-5-4-16 0,0-1 0 31,0-2-352-31,0 2-80 0,0-2-16 0,0 0-8608 0,0 1-1712 0</inkml:trace>
          <inkml:trace contextRef="#ctx0" brushRef="#br0" timeOffset="195105.6661">13765 12205 11055 0,'0'0'976'0,"0"0"-784"0,0 0-192 0,0 0 0 15,10 8 4176-15,4 3 800 16,0-1 144-16,0 4 48 0,1 1-2960 0,1 4-592 16,-2 0-112-16,1 4-32 0,1-1-448 0,3 2-112 15,0-1-16-15,3 4 0 0,2 4-576 0,2 0-128 16,2 0-32-16,1 2 0 16,-1 0-880-16,1-2-176 0,1 0-48 0,-3 0-9968 0,-1-7-2000 0</inkml:trace>
          <inkml:trace contextRef="#ctx0" brushRef="#br0" timeOffset="195420.1559">14359 12698 12895 0,'0'0'1152'0,"0"0"-928"0,10-12-224 0,4 2 0 16,3-1 2176-16,1 4 400 0,-1-3 80 0,2 0 16 16,2-1-1840-16,-1 3-384 0,-3 3-64 0,1 1 0 0,-1-1-112 0,0-2-16 31,-1 0 0-31,-2 2 0 0,-14 5 16 0,13-5 0 0,-13 5 0 0,12-2 0 15,-12 2 80-15,0 0 16 0,11-7 0 0,-11 7 0 16,0 0 336-16,0 0 64 0,0 0 0 0,3-10 16 16,-3-1-144-16,0 11-16 0,-1-12-16 0,-3 2 0 0,-1 0-352 0,5 10-80 15,-9-11-16-15,1 3 0 0,1-3 80 0,-2 4 16 16,1 2 0-16,8 5 0 0,-9-8-64 0,-1 2 0 16,-3 1 0-16,13 5 0 0,-13 2-64 0,-1 1 0 15,-2 1-128-15,1 3 192 0,-1 1-192 0,2 4 176 0,1 2-176 16,2 2 160-16,3 1-160 0,2 2 0 0,3 2 0 0,1-1 0 31,4-1 0-31,5-1 128 0,5-3-128 0,4 1 0 16,1-1 128-16,3 1-128 0,3-4 128 0,1 2-128 15,2 1-688-15,2-1-208 16,3 0-64-16,3-4-13792 0</inkml:trace>
        </inkml:traceGroup>
        <inkml:traceGroup>
          <inkml:annotationXML>
            <emma:emma xmlns:emma="http://www.w3.org/2003/04/emma" version="1.0">
              <emma:interpretation id="{EA1B75A4-A9BF-48AE-A08E-C5967F471DE8}" emma:medium="tactile" emma:mode="ink">
                <msink:context xmlns:msink="http://schemas.microsoft.com/ink/2010/main" type="inkWord" rotatedBoundingBox="21470,13035 25838,13058 25833,13939 21465,13915"/>
              </emma:interpretation>
              <emma:one-of disjunction-type="recognition" id="oneOf42">
                <emma:interpretation id="interp90" emma:lang="" emma:confidence="1">
                  <emma:literal/>
                </emma:interpretation>
              </emma:one-of>
            </emma:emma>
          </inkml:annotationXML>
          <inkml:trace contextRef="#ctx0" brushRef="#br0" timeOffset="261959.9708">17013 13119 9215 0,'0'0'816'0,"-13"-8"-656"0,-3-1-160 0,1 2 0 0,-1 2 2672 0,2 1 496 15,0 3 96-15,1 1 32 16,-1 0-2432-16,-2 0-480 0,-1 1-112 0,0 3-16 16,-2 1 336-16,1 2 64 0,5 0 16 0,-1 3 0 0,2 2-144 15,3 2-16-15,0 2-16 0,4 3 0 16,4 3-336-16,1 1-160 0,1-1 160 0,1-3-160 16,1-2 128-16,3-1-128 0,2-4 0 0,3-2 144 0,-1 1-144 0,2-5 160 15,2 1-160-15,0-1 160 0,-14-6-160 0,19 3 0 16,-2 2 144-16,-2-5-144 0,-1-2 0 0,0-1 0 15,-14 3 0-15,16-7 0 16,-3-3 0-16,0-1 0 0,-3-1 0 0,-1-7 0 0,-4-7 0 0,0-3-128 16,-2-4 128-16,-1 1 0 15,-4 0 0-15,-1-2 0 0,-1-1 0 0,-1 1 0 0,-2 1 0 0,-1 2 0 0,-4 0 0 16,1 5 0-16,3 2 0 0,-1 1-160 0,-1 3 160 0,-1 2 0 16,1 3-128-1,1 3 128-15,1 2 0 0,8 10 0 0,-9-9 0 0,9 9-128 0,0 0 128 0,0 0 0 16,0 0 0-16,0 0-160 15,0 0 160-15,0 0-128 0,-2 17 128 0,6 0 0 0,1 2 0 0,5 0 0 16,4 2 0-16,5 0 0 16,5 1 0-16,4 2 176 0,-1 4-48 0,6 3 0 15,4-2 0-15,2 3 0 0,1 5-128 0,0 3 160 16,-4 2-160-16,-2-3 160 0,1-2-160 0,-2-6 192 0,-4-4-192 0,-3-1 192 31,-2 0-592-31,-1-4-112 0,-1-1-32 0</inkml:trace>
          <inkml:trace contextRef="#ctx0" brushRef="#br0" timeOffset="262661.1559">17643 13069 19343 0,'0'0'848'0,"0"0"192"0,0 0-832 0,0 0-208 0,0 0 0 0,-12 4 0 15,12-4 0-15,-14 3 0 0,1 2 0 0,1 2 0 0,-2 0 240 0,0 0-48 16,-2 0-16-16,4 0 0 16,2 0 336-16,0 1 80 0,-2 3 16 0,3 3 0 0,5-1-192 0,-1 1-32 15,0 0-16-15,2 1 0 16,1 4-176-16,2 0-16 0,3-5-16 0,3 0 0 0,-1 0-160 0,2-2 0 0,1-3 144 0,3-3-144 16,-1 1 144-16,2-1-144 0,2 0 192 0,0-2-192 15,-1-6 144-15,1 2-144 0,0 0 0 0,0 0 144 16,-14 0-144-16,15-5 0 15,-1-2 0-15,-2 0 128 0,-1-3-128 0,-3 0 0 0,-2-3 144 0,-3-4-144 16,-1-7 0-16,-2-4 128 16,-2-1-128-16,-1-2 0 0,-4 2 0 0,0-2 0 0,-4-2 0 0,1 3 0 15,-2 3 0-15,-2-1 0 16,0 2-192-16,-1 2 64 0,-1 0 128 0,-1 2-208 16,0 1 80-16,1 4 128 0,-1 3-144 0,1 2 144 15,3 0 0-15,-1 1 0 0,2 3 0 0,1 1-128 0,11 7 128 0,-10-5 0 16,10 5 0-16,0 0 0 0,0 0-128 0,0 0 128 15,0 0 0-15,0 0-128 0,0 0 128 0,0 0 0 16,10 13-128-16,4 3 128 0,2 1 0 0,4 2 0 16,8 4 0-16,0-1 0 0,-3-1 160 0,5 3-32 0,3 2 64 0,1 1 0 15,-1 3 16-15,1-1 0 0,3 2-48 0,-1 0-16 16,-2 0 0-16,-1 4 0 16,-2-1 0-16,0-1 0 0,-3-7 0 0,-2-4 0 0,-5-6-144 0,-2-4 0 15,-2-3 0-15,-2-1 0 0,-15-8 0 0,14 2 0 16,-14-2 128-16,0 0-128 0,0 0 144 0,0 0-144 15,9-16 160-15,-4 1-160 0,-2-2 160 0,-3-2-160 0,-3-4 160 16,-2 1-160-16,0-1 160 0,-2 3-160 0,0-1 160 16,0 0-160-1,2-1 0-15,0 5 0 0,-2 1 0 0,2 2 0 16,-1 2 0-16,3 4 0 0,-1-3 0 0,4 11 0 0,0 0 0 0,0 0 0 16,7-8 0-16,-7 8 0 0,12-4 0 0,-12 4 128 0,18 4-128 0,-1 2 0 31,-2 3 0-31,3-2 0 0,1 2 0 0,0 1 0 0,-2 2 176 0,2 0-16 15,2 0 0-15,-2 2 0 0,0 2-160 0,-2-1 0 16,-2-1 144-16,-1 0-144 0,-2-2 0 0,-1 0 128 0,-3 2-128 0,1-4 0 31,-9-10-1184-31,0 0-304 0,0 0-64 0</inkml:trace>
          <inkml:trace contextRef="#ctx0" brushRef="#br0" timeOffset="262981.8521">18070 12784 3679 0,'0'-12'320'0,"0"0"-320"0,0 12 0 0,3-15 0 0,4-3 3536 0,3 3 640 15,2 3 128-15,4-2 32 16,1-1-3536-16,1 1-800 0,-1 0 0 0,0 5 0 16,0 2-320-16,1 4-16 0,-3 1-16 0,1 2 0 31,-3 0-352-31,-13 0-80 0,16 9-16 0,-2-1 0 0,-14-8 528 0,10 14 96 0,-1 0 32 0,-2 3 0 15,-4 1 528-15,1 1 96 0,-1 3 32 0,0 2 0 0,1 0 1104 0,1 1 240 16,0-1 32-16,2 0 16 0,2-2-656 0,-1 1-128 16,3 1-32-16,3-2 0 0,-1-1-320 0,3 1-80 15,-1 1-16-15,3-2 0 0,2-2-176 0,5 0-48 0,-1-2 0 0,2-2 0 16,0 1-240 0,-2-1-48-16,-2-1-16 0,-1-2 0 0,0-3-144 0,-2-2 0 15,-6 0 0-15,1-2 128 16,-14-5-944-16,0 0-192 0,0 0-32 0,0 0-11952 0</inkml:trace>
          <inkml:trace contextRef="#ctx0" brushRef="#br0" timeOffset="263138.8118">18279 12938 13071 0,'0'0'576'0,"0"0"128"16,-2-12-576-16,2 12-128 0,3-10 0 0,-3 10 0 15,14-6 880-15,2 3 144 0,-1 0 16 0,4-1 16 16,4 1-752-16,1-1-160 15,2 1-16-15,1 3-128 0,3 0 240 0,2 3-64 0,5 4-16 16,-1 2 0-16,-2-2-160 0,-1 3 0 0</inkml:trace>
          <inkml:trace contextRef="#ctx0" brushRef="#br0" timeOffset="261501.4984">15995 13309 14735 0,'0'-19'640'0,"0"19"160"0,-2-10-640 0,6-2-160 16,1 0 0-16,2 1 0 0,-7 11 704 0,14-12 96 15,-1-3 32-15,5 3 0 0,-1 5-640 0,4 1-192 0,1 1 0 0,4 4 0 16,2 1 0-16,4 1 0 0,3 1 0 0,5-2 0 31,3-2-288-31,5 1-160 0</inkml:trace>
          <inkml:trace contextRef="#ctx0" brushRef="#br0" timeOffset="261317.9548">16109 13237 9215 0,'0'0'400'0,"-5"-11"96"0,-2 3-496 0,7 8 0 0,0 0 0 0,0 0 0 15,0 0 3632-15,-7-7 624 0,7 7 128 0,0 0 32 16,0 0-2688-16,0 0-544 0,0 0-96 0,0 0-32 0,-5 15-560 0,1 3-112 15,3 1-32-15,2-2 0 0,-1-17 48 0,6 17 16 16,-1-1 0-16,2-3 0 16,0-1-160-16,-1 1-16 0,-6-13-16 0,9 13 0 0,-9-13-224 0,9 14 176 15,-9-14-176-15,0 0 160 0,8 14-160 0,-8-14 0 0,0 0 0 0,0 0 0 0,0 0 0 0,0 0 128 32,0 0-128-32,0 0 0 0,0 0 0 0,0 0 0 15,0 0 128-15,0 0-128 0,0 0 0 0,0 0 192 0,-12-12-192 0,2-2 192 16,-2-3-192-16,1-6 0 0,1-4 0 0,0-4 0 15,-1-2 0-15,1-3 0 0,0 1 0 0,3-1 0 16,-2-4 0-16,4-1 128 0,0-2-128 0,1 5 0 16,3 3 0-16,1 6 0 0,1 1 0 0,3 4 0 0,-1 3-160 0,1 6 160 31,-4 15 0-31,7-11-144 0,-7 11 144 0,0 0 0 0,15-1-144 16,1 4 144-16,-3 2-144 0,5 2 144 0,-1 2-192 0,2 3 192 15,0 2-128-15,3 1 128 0,3 4 0 0,0 0 0 16,1 0 0-16,4 2 0 0,1 0 0 0,2 3 0 15,1 0 0-15,1 2 0 0,-4 2 0 0,0-1 0 16,-2 2 0-16,-1 3 0 0,-2-1 0 0,-4 1 0 16,-3-1 0-16,-2-1 0 0,-3-4 0 0,-5-4 0 0,-2-3 0 0,-2 2 0 15,-2-4 0-15,-3 0 0 16,-3-1-608-16,-2 1-160 0,-4-1-48 16,-5-1-8368-16,-5-1-1680 0</inkml:trace>
          <inkml:trace contextRef="#ctx0" brushRef="#br0" timeOffset="263481.9788">18525 13214 11055 0,'0'0'976'0,"0"0"-784"16,0 0-192-16,0 0 0 0,11-7 1696 0,1 2 288 0,2 0 64 0,1 0 16 16,1 0-1456-16,-1-1-288 15,-1 3-64-15,2-2-16 16,-1 0-112-16,1-2 0 0,-1 3-128 0,1 1 192 0,1-2-192 0,-2 1 0 16,-1-1 128-16,-2 2-128 0,0-4 0 0,-12 7 0 15,0 0 128-15,7-9-128 0,-7 9 0 0,5-10 128 16,-1-2-128-16,-2 3 0 15,-2 9 144-15,0-9-144 0,0 1 128 0,0 8-128 0,-4-14 560 0,1 5 16 0,3 9 16 0,0-10 0 32,0 1 480-32,0 9 80 0,3-8 32 0,-3 8 0 0,9-9-320 0,1 2-64 15,2 4-16-15,2 1 0 0,2 0-400 0,1 4-96 16,2 0-16-16,2 3 0 0,1 2 688 0,2 1 128 16,2 3 16-16,-2 3 16 15,0-1-1664-15,-3 1-336 0,-2 2-64 0,-3 1-16 0,-3 0-1296 0,-2-3-272 0,-1 0-48 16,-10-14-16-16</inkml:trace>
          <inkml:trace contextRef="#ctx0" brushRef="#br0" timeOffset="263898.1399">18817 12866 19343 0,'-7'-14'1728'0,"2"2"-1392"16,5 12-336-16,0 0 0 0,0-16 1472 0,0 16 240 31,7-15 32-31,1 4 16 0,3 4-1120 0,3 2-208 0,-1 3-48 15,3 2-16-15,-1 0-368 0,4 4-128 16,4 1 0-16,1 4 0 0,-1 1 128 0,1 0 0 0,2 1 0 0,-2 3 0 0,-2 5 0 16,1-2 0-16,-1-3 0 0,-3-2 0 0,-5 3 0 0,0-3 0 15,1-1 0-15,-3 1 0 16,-1 2 0-16,-1-2 0 0,-1 1 0 0,-1 0 0 0,-8-13 0 0,7 13 0 16,-7-13 0-16,7 14 0 0,-7-14 0 0,0 0 0 0,0 0 0 0,0 0 0 31,9 11 0-31,-9-11 0 0,0 0 0 0,0 0 0 15,0 0 0-15,0 0 144 0,0 0-144 0,0 0 0 0,7-9 160 0,-7 9-160 0,5-14 128 0,-2 2-128 16,-1 0 128-16,1 3-128 16,4 1 0-16,-7 8 128 0,0 0-128 0,0 0 0 15,9-12 0-15,0 1 0 0,-9 11 0 0,10-8 0 0,0 2 0 0,4 1 0 16,2 0-128-16,1 5 128 0,0 4-160 0,2-1 160 0,2 0 0 16,0 1 0-16,-1 1 0 0,1 0 0 31,0 0 0-31,-1 2 0 0,1 0 0 0,-2 0 0 0,-2 0 0 0,1 2 0 15,-1-1 0-15,0 1 0 0,0-2 0 0,-1 0 0 16,-1 0 0-16,1 0 0 0,-2-2-2240 0,0-2-336 16</inkml:trace>
          <inkml:trace contextRef="#ctx0" brushRef="#br0" timeOffset="264394.4184">19873 12960 17391 0,'-17'-5'768'0,"17"5"160"0,-14-7-736 0,-1 2-192 0,-3 2 0 0,1-1 0 0,0 3 1136 0,1-1 192 31,-1 0 32-31,2 2 16 0,-1 0-528 0,4 4-96 0,0-1-32 0,12-3 0 0,0 0-336 0,0 0-80 16,0 0-16-16,0 0 0 15,2 16-144-15,-2-16-16 0,0 0-128 0,8 15 192 16,1-3-64-16,3-1 0 0,-12-11-128 0,17 10 192 16,-3-3-192-16,0-2 0 0,0 0 0 0,-1-1 0 0,1-3-160 0,-14-1 32 15,14 2 0-15,-14-2 0 0,16 0-80 0,-16 0-16 16,0 0 0-16,0 0 0 0,0 0 224 0,0 0 0 15,0 0-160-15,0 0 160 0,0 0 0 0,0 0 0 16,0 0 0-16,0 0 0 0,0 0 0 0,13 0 0 0,-13 0-144 0,0 0 144 16,0 0 0-16,0 0-128 0,16 4 128 0,-16-4 0 15,14 5 0-15,-14-5 0 0,15 3 0 0,1-1 0 16,-1-2 0-16,1 0 0 16,-1-2 0-16,1-1 0 0,1-1 0 0,-3 1 0 15,-2-2 0-15,-2-2 0 0,1-4 0 0,-3 1 0 16,-1 0 0-16,0-2 0 0,0-2 0 0,-3 0 0 0,-6-2 128 15,-2-1-128-15,1 0 0 0,0 0 128 0,-3-1-128 0,-1 3 0 16,1-1 192-16,-3 3-64 0,-3-6-128 0,1-2 192 16,-1-2 48-16,0 1 0 15,-2-2 0-15,1 3 0 0,-1 2 64 0,2 4 16 16,1 1 0-16,3 2 0 0,-1 3-48 0,9 9 0 0,0 0 0 0,0 0 0 16,0 0-272-16,-3 12 0 0,4 2 128 0,6 3-128 15,4 6 0-15,6 1 0 0,7 3 0 0,4-1 0 16,3-2 0-16,2-1 0 0,-1-1 0 0,3-1 0 15,1-5 0-15,-1 6 0 0,-3 4 128 16,0 0-128 0,-3-2-464-16,-1 0-160 0,-1 0-16 0,1-3-11616 0</inkml:trace>
        </inkml:traceGroup>
        <inkml:traceGroup>
          <inkml:annotationXML>
            <emma:emma xmlns:emma="http://www.w3.org/2003/04/emma" version="1.0">
              <emma:interpretation id="{6F60AEA5-455E-4C01-9DBB-45A0E21368F5}" emma:medium="tactile" emma:mode="ink">
                <msink:context xmlns:msink="http://schemas.microsoft.com/ink/2010/main" type="inkWord" rotatedBoundingBox="26413,12626 29355,12641 29351,13380 26409,13365"/>
              </emma:interpretation>
              <emma:one-of disjunction-type="recognition" id="oneOf43">
                <emma:interpretation id="interp91" emma:lang="" emma:confidence="1">
                  <emma:literal/>
                </emma:interpretation>
              </emma:one-of>
            </emma:emma>
          </inkml:annotationXML>
          <inkml:trace contextRef="#ctx0" brushRef="#br0" timeOffset="265124.2522">21898 12771 5519 0,'0'0'240'0,"0"0"64"0,0 0-304 0,0 0 0 0,-7-14 0 0,0 5 0 15,7 9 3920-15,-16-5 736 0,-1-2 144 0,2 2 16 0,-3 0-2960 0,1 1-576 16,0 1-128-16,1 3-32 0,3 3-384 0,0 1-80 16,1-3-16-16,12-1 0 0,0 0-256 0,-10 9-64 15,10-9-16-15,-7 10 0 0,7-10-176 0,0 0-128 16,2 16 144-16,-2-16-144 0,0 0 128 0,10 12-128 0,1-2 0 0,1-1 0 15,0-2 128-15,0 2-128 16,2-1 0-16,-1-1 144 0,1 0-144 0,2-2 0 16,-2 0 0-16,1-1 0 0,2-2 0 0,1 1 128 15,1-1-128-15,0 1 0 0,-2 2 0 0,0-3 0 0,2-4 0 0,-2-1 0 16,1-1 128-16,-3 1-128 0,1 0 0 0,-1-3 128 16,1-1-128-16,-2 1-192 0,-1-1 32 0,-1 0 16 15,-1 0-368-15,-1-3-80 16,1-4-16-16,-3-4 0 15,-3-2-464-15,1-4-80 0,-1-2-32 0,0-7-6560 0,-2-12-1328 0</inkml:trace>
          <inkml:trace contextRef="#ctx0" brushRef="#br0" timeOffset="265379.6452">22165 12196 4607 0,'0'0'400'0,"0"0"-400"0,0 0 0 0,0 0 0 0,0 0 3024 0,0 0 528 16,0 0 96-16,14 9 32 15,0-1-2288-15,0 6-464 0,0 1-96 0,1 4 0 16,2 2 128-16,2 3 48 0,0 1 0 0,2 0 0 0,0 3-208 0,-2 5-32 15,0 1-16-15,0 1 0 0,0-1-432 0,0-1-96 16,1-2-16-16,-1-3 0 16,-3-2-80-16,1-2 0 0,0-3-128 0,-1-2 192 15,-2-4-192-15,0-1 176 0,-4-4-176 0,0-1 160 0,-10-9-160 0,0 0 192 16,0 0-192-16,0 0 192 0,0 0-192 0,0 0 0 16,0 0 144-16,0 0-144 0,4-12 0 0,-4-4 0 15,-4-1 0-15,-1 0 0 0,-2 0 0 0,-1-2 0 16,-1 0-160-16,2 0 160 0,2 0-128 0,3 1 128 15,2 3 0-15,2-1 0 16,1 2-1936-16,4 2-288 0</inkml:trace>
          <inkml:trace contextRef="#ctx0" brushRef="#br0" timeOffset="265847.2264">22968 12220 24127 0,'0'0'1072'0,"0"-12"208"0,0 2-1024 0,0 10-256 15,0 0 0-15,0 0 0 0,0 0 1584 0,0 0 256 0,0 0 48 0,0 0 16 16,14 0-704-16,-14 0-144 0,12 10-32 0,-4 0 0 0,1 2-800 16,0 2-224-1,-1-2 0-15,3 6 0 0,1 2 0 0,2 3 0 0,1 1 0 0,1 2 0 16,-1 3 0-16,2 2 0 16,2 2 0-16,0 1 0 0,0-1 0 0,2 0 0 15,2-4 192-15,-3-1-64 16,-1-2-704-16,0-4-128 0,0-3-48 0</inkml:trace>
          <inkml:trace contextRef="#ctx0" brushRef="#br0" timeOffset="266218.8324">23537 12653 23439 0,'-1'-27'1024'0,"1"15"240"0,0 1-1008 0,0 11-256 0,7-7 0 0,-7 7 0 0,10-8 544 0,0 3 64 15,1-1 16-15,-11 6 0 0,12-7-368 0,-2 4-80 16,-10 3-16-16,16-3 0 15,-1-1 224-15,2 2 32 0,-1 2 16 0,1 0 0 0,-1-1-304 0,1-3-128 16,-1 4 0-16,-1-2 128 16,1-1 0-16,-3-2 0 0,-2-2 0 0,-1-2 0 0,-3-1-128 0,0 1 0 15,-2-1 0-15,-1-2 0 0,-1-4 0 0,1 4 0 16,-1 2 0-16,-3 0 0 0,-2-4 128 0,-1 2 0 16,-1 0 0-16,-1 1 0 0,-3 1-128 0,-1-1 0 15,-3-1 0-15,0 2 0 0,-4-2 0 0,1 3 0 0,-3 1 0 0,1 1 0 16,2 0 336-16,-1 3 192 0,-1 1 48 0,1 3 0 15,1 2-208-15,1 1-48 0,2-1 0 0,2 5 0 16,-1 1-112-16,11-8-16 16,-10 16-16-16,5 0 0 0,1-3-176 0,4 3 0 0,4 1 0 0,4 2 0 15,4 4 0-15,2 1 0 16,0 2 0-16,3-2 0 0,4-2 0 0,3 2 0 16,2-1 0-16,2-4 0 0,1-2 128 0,0-3-128 15,1-2 0-15,2 2-9616 0,1 1-2032 16</inkml:trace>
          <inkml:trace contextRef="#ctx0" brushRef="#br0" timeOffset="264672.158">20938 12422 21183 0,'0'0'1888'16,"0"0"-1504"-16,14 2-384 0,0 5 0 0,1 1 1264 0,1 4 176 15,1 2 32-15,-5 0 16 0,0 3-80 0,2 6-32 16,2-1 0-16,-1 2 0 0,1 0-816 0,-2 2-176 15,-1 2-16-15,8 8-16 0,-2-3-352 0,-2-5 0 16,-1-6 0-16,-2 0 0 0,-1-1 0 0,0 0 144 16,-5 0-144-16,1-2 0 0,-2-2 128 0,-2-2-128 15,-2 1 0-15,-3-2-14624 0</inkml:trace>
          <inkml:trace contextRef="#ctx0" brushRef="#br0" timeOffset="264839.8915">20995 12857 26543 0,'11'-14'1168'0,"-3"5"256"0,4 1-1136 0,7 3-288 0,7 0 0 0,5 1 0 0,4 1 0 0,3 1 160 15,0 0-160-15,1 2 128 0,-1 0-128 0,4 4 0 16,1-1 0-16,2 1 0 31,0-1-256-31,-1-1-128 0,1-4-16 0,-3 0-16 16,-6 2-2208-16,-1 0-448 0</inkml:trace>
        </inkml:traceGroup>
      </inkml:traceGroup>
    </inkml:traceGroup>
    <inkml:traceGroup>
      <inkml:annotationXML>
        <emma:emma xmlns:emma="http://www.w3.org/2003/04/emma" version="1.0">
          <emma:interpretation id="{A2D2A4F7-8E34-42A2-AE4C-5953C06C53D8}" emma:medium="tactile" emma:mode="ink">
            <msink:context xmlns:msink="http://schemas.microsoft.com/ink/2010/main" type="paragraph" rotatedBoundingBox="3992,14392 16020,14340 16022,14859 3994,1491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54961F92-4B37-479A-A543-926B6C03E2B8}" emma:medium="tactile" emma:mode="ink">
              <msink:context xmlns:msink="http://schemas.microsoft.com/ink/2010/main" type="line" rotatedBoundingBox="3992,14392 16020,14340 16022,14859 3994,14912"/>
            </emma:interpretation>
          </emma:emma>
        </inkml:annotationXML>
        <inkml:traceGroup>
          <inkml:annotationXML>
            <emma:emma xmlns:emma="http://www.w3.org/2003/04/emma" version="1.0">
              <emma:interpretation id="{3E7030D8-5CFD-41B2-BA1D-873A67DDFBED}" emma:medium="tactile" emma:mode="ink">
                <msink:context xmlns:msink="http://schemas.microsoft.com/ink/2010/main" type="inkWord" rotatedBoundingBox="3992,14506 4623,14503 4625,14909 3994,14912"/>
              </emma:interpretation>
              <emma:one-of disjunction-type="recognition" id="oneOf44">
                <emma:interpretation id="interp92" emma:lang="" emma:confidence="1">
                  <emma:literal/>
                </emma:interpretation>
              </emma:one-of>
            </emma:emma>
          </inkml:annotationXML>
          <inkml:trace contextRef="#ctx0" brushRef="#br0" timeOffset="202777.1436">-1375 14155 9215 0,'0'0'816'0,"-12"-4"-656"0,0-3-160 0,2 1 0 15,1-1 1984-15,0 0 352 0,2-2 80 16,7 9 16-16,0 0-1056 0,-3-12-208 0,3 12-32 0,0 0-16 16,0 0-336-16,5-12-64 0,-5 12-16 0,9-10 0 15,-9 10-208-15,0 0-48 0,15-7-16 0,-15 7 0 16,14-4-224-16,2 3-32 0,-1-1-16 0,2 2 0 16,-1 3 208-16,1 2 32 0,2-3 16 0,2 2 0 15,0 1 80-15,-1 0 16 0,-2 0 0 0,-1 2 0 16,2 0-128-16,-2 0-32 0,-3 0 0 0,0 1 0 0,-2 3-128 0,0-3-32 15,-12-8 0-15,14 7 0 16,-14-7 32-16,10 14 0 0,-10-14 0 0,7 17 0 16,-7-17 64-16,3 19 16 0,-3-19 0 0,-3 19 0 0,-2 0 16 0,-4-1 0 15,-3-5 0-15,-2 3 0 16,-1-1-64-16,-1-1 0 0,1 2 0 0,-3-1 0 16,1-1-256-16,0 2 160 0,1 1-160 0,4 0 128 0,2-5-128 0,5 2 0 15,5-14 0-15,0 0 0 0,0 0 0 0,10 14 128 16,4-5-128-16,3-4 0 0,4-4 0 0,3-2 128 15,2-6-128-15,3 0 0 0,4 0 0 0,2 0 0 16,1-2 0-16,0 3 0 16,0-3-1376-16,-1 2-352 0,-6-2-80 0,0 1-12576 0</inkml:trace>
          <inkml:trace contextRef="#ctx0" brushRef="#br0" timeOffset="203003.0517">-1480 14327 9215 0,'0'0'400'0,"0"0"96"0,10-12-496 0,4 5 0 0,1 2 0 0,4 2 0 15,0 1 3296-15,6 0 560 0,2 1 112 0,-1-1 32 16,2 0-3216-16,1 2-640 0,0-2-144 0,1 4 0 0,-1 2 0 0,2-3 0 0,0-1 0 15,4 0-10464-15</inkml:trace>
        </inkml:traceGroup>
        <inkml:traceGroup>
          <inkml:annotationXML>
            <emma:emma xmlns:emma="http://www.w3.org/2003/04/emma" version="1.0">
              <emma:interpretation id="{2626F224-FE42-4F8E-9CA7-E8039FC29EDA}" emma:medium="tactile" emma:mode="ink">
                <msink:context xmlns:msink="http://schemas.microsoft.com/ink/2010/main" type="inkWord" rotatedBoundingBox="7426,14654 7587,14653 7589,14884 7427,14884"/>
              </emma:interpretation>
              <emma:one-of disjunction-type="recognition" id="oneOf45">
                <emma:interpretation id="interp93" emma:lang="" emma:confidence="1">
                  <emma:literal/>
                </emma:interpretation>
              </emma:one-of>
            </emma:emma>
          </inkml:annotationXML>
          <inkml:trace contextRef="#ctx0" brushRef="#br0" timeOffset="217471.9663">1953 14226 11967 0,'0'0'1072'0,"0"0"-864"0,0 0-208 0,0 0 0 15,0 0 2752-15,0 0 496 16,0 0 96-16,0 0 32 0,0 0-1616 0,0 0-320 16,3-11-64-16,-3 11-16 0,0 0-288 0,0 0-64 15,0 0-16-15,0 0 0 0,0 0-416 0,0 0-96 16,0 0-16-16,12 11 0 0,-1 1-336 0,-1 2-128 16,0 1 0-16,1 1 0 0,1-1 128 0,2 2-128 15,-1 2 0-15,3 4 0 16,-1 4-576-16,3 3-192 0,-1 1-64 0</inkml:trace>
        </inkml:traceGroup>
        <inkml:traceGroup>
          <inkml:annotationXML>
            <emma:emma xmlns:emma="http://www.w3.org/2003/04/emma" version="1.0">
              <emma:interpretation id="{55B47D33-524B-43C8-A42C-CDFC11BBAEB9}" emma:medium="tactile" emma:mode="ink">
                <msink:context xmlns:msink="http://schemas.microsoft.com/ink/2010/main" type="inkWord" rotatedBoundingBox="9827,14543 10500,14540 10501,14850 9828,14853"/>
              </emma:interpretation>
              <emma:one-of disjunction-type="recognition" id="oneOf46">
                <emma:interpretation id="interp94" emma:lang="" emma:confidence="1">
                  <emma:literal/>
                </emma:interpretation>
              </emma:one-of>
            </emma:emma>
          </inkml:annotationXML>
          <inkml:trace contextRef="#ctx0" brushRef="#br0" timeOffset="219631.1112">4464 14222 8287 0,'0'0'736'0,"0"0"-592"0,0 0-144 0,0 0 0 0,0 0 2576 0,0 0 496 16,7-12 80-16,-7 12 32 16,0 0-2096-16,7-12-400 0,-7 12-96 0,0 0-16 15,0 0 64-15,0 0 0 0,0 0 0 0,0 0 0 16,0 0 16-16,0 0 16 0,-16 2 0 0,2 3 0 16,1 0-336-16,-1 2-64 0,0 2-16 0,4 1 0 15,-1 2 192-15,3 0 16 0,8-12 16 0,-11 14 0 16,1 3 16-16,7 0 0 0,3-17 0 0,5 19 0 15,0-3-160-15,2 0-16 0,1-3-16 0,6-1 0 0,3-3-112 0,4 0-32 16,2-4 0-16,1 0 0 16,-2-3-160-16,2-2 192 0,2-2-192 0,0-1 192 0,2-3-192 0,3 1 0 15,3-2 144-15,1 2-144 16,-2-2 0-16,1 0 144 0,-1 0-144 0,0-1 0 0,-4-3 0 0,0 1 0 16,-3-4 0-16,0 2 0 0,-2 0 0 0,-3 0 0 15,-4-2 0-15,-6 4 0 0,-4-2-352 0,-7-2 32 16,-6-2 0-16,-7 3 0 0,-6 2 16 0,-4-3 16 15,-1-3 0-15,-7 0 0 16,-5 1-160-16,-4 3-16 0,-3 2-16 0,0 6-12784 0</inkml:trace>
        </inkml:traceGroup>
        <inkml:traceGroup>
          <inkml:annotationXML>
            <emma:emma xmlns:emma="http://www.w3.org/2003/04/emma" version="1.0">
              <emma:interpretation id="{74C11C64-3CE7-4E76-8009-0266AADCAF42}" emma:medium="tactile" emma:mode="ink">
                <msink:context xmlns:msink="http://schemas.microsoft.com/ink/2010/main" type="inkWord" rotatedBoundingBox="12697,14503 13354,14500 13355,14792 12698,14795"/>
              </emma:interpretation>
              <emma:one-of disjunction-type="recognition" id="oneOf47">
                <emma:interpretation id="interp95" emma:lang="" emma:confidence="1">
                  <emma:literal>.</emma:literal>
                </emma:interpretation>
                <emma:interpretation id="interp96" emma:lang="" emma:confidence="0">
                  <emma:literal>o</emma:literal>
                </emma:interpretation>
                <emma:interpretation id="interp97" emma:lang="" emma:confidence="0">
                  <emma:literal>°</emma:literal>
                </emma:interpretation>
                <emma:interpretation id="interp98" emma:lang="" emma:confidence="0">
                  <emma:literal>e</emma:literal>
                </emma:interpretation>
                <emma:interpretation id="interp99" emma:lang="" emma:confidence="0">
                  <emma:literal>a</emma:literal>
                </emma:interpretation>
              </emma:one-of>
            </emma:emma>
          </inkml:annotationXML>
          <inkml:trace contextRef="#ctx0" brushRef="#br0" timeOffset="220502.6251">7386 14107 20895 0,'-21'0'928'0,"9"3"192"0,0 0-896 0,-2 3-224 0,1-1 0 0,0 2 0 16,5 3 608-16,-1-1 80 0,-1-1 16 0,1 3 0 15,1-3-256-15,-1 3-64 0,0-3 0 0,9-8 0 16,-8 14 320-16,8-14 48 0,-7 16 16 0,7-16 0 16,0 17-448-16,0-17-96 0,7 17-16 0,0 0 0 0,1-3 32 0,4 0 0 15,6-4 0-15,1 1 0 16,1-4-48-16,-1 1 0 0,0-1 0 0,0-3 0 0,2-3-64 0,0 1-128 15,-2-2 176-15,1 0-176 0,1-2 128 0,3 1-128 16,2-3 0-16,0 1 0 0,-2-4 912 0,2 2 128 16,0-2 32-16,0-2 0 15,-2-3-1648-15,0 2-336 0,0 1-64 0,-1 0-16 0,-3 1 832 0,1-3 160 16,-2-1 0-16,-2 2 0 0,1 1 0 0,-3-3 0 0,-3 0 128 16,-3-2-128-16,-6-1 0 0,-3-1 0 15,-3-1 0-15,-4 2 0 0,-3 1 0 0,-2 2 0 16,-4-2 0-16,1 5 0 0,-1 2 0 0,-1 2 0 15,-1 3 0-15,1 1 0 16,0 2-2352-16,0 5-448 0</inkml:trace>
        </inkml:traceGroup>
        <inkml:traceGroup>
          <inkml:annotationXML>
            <emma:emma xmlns:emma="http://www.w3.org/2003/04/emma" version="1.0">
              <emma:interpretation id="{0A7E0836-F938-4A5E-87BD-AF5D8D66E276}" emma:medium="tactile" emma:mode="ink">
                <msink:context xmlns:msink="http://schemas.microsoft.com/ink/2010/main" type="inkWord" rotatedBoundingBox="15259,14343 16020,14340 16022,14835 15261,14838"/>
              </emma:interpretation>
              <emma:one-of disjunction-type="recognition" id="oneOf48">
                <emma:interpretation id="interp100" emma:lang="" emma:confidence="0">
                  <emma:literal>°</emma:literal>
                </emma:interpretation>
                <emma:interpretation id="interp101" emma:lang="" emma:confidence="0">
                  <emma:literal>o</emma:literal>
                </emma:interpretation>
                <emma:interpretation id="interp102" emma:lang="" emma:confidence="0">
                  <emma:literal>.</emma:literal>
                </emma:interpretation>
                <emma:interpretation id="interp103" emma:lang="" emma:confidence="0">
                  <emma:literal>0</emma:literal>
                </emma:interpretation>
                <emma:interpretation id="interp104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221152.996">10118 14105 19167 0,'-21'-7'848'0,"9"5"176"0,-1 2-816 0,-3-2-208 15,1 1 0-15,-1-1 0 0,-1 0 656 0,-2 2 96 0,0 0 16 0,0 2 0 16,-2 0-48-16,0 1 0 0,1 2 0 0,1 2 0 16,1 2 192-16,3 0 48 0,-1 1 0 0,4 2 0 15,2-2-400-15,3 2-80 0,7-12-16 0,-3 18 0 16,1 1-224-16,4-2-48 0,-2-17-16 0,10 21 0 15,4-1 0-15,3 1 0 0,0-4 0 0,4-3 0 16,3 0-32-16,4-2 0 0,5-2 0 0,1 2 0 16,1-1-16-16,-1-3 0 0,2-2 0 0,1-1 0 15,1-2-128-15,-2-3 128 0,-3-2-128 0,-2-1 128 16,-2-2-128-16,0 0 0 0,-1 0 144 0,0-1-144 16,-1-1 0-16,-1 1 144 0,-4-3-144 0,-1-5 0 15,-2 2 144-15,-2 0-144 0,-3 0 0 0,-3 0 144 16,-4-2-144-16,-4-2 128 0,-5-1-128 0,-1 0 128 0,-6 0-128 0,-3-4 0 15,-5-3 144-15,-6-2-144 0,-6-3 0 16,-4 1 0-16,-5 2 0 0,-3-3 128 0,-2-2-128 0,-4 0 0 16,-5 1-128-16,-5 1-14544 15</inkml:trace>
        </inkml:traceGroup>
      </inkml:traceGroup>
    </inkml:traceGroup>
    <inkml:traceGroup>
      <inkml:annotationXML>
        <emma:emma xmlns:emma="http://www.w3.org/2003/04/emma" version="1.0">
          <emma:interpretation id="{8E101AB8-FD4F-4E1D-A10C-55862175AB32}" emma:medium="tactile" emma:mode="ink">
            <msink:context xmlns:msink="http://schemas.microsoft.com/ink/2010/main" type="paragraph" rotatedBoundingBox="4090,15498 13483,15564 13478,16250 4085,1618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D9D3DB7-64D4-42C5-8846-C560E9BA2F1A}" emma:medium="tactile" emma:mode="ink">
              <msink:context xmlns:msink="http://schemas.microsoft.com/ink/2010/main" type="line" rotatedBoundingBox="4090,15498 13483,15564 13478,16250 4085,16183"/>
            </emma:interpretation>
          </emma:emma>
        </inkml:annotationXML>
        <inkml:traceGroup>
          <inkml:annotationXML>
            <emma:emma xmlns:emma="http://www.w3.org/2003/04/emma" version="1.0">
              <emma:interpretation id="{26BFBB52-2705-470F-8349-F06C6D357E20}" emma:medium="tactile" emma:mode="ink">
                <msink:context xmlns:msink="http://schemas.microsoft.com/ink/2010/main" type="inkWord" rotatedBoundingBox="4090,15519 4728,15523 4724,16129 4086,16125"/>
              </emma:interpretation>
              <emma:one-of disjunction-type="recognition" id="oneOf49">
                <emma:interpretation id="interp105" emma:lang="" emma:confidence="1">
                  <emma:literal/>
                </emma:interpretation>
              </emma:one-of>
            </emma:emma>
          </inkml:annotationXML>
          <inkml:trace contextRef="#ctx0" brushRef="#br0" timeOffset="205368.953">-1083 15154 2751 0,'0'0'128'0,"0"0"16"0,0 0-144 0,0 0 0 16,-2-10 0-16,2 10 0 0,-2-12 3168 0,2 12 608 0,-3-11 112 15,-2 3 16-15,5 8-1840 0,-7-9-368 0,2 2-80 0,5 7-16 16,-9-5-480-16,9 5-96 15,-9-5-32-15,9 5 0 0,-12-5-352 0,12 5-80 0,0 0-16 16,-12 3 0-16,0 1-336 0,2 1-64 0,1 2-16 0,-1 1 0 16,-2 3-128-16,1-1 0 0,-1 0 0 0,2 1 0 15,1-1 0-15,2 4 0 0,0 0 0 0,2-2 0 16,2 0 0-16,3-12 0 0,-2 15 0 0,2 1 0 0,0-4 0 0,0-12 0 16,2 14 0-16,-2-14 0 15,8 14 0-15,-1-6 0 0,-7-8 0 0,0 0 0 16,14 7 0-16,0-3 0 0,-14-4 0 0,17 1 0 0,-3-1 0 0,0 0 0 15,-14 0 0-15,17 0 0 0,-3 4 0 0,0-1 0 0,-14-3 0 0,15 7 0 32,-3 2 0-32,-1-1 0 0,-11-8 0 0,12 12 0 15,-4 1 0-15,-2-3 0 0,-3 0 0 0,-3-10 0 16,0 11 0-16,-2 2 0 0,-3 0 0 0,-2-3 0 16,-3 0 0-16,-4 2 0 0,-3 0 0 0,-2 0 0 15,0 2 0-15,-2-2 0 0,-3 2 0 0,-2 0 128 16,-2-2-128-16,1-2 0 0,-1-1 0 0,2 0 0 15,2-2-1696-15,0-2-272 0</inkml:trace>
          <inkml:trace contextRef="#ctx0" brushRef="#br0" timeOffset="205599.3793">-793 15334 17503 0,'-7'-11'1552'0,"0"4"-1232"0,7 7-320 0,0 0 0 0,0 0 2176 16,0 0 384-16,0 0 80 0,0 0 16 0,-14 9-1840 0,4 1-368 15,1 1-80-15,2 4-16 0,2 3 784 0,2 1 144 16,3 1 48-16,3 3 0 0,2 1-656 0,2 0-128 16,2 4-32-16,1-1 0 0,0-1-512 0,3 0 0 15,0-2 0-15,1 0 0 16,0-3-2464-16,-7 5-496 0</inkml:trace>
        </inkml:traceGroup>
        <inkml:traceGroup>
          <inkml:annotationXML>
            <emma:emma xmlns:emma="http://www.w3.org/2003/04/emma" version="1.0">
              <emma:interpretation id="{EE333BFD-8F00-4F7F-ABB2-DADA0096DC07}" emma:medium="tactile" emma:mode="ink">
                <msink:context xmlns:msink="http://schemas.microsoft.com/ink/2010/main" type="inkWord" rotatedBoundingBox="7400,15860 7913,15864 7910,16210 7398,16207"/>
              </emma:interpretation>
            </emma:emma>
          </inkml:annotationXML>
          <inkml:trace contextRef="#ctx0" brushRef="#br0" timeOffset="223784.0318">2087 15454 11055 0,'0'0'480'0,"-3"-10"112"0,-1 0-464 0,4 10-128 0,0 0 0 0,0 0 0 16,-5-11 2560-16,5 11 512 0,0 0 80 0,0 0 32 16,0 0-2096-16,-10 7-432 15,0 4-80-15,-3 2 0 0,1 1-224 0,0 2-32 16,-2 1-16-16,2 2 0 0,-1 0 160 0,1 0 48 0,-1-2 0 0,3 1 0 0,3-3-256 0,2 2-64 15,0 1 0-15,3-1 0 16,2 2-16-16,2-2-16 0,-2-17 0 0,8 19 0 16,1-3-160-16,-9-16 160 0,16 13-160 0,-1-2 160 15,1-6-160-15,1 0 128 0,0-1-128 0,7-6 128 16,6 0 0-16,1-1-128 0,2-2 192 0,1-2-64 0,1-4-128 0,1 1 0 16,-2-2 144-16,-1 0-144 0,-2 0 0 0,-5 0 0 15,-3-2 0-15,-6 0 128 0,-3 0-128 0,-4 0 0 16,-10 14 0-16,2-17 128 15,-4 2-128-15,-5-3 0 0,-5 1 0 0,-4 2 128 0,-6-1-128 0,-4 4 0 16,-1-4-128-16,-6 3 128 16,-4 2-448-1,5-1 0-15,-3 0 0 0,2 3-8128 0,2 3-1648 0</inkml:trace>
        </inkml:traceGroup>
        <inkml:traceGroup>
          <inkml:annotationXML>
            <emma:emma xmlns:emma="http://www.w3.org/2003/04/emma" version="1.0">
              <emma:interpretation id="{4D58DDEE-299A-4CCA-89DB-B7CEFBE2E4A9}" emma:medium="tactile" emma:mode="ink">
                <msink:context xmlns:msink="http://schemas.microsoft.com/ink/2010/main" type="inkWord" rotatedBoundingBox="10142,15650 10333,15652 10330,16060 10139,16059"/>
              </emma:interpretation>
              <emma:one-of disjunction-type="recognition" id="oneOf50">
                <emma:interpretation id="interp106" emma:lang="" emma:confidence="1">
                  <emma:literal/>
                </emma:interpretation>
              </emma:one-of>
            </emma:emma>
          </inkml:annotationXML>
          <inkml:trace contextRef="#ctx0" brushRef="#br0" timeOffset="224166.5245">4668 15306 5519 0,'7'-12'496'16,"-1"0"-496"-16,3 0 0 0,1 1 0 16,3 1 4672-16,2 1 832 0,2 3 160 0,1-1 32 0,-1 0-3968 0,0 3-784 15,-1 1-176-15,-16 3-16 0,0 0 176 0,0 0 32 16,0 0 16-16,13 10 0 0,-2 4-32 0,-4 0-16 15,-4 3 0-15,-1 7 0 16,0 4-400-16,-2 3-80 0,0 0 0 0,0 2-16 16,1 0-304-16,1-1-128 0,0 1 128 0,-1-2-128 15,-1-3-1024-15,0-2-272 0,0-2-64 0</inkml:trace>
        </inkml:traceGroup>
        <inkml:traceGroup>
          <inkml:annotationXML>
            <emma:emma xmlns:emma="http://www.w3.org/2003/04/emma" version="1.0">
              <emma:interpretation id="{27E89BCD-15DA-44D5-ADC1-D8D464833EF7}" emma:medium="tactile" emma:mode="ink">
                <msink:context xmlns:msink="http://schemas.microsoft.com/ink/2010/main" type="inkWord" rotatedBoundingBox="12838,15560 13483,15564 13479,16130 12834,16126"/>
              </emma:interpretation>
              <emma:one-of disjunction-type="recognition" id="oneOf51">
                <emma:interpretation id="interp107" emma:lang="" emma:confidence="1">
                  <emma:literal/>
                </emma:interpretation>
              </emma:one-of>
            </emma:emma>
          </inkml:annotationXML>
          <inkml:trace contextRef="#ctx0" brushRef="#br0" timeOffset="244111.3276">7426 15277 14735 0,'-9'-14'1312'0,"9"14"-1056"16,-7-14-256-16,2 2 0 0,2 2 2304 0,3 10 384 16,0-8 96-16,0 8 16 0,-2-9-1840 0,2 9-352 0,0 0-80 0,0 0-16 15,0 0 176-15,0 0 16 0,0 0 16 0,0 0 0 16,-7 17-240-16,2 2-48 0,-2 7-16 0,2 5 0 0,1 5-64 0,1 1-16 16,-2-1 0-1,3 0 0-15,2-1-160 0,2-3-48 0,1-4 0 0,2-3 0 16,2-1-128-16,0-3 0 0,0-6 0 0,2 1 0 0,1-3 208 0,4-2-32 0,1-1-16 15,3-5 0-15,-3-1 32 0,4-3 0 0,9-2 0 0,1-5 0 16,1-2 0-16,4-4 16 0,3-4 0 0,2 1 0 31,3 0-16-31,1-4-16 0,0-2 0 0,-1 1 0 0,-8-4-176 0,-3-4 160 16,-3-3-160-16,-5-1 160 0,-6-3-160 0,-7 1 128 16,-5-2-128-16,-10 2 128 0,-9 1-128 0,-8 4 0 0,-9 0 144 15,-14 3-144-15,-14 2 0 0,-7 6 0 0,-5 4 0 0,-1 9-128 31,-1 6-1984-31,-6 6-384 0</inkml:trace>
        </inkml:traceGroup>
      </inkml:traceGroup>
    </inkml:traceGroup>
    <inkml:traceGroup>
      <inkml:annotationXML>
        <emma:emma xmlns:emma="http://www.w3.org/2003/04/emma" version="1.0">
          <emma:interpretation id="{E789574B-FACE-4027-966A-17B71EB26F71}" emma:medium="tactile" emma:mode="ink">
            <msink:context xmlns:msink="http://schemas.microsoft.com/ink/2010/main" type="paragraph" rotatedBoundingBox="3967,16416 15980,15485 16094,16958 4081,1788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1845AC9F-D073-469A-B84A-7F2C79454128}" emma:medium="tactile" emma:mode="ink">
              <msink:context xmlns:msink="http://schemas.microsoft.com/ink/2010/main" type="line" rotatedBoundingBox="3967,16416 15980,15485 16094,16958 4081,17889"/>
            </emma:interpretation>
          </emma:emma>
        </inkml:annotationXML>
        <inkml:traceGroup>
          <inkml:annotationXML>
            <emma:emma xmlns:emma="http://www.w3.org/2003/04/emma" version="1.0">
              <emma:interpretation id="{529BFDB8-5BCA-47C7-BCF9-30E9F07C99CD}" emma:medium="tactile" emma:mode="ink">
                <msink:context xmlns:msink="http://schemas.microsoft.com/ink/2010/main" type="inkWord" rotatedBoundingBox="3989,16701 5352,16595 5404,17270 4041,17376"/>
              </emma:interpretation>
              <emma:one-of disjunction-type="recognition" id="oneOf52">
                <emma:interpretation id="interp108" emma:lang="" emma:confidence="1">
                  <emma:literal/>
                </emma:interpretation>
              </emma:one-of>
            </emma:emma>
          </inkml:annotationXML>
          <inkml:trace contextRef="#ctx0" brushRef="#br0" timeOffset="206211.624">-1128 16245 14735 0,'0'0'1312'0,"-14"-3"-1056"0,0 1-256 0,2 0 0 0,2 4 1888 0,-4 1 320 0,-2-1 64 0,1 3 16 0,1 2-1840 0,0 0-448 15,-3 0 0-15,0 0 0 16,0 0 320-16,1 0-16 0,0-1-16 0,4 3 0 0,2 0 256 0,10-9 48 16,-10 10 16-16,10-10 0 0,0 0-288 0,0 0-64 15,7 19-16-15,1-3 0 0,4-3-48 0,2-4-16 0,3 1 0 0,4 1 0 16,3-3 0-16,0 3 0 0,1-1 0 0,-1 0 0 16,0-3-48-16,0-1-128 0,0 0 192 0,2 3-64 31,2 0 16-31,-1-1 0 0,-1 3 0 0,-2 1 0 0,-3 0 112 0,-2 2 32 15,-2-2 0-15,-3 0 0 0,-3 0-48 0,-5 0-16 16,-6-12 0-16,4 17 0 0,-6-1-96 0,-3-1-128 16,-4 1 176-16,-3 1-176 0,-5 0 1008 0,-5 1 80 0,-6 1 32 0,-3 1 0 31,-2-1-1680-31,-1 0-336 0,-3-1-64 0,-1 1 0 0,-1-6 688 0,-1-2 144 0,2-3 128 0,0-2-192 16,4-3-464-16,2-1-112 15,1-6 0-15,7-3-12512 0</inkml:trace>
          <inkml:trace contextRef="#ctx0" brushRef="#br0" timeOffset="206575.1086">-647 16457 20271 0,'0'0'1792'0,"0"0"-1424"0,0 0-368 0,11-8 0 16,-11 8 1760-16,15-6 288 0,1 3 48 0,-1 1 16 0,1 2-1664 15,-16 0-448-15,15 0 128 0,-15 0-128 16,0 0 640-16,14 7 64 0,-14-7 0 0,14 5 16 16,-14-5-208-16,16 9-64 0,-16-9 0 0,12 10 0 15,-12-10-256-15,12 12-48 0,-12-12-16 0,8 14 0 0,-8-14-128 0,6 16 0 16,-3-2 144-16,-3-14-144 16,-2 15 144-16,-1 1-144 0,-4-3 192 0,0 3-192 15,-2-2 192-15,-3 1-64 0,-1 4 0 0,-1 0-128 16,0 2 192-16,0 0-192 0,0-2 192 0,2 1-192 0,5 5 0 0,2-6 0 15,0-4 0-15,1 1 0 16,3-1 0-16,2-3 0 0,-1-12 0 0,9 11 0 0,1-3 128 0,6 1-128 16,0-6 0-16,3-3 0 0,3 0 128 0,2-1-128 15,2-1 0-15,3-3 0 0,4-4 0 0,5-1 128 16,4-2-128-16,4 3 0 0,4-1 0 0,2-2-192 0,0-2 0 0,5-5-14848 31</inkml:trace>
        </inkml:traceGroup>
        <inkml:traceGroup>
          <inkml:annotationXML>
            <emma:emma xmlns:emma="http://www.w3.org/2003/04/emma" version="1.0">
              <emma:interpretation id="{47559AF0-DB38-43AF-9608-CCE80321F68A}" emma:medium="tactile" emma:mode="ink">
                <msink:context xmlns:msink="http://schemas.microsoft.com/ink/2010/main" type="inkWord" rotatedBoundingBox="7514,17020 8075,16976 8106,17377 7545,17420"/>
              </emma:interpretation>
              <emma:one-of disjunction-type="recognition" id="oneOf53">
                <emma:interpretation id="interp109" emma:lang="" emma:confidence="1">
                  <emma:literal/>
                </emma:interpretation>
              </emma:one-of>
            </emma:emma>
          </inkml:annotationXML>
          <inkml:trace contextRef="#ctx0" brushRef="#br0" timeOffset="224638.9064">2105 16799 20271 0,'-7'-10'1792'0,"3"-2"-1424"16,4-1-368-16,2 3 0 0,0 2 2160 0,-2 8 352 16,0 0 80-16,10-6 16 15,-10 6-1424-15,0 0-288 0,0 0-48 0,16-1-16 0,-3 4-176 0,1 4-32 16,0 2-16-16,0 3 0 0,1 3-304 0,3 4-64 15,2 2-16-15,3 1 0 0,1-1-224 0,-2 0 0 16,-1-2 0-16,0 1-10512 16,-2 3-2160-16</inkml:trace>
          <inkml:trace contextRef="#ctx0" brushRef="#br0" timeOffset="233514.0269">2174 16621 3679 0,'0'0'320'0,"0"0"-320"0,0 0 0 0,0 0 0 15,0 0 2416-15,0 0 400 0,0 0 96 0,0 0 16 16,0 0-1472-16,0 0-304 0,0 0-48 0,0 0-16 16,0 0 128-16,0 0 32 15,0 0 0-15,0 0 0 0,0 0-32 0,0 0-16 16,0 0 0-16,0 0 0 0,-11 2-384 0,11-2-80 0,-12 7-16 0,0 2 0 0,-2 3-240 0,4 0-48 16,3 0-16-16,0 2 0 15,-3-1-32-15,3 5 0 0,0 1 0 0,2-2 0 0,0-2 0 0,1-1 0 16,1 0 0-16,1 0 0 0,2-14 0 0,2 15-16 15,1-1 0-15,2-2 0 0,2 0-64 0,2-1-16 0,-9-11 0 0,15 10 0 16,3 0-128-16,-1-1-32 0,0-2 0 16,2 2 0-16,-2-1 0 0,2-1-128 15,-1-5 192-15,-1 1-64 0,2 2 32 0,0-1 0 16,0-2 0-16,0-2 0 0,-4 0-32 0,1 1 0 16,-2-1 0-16,0 2 0 0,-1-2 32 0,1 0 0 15,-14 0 0-15,16-2 0 0,-1-1-160 0,-1 1 0 16,0 0 0-16,-14 2 0 0,15-5 0 0,1 2 0 15,-2 1 0-15,0 0 0 0,-1-3 0 0,-13 5 0 16,14-5 0-16,-3-2 0 0,-11 7 0 0,12-10 0 16,-12 10 0-16,10-12 128 0,-1 0-128 15,-1 0 0-15,-3-1 0 0,-5 13 0 0,6-15 0 16,-1 1 0-16,-2-1 0 0,-1 1 0 0,-2-4 0 0,0-1 0 16,-2-1 0-16,0-1 0 0,1-1 0 0,-3 3 0 15,-3 0 0-15,0 0 0 0,-3 0 144 0,-2 1-144 0,-3 3 160 16,-3-1-160-16,-2 4 0 0,-5 4-128 0,-1 2-16 0,-3 6 0 31,-4 4-1440-31,-8 5-272 0,-7 3-64 16,-15 0-16-16</inkml:trace>
        </inkml:traceGroup>
        <inkml:traceGroup>
          <inkml:annotationXML>
            <emma:emma xmlns:emma="http://www.w3.org/2003/04/emma" version="1.0">
              <emma:interpretation id="{137C3E9D-EDAD-443D-B3E7-1A1F6C0E5C34}" emma:medium="tactile" emma:mode="ink">
                <msink:context xmlns:msink="http://schemas.microsoft.com/ink/2010/main" type="inkWord" rotatedBoundingBox="10355,16897 10905,16855 10944,17357 10394,17399"/>
              </emma:interpretation>
              <emma:one-of disjunction-type="recognition" id="oneOf54">
                <emma:interpretation id="interp110" emma:lang="" emma:confidence="1">
                  <emma:literal/>
                </emma:interpretation>
              </emma:one-of>
            </emma:emma>
          </inkml:annotationXML>
          <inkml:trace contextRef="#ctx0" brushRef="#br0" timeOffset="244770.796">5065 16607 5519 0,'0'0'496'0,"0"0"-496"15,0 0 0-15,0 0 0 0,-12-5 4544 0,1 2 800 16,11 3 160-16,-12-2 48 0,2 0-3504 0,10 2-704 0,-14 0-144 0,2 4-32 16,0 1-368-16,0 2-80 0,1 2-16 0,3 1 0 15,1 2-448-15,0 3-80 0,-2 3-32 0,4 1 0 16,0 8-144-16,1-1 0 15,3-2 0-15,-1-1 0 0,0-1 128 0,4-3-128 16,1 0 0-16,3-1 128 0,1-5-128 0,5 3 0 0,5-1 144 16,4-3-144-16,-1-3 128 0,4 0-128 0,2-6 128 0,2-3-128 15,1-3 192-15,4-4-48 0,2-4 0 0,-1-2 0 16,-1-5-16-16,1-2 0 0,-1-3 0 0,-2 1 0 16,-3-2-128-16,-2-4 128 0,-4-1-128 0,-4-1 128 15,-6 1-128-15,-7 0 128 0,-5-2-128 0,-4 1 128 16,-6-1-128-16,-4 5 0 0,-5 0 144 0,-3 4-144 15,-6 0 0-15,-1 6 0 0,-4 4 0 0,-3 5 0 32,-4 4-656-32,-3 3-112 0,-5 3 0 0,-2 4-9104 0,-4 2-1824 0</inkml:trace>
        </inkml:traceGroup>
        <inkml:traceGroup>
          <inkml:annotationXML>
            <emma:emma xmlns:emma="http://www.w3.org/2003/04/emma" version="1.0">
              <emma:interpretation id="{1FF529BB-58E6-4A9F-9285-62E57DE59E95}" emma:medium="tactile" emma:mode="ink">
                <msink:context xmlns:msink="http://schemas.microsoft.com/ink/2010/main" type="inkWord" rotatedBoundingBox="13043,16772 13268,16754 13292,17062 13066,17079"/>
              </emma:interpretation>
              <emma:one-of disjunction-type="recognition" id="oneOf55">
                <emma:interpretation id="interp111" emma:lang="" emma:confidence="1">
                  <emma:literal/>
                </emma:interpretation>
              </emma:one-of>
            </emma:emma>
          </inkml:annotationXML>
          <inkml:trace contextRef="#ctx0" brushRef="#br0" timeOffset="245174.2345">7578 16376 20271 0,'-4'-17'1792'0,"4"17"-1424"0,-3-14-368 0,1 2 0 0,2 12 3440 0,0 0 608 15,0 0 128-15,0 0 32 16,0 0-2608-16,0 0-512 0,0 0-96 0,0 0-32 15,0 0-320-15,0 0-80 0,0 0-16 0,15 9 0 16,-2-1-288-16,0 3-48 0,-1-4-16 0,4 5 0 0,1 1-192 0,2 6 0 16,0 2 0-16,2 2 0 0,1 1 0 0,1 2 0 15,-1 5 0-15,-3 7-12304 16,-1 10-2432-16</inkml:trace>
        </inkml:traceGroup>
        <inkml:traceGroup>
          <inkml:annotationXML>
            <emma:emma xmlns:emma="http://www.w3.org/2003/04/emma" version="1.0">
              <emma:interpretation id="{EDC36C72-4B7A-480D-A0A9-94C97443E731}" emma:medium="tactile" emma:mode="ink">
                <msink:context xmlns:msink="http://schemas.microsoft.com/ink/2010/main" type="inkWord" rotatedBoundingBox="15327,16448 16051,16392 16083,16814 15359,16870"/>
              </emma:interpretation>
              <emma:one-of disjunction-type="recognition" id="oneOf56">
                <emma:interpretation id="interp112" emma:lang="" emma:confidence="1">
                  <emma:literal>3</emma:literal>
                </emma:interpretation>
                <emma:interpretation id="interp113" emma:lang="" emma:confidence="0">
                  <emma:literal>}</emma:literal>
                </emma:interpretation>
                <emma:interpretation id="interp114" emma:lang="" emma:confidence="0">
                  <emma:literal>s</emma:literal>
                </emma:interpretation>
                <emma:interpretation id="interp115" emma:lang="" emma:confidence="0">
                  <emma:literal>z</emma:literal>
                </emma:interpretation>
                <emma:interpretation id="interp116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249433.2517">10160 16178 10127 0,'-7'-18'448'0,"3"8"96"0,-1-2-544 0,0-4 0 0,0-3 0 0,3 0 0 0,4 7 4240 0,3 2 752 16,2-2 128-16,1 3 48 0,5 2-4064 0,0-1-800 15,-1-1-176-15,0 2-128 0,4-3 0 0,0 3 0 16,-1 2 0-16,1 0 0 15,1 1 0-15,-2 2 0 0,1 1 0 0,1-3 0 16,2 3 0-16,0 1 0 0,-2 0 0 0,1 0 0 0,-3 1 0 0,-15-1 0 16,12 5 0-16,-12-5 0 0,0 0 0 0,0 0 0 15,0 0 0-15,11 14-144 0,-11-14 144 0,0 0 0 16,0 16 0-16,-4-2 0 0,-3-1 0 0,-1-1 176 16,-3 1-48-16,-1-3 0 0,-3-1 32 0,-1 1 0 15,2-1 0-15,1-3 0 0,0 1-160 0,13-7 0 16,-12 9 144-16,12-9-144 0,-10 9 0 0,10-9 128 15,0 0-128-15,0 0 0 0,-7 12 0 0,7-12 0 16,0 0 0-16,0 14 0 0,0-14 0 0,4 15 0 0,-4-15 0 0,7 16-128 0,-7-16 128 0,15 15 0 16,1-1 0-1,3-4 0-15,0 2 0 0,1-1 0 0,1-4 0 16,1 1 0-16,3-1 0 0,-1 2 0 0,0-1 0 0,-3-1 0 16,-2 0 0-16,0 2 0 0,-4-1 0 0,-1-2 0 0,-14-6 0 0,0 0 0 15,0 0 0-15,0 0 0 16,0 0 0-16,0 0 0 0,0 0 0 0,2 17 0 15,-8-5 144-15,-4-2-144 0,-5-1 192 0,-6-4-192 0,-7-1 320 0,-3-3-64 16,-5 3 0-16,-4 1 0 16,-3-2-128-16,-2 1-128 0,-3-4 192 0,-2 0-192 0,-5 0 192 0,-2-2-192 15,-5-1 192-15,1-1-192 32,1 1-672-32,3-2-240 0</inkml:trace>
        </inkml:traceGroup>
        <inkml:traceGroup>
          <inkml:annotationXML>
            <emma:emma xmlns:emma="http://www.w3.org/2003/04/emma" version="1.0">
              <emma:interpretation id="{16584D13-DE0E-42F2-B20F-F279D677E079}" emma:medium="tactile" emma:mode="ink">
                <msink:context xmlns:msink="http://schemas.microsoft.com/ink/2010/main" type="inkWord" rotatedBoundingBox="15356,15533 15779,15501 15817,15992 15394,16025"/>
              </emma:interpretation>
              <emma:one-of disjunction-type="recognition" id="oneOf57">
                <emma:interpretation id="interp117" emma:lang="" emma:confidence="1">
                  <emma:literal/>
                </emma:interpretation>
              </emma:one-of>
            </emma:emma>
          </inkml:annotationXML>
          <inkml:trace contextRef="#ctx0" brushRef="#br0" timeOffset="248626.5103">10203 15123 4607 0,'0'0'400'0,"0"-12"-400"0,-2 0 0 0,2 12 0 16,-5-12 2976-16,5 12 512 0,0 0 96 0,0 0 32 15,0 0-2720-15,0 0-560 0,-9-9-96 0,9 9-32 16,-10-5 48-16,-2 5 0 0,0 2 0 0,-2 1 0 0,0 2 208 0,0 2 48 16,2 4 16-16,2 2 0 0,-2 5 80 0,0-1 16 15,3 2 0-15,2 2 0 0,0 1-112 0,2 2 0 16,2 2-16-16,1 2 0 0,0 1 16 0,0-1 16 0,1-6 0 0,1 2 0 16,3 1-320-16,1-5-64 0,-1-1-16 0,2 0 0 0,2-3-128 0,0-1 0 15,0-1 0-15,3-2 0 16,1-3 0-16,1-1 0 0,0-2 0 0,2 1 128 15,1-2 0-15,2-4 0 0,1-2 0 0,-3-1 0 16,1-1 32-16,-1-1 0 0,-1-3 0 16,2 2 0-16,-1 0-32 0,1-2 0 15,-1-3 0-15,-1 1 0 0,-4 2-128 0,-10 7 0 16,11-12 144-16,-11 12-144 0,0 0 128 0,7-16-128 0,-6 4 160 0,-1 12-160 16,-7-12 0-16,-3 0 0 0,-4 2 0 0,-1 3 0 0,-6 0 0 0,-3 0-160 15,-2 0 0-15,-5 4 0 0,-4-2-112 0,-3 5-32 16,-3 6 0-16,-2 3 0 15,0 1-464-15,3 8-80 16,2 1-32-16</inkml:trace>
        </inkml:traceGroup>
      </inkml:traceGroup>
    </inkml:traceGroup>
    <inkml:traceGroup>
      <inkml:annotationXML>
        <emma:emma xmlns:emma="http://www.w3.org/2003/04/emma" version="1.0">
          <emma:interpretation id="{CF4F2817-02D1-41E0-BC21-34BD7B4AB9A4}" emma:medium="tactile" emma:mode="ink">
            <msink:context xmlns:msink="http://schemas.microsoft.com/ink/2010/main" type="paragraph" rotatedBoundingBox="23484,17838 27674,17750 27688,18438 23499,18525" alignmentLevel="7"/>
          </emma:interpretation>
        </emma:emma>
      </inkml:annotationXML>
      <inkml:traceGroup>
        <inkml:annotationXML>
          <emma:emma xmlns:emma="http://www.w3.org/2003/04/emma" version="1.0">
            <emma:interpretation id="{6BE881E4-5ADC-4833-A913-6902AEBCD1C8}" emma:medium="tactile" emma:mode="ink">
              <msink:context xmlns:msink="http://schemas.microsoft.com/ink/2010/main" type="line" rotatedBoundingBox="23484,17838 27674,17750 27688,18438 23499,18525"/>
            </emma:interpretation>
          </emma:emma>
        </inkml:annotationXML>
        <inkml:traceGroup>
          <inkml:annotationXML>
            <emma:emma xmlns:emma="http://www.w3.org/2003/04/emma" version="1.0">
              <emma:interpretation id="{FB5CE10A-CFA2-43BD-9EC3-B3347F66D003}" emma:medium="tactile" emma:mode="ink">
                <msink:context xmlns:msink="http://schemas.microsoft.com/ink/2010/main" type="inkWord" rotatedBoundingBox="23488,18031 24489,18010 24499,18505 23499,18525"/>
              </emma:interpretation>
              <emma:one-of disjunction-type="recognition" id="oneOf58">
                <emma:interpretation id="interp118" emma:lang="" emma:confidence="1">
                  <emma:literal/>
                </emma:interpretation>
              </emma:one-of>
            </emma:emma>
          </inkml:annotationXML>
          <inkml:trace contextRef="#ctx0" brushRef="#br0" timeOffset="327149.5303">18332 17586 22751 0,'0'0'1008'0,"-12"9"208"0,-2 3-976 0,0 2-240 15,1 1 0-15,0 1 0 0,0-3 576 0,1 1 64 16,-1-2 0-16,3 2 16 0,1 2 528 0,3-3 96 16,-3 1 32-16,0-2 0 0,2 2-544 0,7-14-96 15,-10 16-32-15,10-16 0 0,-9 14-400 0,9-14-96 16,-10 13-16-16,1-4 0 0,9-9-128 0,-8 10 0 0,8-10 0 0,-11 9 0 15,11-9-176-15,0 0-112 0,0 0-32 0,-10 7 0 32,10-7-1968-32,-10 3-400 0,10-3-64 0,0 0-8464 0</inkml:trace>
          <inkml:trace contextRef="#ctx0" brushRef="#br0" timeOffset="327330.5486">18030 17697 9215 0,'0'0'816'0,"0"0"-656"0,-7-14-160 0,7 14 0 15,-5-12 2656-15,5 12 496 0,0 0 112 0,0 0 0 16,0 0-1392-16,-2-14-272 0,2 0-64 0,0 14-16 16,0 0-400-16,0 0-80 0,0 0-16 0,16 2 0 15,-2 3-368-15,-2 0-80 0,1 2 0 0,5 2-16 0,2 1 80 0,1 0 32 16,2-1 0-16,2 1 0 0,3 2-416 0,3 2-64 16,4 2-32-16,3-2 0 0,3 1-160 0,6 1-224 15,1-1 48-15,0-1-15312 0</inkml:trace>
          <inkml:trace contextRef="#ctx0" brushRef="#br0" timeOffset="327661.381">18836 17772 1839 0,'0'0'160'0,"0"0"-160"31,0 0 0-31,0 0 0 0,0 0 4896 0,0 0 944 16,0 0 192-16,0 0 48 0,0 0-4896 0,0 0-976 0,0 0-208 0,0 0 0 15,0 0 576-15,0 0 128 0,0 0 32 0,10 16 0 0,1 0 320 0,-3-1 64 16,1 1 16-16,0-4 0 0,-9-12-240 0,12 19-64 15,0 0 0-15,0 0 0 16,-2 1-416-16,2-1-96 0,2 0 0 0,-2 0-16 16,-1 0-304-16,2 2 0 0,5 3 0 0,-1-3-15328 0</inkml:trace>
        </inkml:traceGroup>
        <inkml:traceGroup>
          <inkml:annotationXML>
            <emma:emma xmlns:emma="http://www.w3.org/2003/04/emma" version="1.0">
              <emma:interpretation id="{2848BF08-FF9B-4483-BAD4-B27C6373DD40}" emma:medium="tactile" emma:mode="ink">
                <msink:context xmlns:msink="http://schemas.microsoft.com/ink/2010/main" type="inkWord" rotatedBoundingBox="26101,17783 26664,17771 26676,18354 26113,18366"/>
              </emma:interpretation>
              <emma:one-of disjunction-type="recognition" id="oneOf59">
                <emma:interpretation id="interp119" emma:lang="" emma:confidence="1">
                  <emma:literal/>
                </emma:interpretation>
              </emma:one-of>
            </emma:emma>
          </inkml:annotationXML>
          <inkml:trace contextRef="#ctx0" brushRef="#br0" timeOffset="329366.0609">20633 17612 11055 0,'0'0'976'0,"0"0"-784"0,0 0-192 0,0 0 0 0,0 0 2768 0,0 0 512 16,0 0 112-16,0 0 0 0,1-10-1872 0,-1 10-384 15,14-7-80-15,0 5-16 0,0 5-16 0,5 1 0 16,7 1 0-16,1 2 0 0,1 2-64 0,3-1-32 16,4 1 0-16,-1 1 0 0,1 1-336 0,-1-3-64 0,-1-3-16 0,0 2 0 15,-2 0-352-15,-2 4-160 16,-1-1 128-16,1 4-128 15,-1-1-1792-15,-2 1-448 0</inkml:trace>
          <inkml:trace contextRef="#ctx0" brushRef="#br0" timeOffset="328336.1972">20835 17688 21183 0,'0'0'1888'16,"-2"-10"-1504"-16,2-3-384 0,0 13 0 16,9-12 2240-16,3 4 384 0,3 1 80 0,2 0 16 15,1 2-2192-15,-1 0-528 0,0 1 0 0,0 2 0 0,1 1 0 0,1 1 0 16,0 1 0-16,1 5 0 0,-1-1 0 0,2 3 0 31,3 1 0-31,-1 1-9168 0,-3 1-1792 0</inkml:trace>
          <inkml:trace contextRef="#ctx0" brushRef="#br0" timeOffset="329086.0456">21194 17510 22223 0,'0'0'976'0,"0"0"224"0,0 0-960 0,-12 0-240 0,12 0 0 0,0 0 0 0,-13 5 256 0,13-5 16 16,-10 5 0-16,10-5 0 0,-14 6 720 0,4-1 144 15,10-5 16-15,-12 5 16 0,-2 2-176 0,14-7-32 16,-9 10-16-16,1 1 0 0,-1 2-352 0,4 3-64 0,2-1-16 0,-4 1 0 15,-2 1-64-15,-1 1 0 16,-1 1-16-16,-1-2 0 0,0 2-208 0,-2 0-32 0,1-2-16 0,-3 2 0 0,2 0-176 0,2 2 0 16,-2-2 144-16,0-4-144 0,1 1 0 0,1-1 0 31,0-3 0-31,3 2 0 0,0-3 0 0,9-11 0 0,-5 12 0 0,5-12-128 31,0 0-2000-31,0 0-400 0,0 0-80 0,0 0-16 0</inkml:trace>
          <inkml:trace contextRef="#ctx0" brushRef="#br0" timeOffset="328149.1874">21138 17365 11055 0,'0'0'976'0,"-1"-10"-784"16,-1-2-192-16,2 12 0 0,0-9 3984 0,0 9 752 0,0 0 160 0,0 0 32 31,0 0-3440-31,0 0-672 0,0 0-144 0,-5 17-32 16,-2 2 80-16,-3 4 16 0,-3 3 0 0,1 0 0 16,4-1 128-16,1 0 32 0,0-1 0 0,0-2 0 0,-3-1-224 0,3 0-32 15,2 1-16-15,-1-3 0 16,-1-2-304-16,2 1-64 0,4-1-16 0,-1 0 0 15,-2-1-240-15,4-16 0 0,-3 15 0 0,0 2 0 16,-3 1-1648-16,-1-1-368 0,2-2-80 16</inkml:trace>
        </inkml:traceGroup>
        <inkml:traceGroup>
          <inkml:annotationXML>
            <emma:emma xmlns:emma="http://www.w3.org/2003/04/emma" version="1.0">
              <emma:interpretation id="{8A589DBC-94BC-470C-AF92-F1ABF8CC7E5D}" emma:medium="tactile" emma:mode="ink">
                <msink:context xmlns:msink="http://schemas.microsoft.com/ink/2010/main" type="inkWord" rotatedBoundingBox="27113,18099 27681,18087 27686,18334 27118,18346"/>
              </emma:interpretation>
              <emma:one-of disjunction-type="recognition" id="oneOf60">
                <emma:interpretation id="interp120" emma:lang="" emma:confidence="0">
                  <emma:literal>2</emma:literal>
                </emma:interpretation>
                <emma:interpretation id="interp121" emma:lang="" emma:confidence="0">
                  <emma:literal>z</emma:literal>
                </emma:interpretation>
                <emma:interpretation id="interp122" emma:lang="" emma:confidence="0">
                  <emma:literal>e</emma:literal>
                </emma:interpretation>
                <emma:interpretation id="interp123" emma:lang="" emma:confidence="0">
                  <emma:literal>n</emma:literal>
                </emma:interpretation>
                <emma:interpretation id="interp124" emma:lang="" emma:confidence="0">
                  <emma:literal>.</emma:literal>
                </emma:interpretation>
              </emma:one-of>
            </emma:emma>
          </inkml:annotationXML>
          <inkml:trace contextRef="#ctx0" brushRef="#br0" timeOffset="329748.7462">21663 17698 12895 0,'0'0'576'0,"0"0"112"0,0 0-560 0,0 0-128 0,0 0 0 0,10-10 0 16,-1 1 2624-16,-9 9 512 0,9-14 80 0,-1 8 32 16,-8 6-2240-16,0 0-448 0,0 0-96 0,0 0-16 15,14 1 496-15,-14-1 80 0,0 0 32 0,0 0 0 16,12 11-96-16,-12-11-32 0,11 13 0 0,-11-13 0 15,0 0-160-15,1 19-48 0,-2-1 0 0,1-18 0 16,-7 15-288-16,7-15-64 0,-9 17-16 0,0-1 0 16,1-4-192-16,-1-2-32 0,9-10-128 0,-10 13 192 15,1-1-192-15,9-12 0 0,-8 13 0 0,-1-1 0 0,9-12 0 0,-9 13 0 16,9-13 0-16,0 0 0 16,0 0 0-16,-5 15 0 0,5-15 0 0,0 0 0 0,0 16 0 15,0-16 0-15,0 0 0 0,19 10 0 0,4-3 0 0,6-4 0 0,7-3 128 0,11-3-128 16,8-2 0-16,19-2 128 0,14 2-128 15,9-1-11152-15,3 3-2288 0</inkml:trace>
        </inkml:traceGroup>
      </inkml:traceGroup>
    </inkml:traceGroup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08.29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D3EC6A73-B4D1-4BB7-BDAF-82DF1E8AA97C}" emma:medium="tactile" emma:mode="ink">
          <msink:context xmlns:msink="http://schemas.microsoft.com/ink/2010/main" type="inkDrawing" rotatedBoundingBox="4166,8440 4369,12479 3165,12539 2961,8501" semanticType="verticalRange" shapeName="Other">
            <msink:sourceLink direction="with" ref="{2E6A026C-E839-40CB-B19C-DF63A7A39E4B}"/>
          </msink:context>
        </emma:interpretation>
      </emma:emma>
    </inkml:annotationXML>
    <inkml:trace contextRef="#ctx0" brushRef="#br0">541 45 12495 0,'0'0'544'0,"0"0"128"0,0 0-544 0,0 0-128 0,0 0 0 0,0 0 0 0,0 0 1072 0,0 0 176 15,0 0 32-15,0 0 16 0,0 0-272 0,0 0-48 16,0 0-16-16,0 0 0 16,-8-8-192-16,-3 2-32 0,1 3-16 0,-2-2 0 15,-2-2-96-15,-2 2-32 0,-1 1 0 0,0 1 0 0,0-1-192 16,-1 4-32-16,-1 2-16 0,2 0 0 0,0-2-352 0,-2 2 0 16,-2 3 0-16,-1 0 0 0,-4 2 0 0,2 3 0 15,0 2 0-15,-1 4 0 0,1 1 0 0,4 2 0 0,-1 0 0 0,4 3 0 0,-1 1 0 0,5 3 0 31,0 1 0-31,3 4 0 0,0 4 0 0,3-2 0 16,2 0 0-16,1-2 0 0,1 0 0 0,1-2 0 0,0 0-160 0,2 1 160 16,2-3 0-16,1 1-128 0,-1 1 128 0,2 1 0 15,1-8 0-15,0 2 0 0,0 2 0 0,0 3 0 0,1 4 0 16,-1 3 0-16,0 2 0 16,-2 6 0-16,-1 2 240 0,-2 4-48 0,-2 2-16 0,-1 0 0 15,-1 0-32-15,-1-6 0 0,0-1 0 0,-2-2 0 0,0-1 128 0,0-4 32 16,0-2 0-16,1 4 0 0,-3 1 32 0,4 4 16 15,3 0 0-15,2 5 0 0,0 7-96 0,2-2 0 16,1-2-16-16,1-4 0 0,-3-4-240 0,3-2 144 16,1-7-144-16,0 0 128 0,0-3-128 0,1 0 0 15,-3 0 0-15,0 1 0 16,1 1 0-16,-2 3 0 0,-2 1 0 0,0 5 0 16,-2 4 0-16,0 2 0 0,0 2 0 0,-1-2 0 0,0-5 0 0,1 0 0 15,0-6 0-15,0-3 0 0,1-3 0 0,-1 0 0 16,2 0 0-16,0 0 0 0,0-2 0 0,0 3 0 15,0 2 0-15,2 4 0 0,-1 2 0 0,3 4 0 16,-2 8 0-16,1-3 0 0,-1 1 0 0,1-3 0 16,-1-5 0-16,0-4 0 0,-1-5 0 0,3-8 0 15,-2-3 0-15,1-5 0 0,2-3 0 0,0-1 0 0,1-1 0 0,-1 0 0 16,-4 0 0-16,-1-14 0 0,0 0 0 0,9 15 0 16,1-2 0-16,-10-13 0 15,14 13 0-15,-2-2 0 0,-12-11 0 0,14 10 0 0,-14-10 0 16,14 10 0-16,-14-10 0 0,12 11 0 0,-12-11 0 0,9 17 0 15,-2 2 0-15,-2 0 0 0,0 0 0 0,-5 2 0 16,-2 1 0-16,0 6 0 16,1 3 0-16,-1 5 128 0,2 7-128 0,0-3 0 0,2-2 0 0,3-4 0 0,2-3 0 0,0-5 0 15,1-5 144-15,1-2-144 0,1-2 0 0,1-5 0 32,-3-3 0-32,1 0 0 0,-9-9 0 0,12 7 0 15,-12-7 0-15,14 6 0 0,-14-6 0 0,17 4 0 0,-17-4 0 0,19 0 128 16,-2-2-128-16,1 0 176 0,-1-3-176 0,2 0 192 15,0 0-192-15,2-2 160 0,-2-2-160 0,1 4 160 0,4 0-160 0,1-2 0 16,0 0 0-16,5 2 0 0,1 0 0 0,2 0 0 0,-1-1 0 0,6 3 0 16,6 0 0-16,4 1 0 15,5 0 144-15,8 0-144 0,4-3 192 0,6-7-48 16,3-7 0-16,6-3-9744 16,-1-4-1968-16</inkml:trace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10.65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39A19C19-627F-4BB4-87C6-A7C03317613E}" emma:medium="tactile" emma:mode="ink">
          <msink:context xmlns:msink="http://schemas.microsoft.com/ink/2010/main" type="inkDrawing" rotatedBoundingBox="3192,9838 17952,9786 17953,9939 3193,9991" shapeName="Other"/>
        </emma:interpretation>
      </emma:emma>
    </inkml:annotationXML>
    <inkml:trace contextRef="#ctx0" brushRef="#br0">0 180 6447 0,'0'0'272'0,"0"0"80"0,0 0-352 0,0 0 0 0,0 0 0 0,12-6 0 0,4 1 2304 0,1 2 400 0,2-1 80 16,3 1 16 0,4-2-1920-16,0 1-384 0,2 1-80 0,1-1-16 0,4-1 0 0,1 2 0 15,1-2 0-15,-2-1 0 0,-2-1-32 0,1 2-16 16,1 2 0-16,4-1 0 0,-1 1 160 0,2-1 16 15,-2 1 16-15,2 1 0 0,0 2-80 0,0 0-16 16,-2-1 0-16,6 1 0 0,1 3-128 0,2-1-48 0,-2-2 0 0,2 0 0 16,1 0-128-16,-1 0-16 0,-2-4-128 0,2 3 192 15,3-1-192-15,1 0 128 0,-1 0-128 0,4 2 0 0,1 0 176 16,6 0-176-16,5 2 192 0,1-2-192 0,3 0 128 0,-4 0-128 16,-7 0 0-16,-2 0 0 0,-3-2 256 0,1 1-16 15,1-1 0-15,-1 0 0 0,2 2-96 0,4 0-16 16,3 0 0-1,-1 2 0-15,-3 3-128 0,1-5 160 0,-2-2-160 0,-2 2 160 16,-5 2-160-16,-3-2 0 0,-2 0 0 0,-2 2 0 16,-2 1 0-16,-1 1 128 0,-2-3-128 0,-2 3 0 15,-1 1 0-15,1 2 0 0,4 0 0 0,-4 0 0 0,-3 0 0 0,-1 1 0 16,1-1 0-16,3 0 0 0,1-2 0 0,-1-1 0 0,-2-3 0 0,1-1 0 31,0 2 0-31,1-2 0 0,5-2 0 0,2 1 0 16,0-1 0-16,4 0 0 0,0 1 0 0,4-1 0 15,6 0 160-15,0-1-160 0,-1-2 192 0,-1-1-192 0,-2 1 368 0,-1 0-48 0,-5 0 0 0,-2 1 0 32,-2 1-160-32,-2 1-32 0,1 0-128 0,-3 2 192 0,-1 2-192 0,4 2 0 0,-1-1 0 0,4 2 0 31,0 0 0-31,0-1 144 0,0-1-144 0,-1-1 128 0,3-2-128 0,0-2 0 16,-4 1 0-16,0-1 0 0,-2-2 0 0,1 3 0 0,-1-1 0 0,2 0 0 15,1 1 0-15,0 1 0 16,-2 0 0-16,1 0 128 0,0 1-128 0,0-1 0 0,-5 2 0 0,2-2 128 15,0 0-128-15,-2-2 0 0,-4 1 0 0,2-1-176 16,-3 0 176-16,0 0 0 0,-2 1 128 0,4 1-128 16,1 1 0-16,2 1 0 0,0-2 0 0,3 2 0 0,1 0 128 15,2 1-128 1,7 0 128-16,2 1-128 0,-1-2 0 0,1-2 0 16,4-2 0-16,-5-2 0 0,-4 1 0 0,1 0 0 0,1 1 0 0,-2 0 0 15,-3-1 0-15,0 1 0 0,0 2 0 0,5 2 0 0,0-1 0 0,2 3 0 31,-2-2 0-31,0-1 0 0,-2 1 0 0,-3-2 128 0,-2 0-128 0,-3 0 128 16,-2 0-128-16,-2 2 0 0,2-1 0 0,-4 3 0 16,1-1 912-16,-2 1 112 0,0-1 32 0,-1 2 0 15,1 1-1632-15,3-1-336 0,2-2-64 16,2-1-16-16,0 0 816 0,3-2 176 0,-3 0 0 0,1-2 0 0,2-2 0 0,-1 1 0 16,-4 0 0-16,-2-1 0 15,-2 1 0-15,3 1 0 0,-1 0 0 0,-2 1 0 0,1 1 0 0,-1 1 0 0,-1 1 0 0,0 1 0 31,0 1 0-31,1-1 0 0,3 1 0 0,-1 1 0 16,2-2 0-16,0-1 0 0,1-2 128 0,3-2-128 0,-1 1 0 0,-3-1 0 16,-3-2 0-16,-1 1 0 0,-1 0 0 0,0-1 0 15,0-1 0-15,-1 2 0 16,0-1 0-16,-3 1 0 0,0-3 0 0,-1 3 0 16,-1 0 0-16,-1-1 0 0,2 1 0 0,0-1 0 15,-1 1 0-15,1-1 0 0,-1 3 0 0,-1-3 0 0,-3 1 352 0,1 1 32 16,0 0 0-16,2-1 0 0,0-1-208 0,1 1-48 15,-2 1 0-15,-1 0 0 0,-2 1-128 0,2 1 0 0,1 0 0 0,-1 0 0 16,-4-2 0-16,5 0 128 0,-1 0-128 0,0 2 0 16,-3 0 0-16,1 0 0 0,-1 0 128 0,1 0-128 0,2 0 0 0,1 2 0 31,-1 0 0-31,2 1 0 0,1-1 0 0,3 0 0 0,1-2 0 0,1 3 0 16,1-1 0-16,2 1 0 0,-1 1 0 0,1-2-176 15,-1-4 176-15,-1 2 0 0,0 0 0 0,-2 0 0 16,-2 0 0-16,1 0 0 0,-1 0 0 0,0 0 0 15,-1 0 0-15,-1 0 0 0,1 0 0 0,0 0 0 16,1 0 0-16,0 0 0 0,1-2 0 0,3 2 0 16,3 2 0-16,0-2 0 0,2-2 0 0,3 2 0 15,3 0 0-15,0 0 0 0,1-2 0 0,0 2-128 0,-2 0 128 0,0 0 0 0,-1 0 0 0,-4 2 0 16,0 2 0-16,-2-1 0 0,2 1 0 0,0-3 0 31,-2-1 0-31,2 2 0 0,2 0 0 0,0-2 0 16,-1-2 0-16,3 0 0 0,-1 2 0 0,2-1 0 0,-1-1 0 0,-1 0 0 0,-1 0 0 15,0 2 0-15,-2-1 0 0,-2 1 0 0,0 1 0 0,2 3 0 16,0-1 0-16,2 1 0 0,-2-1 0 0,5 1 0 31,2 1 0-31,0-2 0 0,-1 1 0 0,5-3 0 16,3-1 0-16,-2 0 0 0,-4 0 0 0,1 2 0 0,-4 0 0 0,0-2 0 0,0 0 0 16,0 0 0-16,-3 0 0 0,2-2 0 0,1 0 0 0,2 1 0 15,1-3 0-15,1 1 0 16,-2-1 0-16,1 1 0 0,1-1 0 0,-1 3 0 0,-2-3 0 0,-1 3 0 15,-4-1 0-15,-1 2 0 16,0 0 0-16,-1 2 0 0,-1-1 0 0,0 3 0 0,-1-1 0 0,-1 1 0 0,2-4 0 16,1 0 0-1,-1 0 0-15,2 0 0 0,0 0 0 0,3 0 0 16,1-2 0-16,1 0 0 0,-2-1 0 0,1-2 0 16,-4-1 0-16,0 3 0 0,1-1 0 0,-2 1 0 0,-3-2 0 0,-1 1 0 15,0 1 0-15,-1 1 0 0,1-1 0 0,0 1 0 16,0-3 0-16,1 0 0 0,1-2 0 0,-1 0 0 0,1 2 0 0,1-1 0 15,2 1 0-15,0 0 0 16,-2 2 0-16,1 1 0 0,-1 2 0 0,0 0 0 0,0 0 0 0,1 2 0 0,-3 1 0 31,1 1-128-31,-1 2 128 0,1 0 0 0,1-3 0 0,0 1-128 16,0-3 128-16,1 1 0 0,-3-2 0 0,-1 2-128 0,-2-1 128 0,2-1 0 16,0 0 0-16,-2 0 0 15,0 2 0-15,-5-2 0 0,-4-2 0 0,-1 1 0 0,-4-1 0 0,0 0 0 16,-1-1 0-16,-4 1 0 0,-12 2 0 0,12-3 0 15,-12 3 0-15,0 0 0 0,0 0 0 0,0 0 0 16,9-7 0-16,-9 7 0 0,0 0 128 0,1-12-128 0,-1 12 128 0,-7-11-128 16,-6 3 192-16,-5 3-16 15,-4 1-16-15,-9 4 0 0</inkml:trace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4:45.53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2E6A026C-E839-40CB-B19C-DF63A7A39E4B}" emma:medium="tactile" emma:mode="ink">
          <msink:context xmlns:msink="http://schemas.microsoft.com/ink/2010/main" type="writingRegion" rotatedBoundingBox="4375,8884 5067,8884 5067,11839 4375,11839">
            <msink:destinationLink direction="with" ref="{D3EC6A73-B4D1-4BB7-BDAF-82DF1E8AA97C}"/>
          </msink:context>
        </emma:interpretation>
      </emma:emma>
    </inkml:annotationXML>
    <inkml:traceGroup>
      <inkml:annotationXML>
        <emma:emma xmlns:emma="http://www.w3.org/2003/04/emma" version="1.0">
          <emma:interpretation id="{79899586-5B78-42A6-8134-8CEDE248BC2A}" emma:medium="tactile" emma:mode="ink">
            <msink:context xmlns:msink="http://schemas.microsoft.com/ink/2010/main" type="paragraph" rotatedBoundingBox="4375,8884 5067,8884 5067,11839 4375,118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6690218-FF96-446C-9153-D5FD1D2449AD}" emma:medium="tactile" emma:mode="ink">
              <msink:context xmlns:msink="http://schemas.microsoft.com/ink/2010/main" type="line" rotatedBoundingBox="4375,8884 5067,8884 5067,11839 4375,11839"/>
            </emma:interpretation>
          </emma:emma>
        </inkml:annotationXML>
        <inkml:traceGroup>
          <inkml:annotationXML>
            <emma:emma xmlns:emma="http://www.w3.org/2003/04/emma" version="1.0">
              <emma:interpretation id="{97A98F8F-0A27-4E56-BDAA-CD78F80A49A8}" emma:medium="tactile" emma:mode="ink">
                <msink:context xmlns:msink="http://schemas.microsoft.com/ink/2010/main" type="inkWord" rotatedBoundingBox="4430,8884 4638,8884 4638,9242 4430,924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-1033 8445 7823 0,'0'0'336'0,"0"0"96"0,0 0-432 0,0 0 0 0,0 0 0 0,0 0 0 16,0 0 912-16,0 0 112 0,0 0 0 0,0 0 16 16,0 0-336-16,0 0-80 0,0 0-16 0,0 0 0 15,-11 4-464-15,11-4-144 0,0 0 0 0,0 0 0 0,0 0 0 16,0 0 0-16,0 0 0 0,0 0 0 0,0 0 832 0,0 0 64 16,0 0 16-16,0 0 0 0,0 0 512 0,0 0 112 0,14 3 0 0,-14-3 16 0,16 5-528 0,-16-5-96 15,15 9-32-15,-1 1 0 0,-2-1-64 0,-1 3 0 16,-11-12-16-16,10 16 0 0,-1-1-80 0,-1 1-16 31,-1-1 0-31,0-1 0 0,-7-14-256 0,10 21-48 16,-1-2-16-16,1-2 0 0,1 2-224 0,-1 0-48 0,-3 0-128 0,2 5 192 15,-1 4-816 1,-1 1-160-16,-3 6-48 0</inkml:trace>
        </inkml:traceGroup>
        <inkml:traceGroup>
          <inkml:annotationXML>
            <emma:emma xmlns:emma="http://www.w3.org/2003/04/emma" version="1.0">
              <emma:interpretation id="{969F2A5F-333A-49DF-89C0-FAB3127DB768}" emma:medium="tactile" emma:mode="ink">
                <msink:context xmlns:msink="http://schemas.microsoft.com/ink/2010/main" type="inkWord" rotatedBoundingBox="4375,10332 5067,10332 5067,11839 4375,1183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278.9876">-866 10934 13823 0,'-26'9'1216'0,"11"-1"-960"16,-2 5-256-16,-2 4 0 0,0-2 1536 0,1 4 256 0,3 0 48 0,3 0 16 0,0 0-752 16,3 2-144-16,0 0-16 0,6-1-16 0,-1 1-112 0,4 0-32 31,4-4 0-31,3 0 0 0,3-1-144 0,4-1-48 16,2 1 0-16,1 0 0 0,2-1-272 0,3 4-64 0,2 0-16 0,1-2 0 15,-3-1-240-15,4-4 128 16,3-2-128-16,4-1 0 0,1-4 160 0,1-1-160 0,-2-3 160 15,1-1-160-15,1-1 176 0,-2-5-176 0,-6 1 192 0,-1-3-192 16,-3-5 128-16,-3-2-128 0,1-2 0 0,-4-2 0 16,-3 0 0-16,-5-4 160 0,-2-1-160 0,-6-5 128 0,-4-8-128 0,-4 1 0 0,-3-3 144 0,-4 1-144 31,-5 1 0-31,-7 5 0 0,-7 0 0 0,-5 7 128 0,-2 4-128 0,-3 4 0 16,-5 6 0-16,0 10 0 0,1 2 0 0,0 10-208 15,1 4 80-15,1 6-13520 0</inkml:trace>
          <inkml:trace contextRef="#ctx0" brushRef="#br0" timeOffset="706.2447">-842 9899 10127 0,'0'0'896'0,"0"0"-704"15,-12-2-192-15,12 2 0 0,-12-2 1456 0,12 2 256 0,-15-2 48 0,1 6 16 32,0-1-736-32,0 4-144 0,0 2-16 0,1 3-16 15,-3 4 352-15,1 1 64 0,-1 0 0 0,1 0 16 16,1 1-336-16,0 2-80 0,2 1-16 0,0 3 0 0,1 0-336 0,3 0-64 15,1 4-16-15,2 0 0 16,1-4-208-16,4 0-48 0,4-2-16 0,3-1 0 16,-1-2 0-16,5-3 0 0,1-2 0 0,2-1 0 15,1-2 32-15,4-1 16 0,0-1 0 0,4-4 0 16,1-2-32-16,2-3-16 0,1 0 0 0,6-3 0 0,2-2-48 0,1-4 0 16,0-1 0-16,0-1 0 0,1-1-128 0,-3-2 0 15,-1-1 0-15,-5-1 0 0,-6 1 128 0,-5-1-128 0,-6-1 0 0,-8 0 128 16,-6-2-368-16,-11 0-80 0,-9-2 0 0,-8 0-16 31,-8 2-1376-31,-8 0-272 0,-5-1-48 0,-3-1-9792 0</inkml:trace>
        </inkml:traceGroup>
      </inkml:traceGroup>
    </inkml:traceGroup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12.92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4835EDF-4A47-4A34-B77D-059C38EE96C7}" emma:medium="tactile" emma:mode="ink">
          <msink:context xmlns:msink="http://schemas.microsoft.com/ink/2010/main" type="inkDrawing" rotatedBoundingBox="5773,8623 6216,12390 6050,12410 5608,8643" semanticType="verticalRange" shapeName="Other">
            <msink:sourceLink direction="with" ref="{80AB55A8-6FFA-4805-903E-B35F094DAEDE}"/>
            <msink:sourceLink direction="with" ref="{80568620-BC78-4A57-A4F3-F43C0976258A}"/>
            <msink:sourceLink direction="with" ref="{0A6F9687-F90C-479E-B538-E0E4149D83A6}"/>
          </msink:context>
        </emma:interpretation>
      </emma:emma>
    </inkml:annotationXML>
    <inkml:trace contextRef="#ctx0" brushRef="#br0">79 51 9727 0,'0'0'432'0,"0"0"80"0,0 0-512 0,0 0 0 0,0-10 0 0,0 10 0 16,0-11 592-16,0 11 16 0,0 0 0 0,-3-10 0 0,3 10 160 0,-6-9 48 15,6 9 0-15,-8-6 0 16,8 6 16-16,0 0 0 0,-12-2 0 0,12 2 0 16,0 0-48-16,-12 5 0 0,12-5 0 0,-11 14 0 15,4 3-240-15,2 7-48 0,2 4-16 0,1 5 0 0,2 5 240 0,2 1 48 16,1-2 16-16,2-1 0 15,1 2-80-15,0-2 0 0,3-7-16 0,0 1 0 16,1-3-112-16,0 1 0 0,-1-2-16 0,1-2 0 16,1 0-304-16,-1 2-64 0,-1-2-16 0,1 6 0 0,2 2-176 0,0 3 0 15,-1 1 0-15,-1 7 0 0,2 6 0 0,0-1 0 16,-2-1 0-16,1-1 0 0,-3-1-128 0,5-4 128 0,-1-3 0 0,0-1 0 16,-4-5 0-16,1-2 0 0,-4-3-144 0,0 1 144 15,2-2 0-15,0 0 0 0,-3 3-128 0,-1 2 128 16,-1 0 0-16,-2 2 0 15,0 2 0-15,-2 3 0 0,0 5 0 0,1-2 0 16,1-1 0-16,0 0 0 0,0-4 0 0,0-2 0 16,0-4 0-16,1-1 0 0,1-5 0 0,1 0 0 0,-1 0 0 0,2-1 0 0,-1-4-128 0,1 0 128 15,-1 2 0-15,2-1 0 16,0 3 0-16,1-1 0 0,-3 4 0 16,0 2 0-16,1-1 0 0,-1 4 0 0,1 2 0 0,1 3 0 15,-2 2 0-15,1 0-128 0,-2-1 128 0,-1-1 0 0,1-3 0 0,2-1 0 16,-3-2 0-16,3-4 0 0,-3-4 0 0,3-3 0 15,-2-2 0-15,1 2 0 0,1-1 0 0,-3-3 0 0,-1 1 0 0,2-3 0 16,-2-13 0-16,2 16 0 16,-2-16 0-16,0 16 0 0,0-1 0 0,0-15 0 15,1 17 0-15,-1-17 0 16,0 18 0-16,0-18 0 0,2 19 0 0,0-2 0 16,-4 2 0-16,2 0 0 0,0-2-128 0,0 0 128 0,0 1 0 0,0 1 0 0,0-2 0 0,0 2 0 15,-2 1 0-15,2 3 0 0,-1 1 0 0,1-1 0 16,-2-3 0-16,0 3 0 0,1-4 0 0,1 1 0 15,0-1 0-15,0 2 0 0,0-5 0 0,0-1 0 16,0 1-128-16,1 1 128 16,1-3 0-16,0 1 0 0,1-1 0 0,-1 0 0 0,-4 0 0 0,2-2 0 15,0 0 0-15,0 0 0 0,0-12 0 0,0 15 0 16,0 1 0-16,0-2 0 0,0-14 0 0,2 14 0 16,-2-14 0-16,0 0 0 0,3 17 0 0,-3-17 0 0,4 17 0 0,-4-17 0 15,3 17 0-15,-3-17 0 16,0 0-144-16,5 19 144 0,-1-3 0 0,-4-16-144 15,3 17 144-15,-3-17 0 0,2 19 0 0,0-2 0 0,-2-17 0 0,1 18 0 16,-1-18 0-16,2 19-128 0,-2-19 128 0,2 19 0 16,0-4 0-16,-2-15 0 15,0 0 0-15,5 16 0 16,-5-16 0-16,7 15 0 0,-7-15 0 0,7 14 0 0,-7-14 0 16,0 0 0-16,0 0 0 0,7 14 0 0,-7-14 0 0,0 0 0 15,0 0 0-15,0 0 0 0,0 0 0 0,0 0 0 16,0 0 0-16,3 14 0 0,-3-14 0 0,0 0 0 15,0 0 0-15,0 13 0 0,0-13 0 0,0 14 0 0,0-14 0 0,-3 16 0 0,1-2 0 0,2-14 0 16,-2 15 0-16,2-15 0 16,4 12 0-16,-3 0 0 0,-1-12 0 0,5 14 0 15,2-5 160-15,4-1-160 16,1 1 256-16,2-2-32 0,1 0-16 0,1 3 0 16,-3 4-464-16,-4 3-112 0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17.52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D3E00D3D-FE3F-4CDC-9315-818AC745D2C0}" emma:medium="tactile" emma:mode="ink">
          <msink:context xmlns:msink="http://schemas.microsoft.com/ink/2010/main" type="inkDrawing" rotatedBoundingBox="18569,8766 19195,11970 18090,12185 17465,8982" semanticType="verticalRange" shapeName="Other">
            <msink:sourceLink direction="with" ref="{80AB55A8-6FFA-4805-903E-B35F094DAEDE}"/>
            <msink:sourceLink direction="with" ref="{80568620-BC78-4A57-A4F3-F43C0976258A}"/>
            <msink:sourceLink direction="with" ref="{0A6F9687-F90C-479E-B538-E0E4149D83A6}"/>
          </msink:context>
        </emma:interpretation>
      </emma:emma>
    </inkml:annotationXML>
    <inkml:trace contextRef="#ctx0" brushRef="#br0">-1 65 12495 0,'0'0'544'0,"-2"-12"128"0,2 12-544 0,0 0-128 0,0 0 0 0,0 0 0 16,0 0 832-16,14-14 128 0,1 2 16 0,-1 5 16 0,3 2-288 0,1 4-48 16,1-3-16-16,0 2 0 0,1 1 192 0,3 1 16 15,-1-2 16-15,2 4 0 0,6 1-368 0,-1 2-80 0,0-1-16 0,2 1 0 16,-1 2-208-16,-3-2-64 0,1-3 0 0,-2-2 0 0,-4 0-128 0,-1 0 0 16,-4 1 0-16,-17-1 0 15,0 0 128-15,14 7 64 0,-14-7 0 0,0 0 0 16,0 0 80-16,0 0 32 15,2 14 0-15,-2-14 0 0,-7 16 224 0,-2-3 48 0,-3 1 16 0,0-2 0 16,-3 0 64-16,1 1 16 0,0-3 0 0,2 2 0 0,2 0-128 0,1 0-32 16,-1-2 0-16,3 4 0 15,2 0-48-15,1 0-16 0,4-14 0 0,-2 19 0 16,2-2-448-16,2 2 128 0,2-2-128 0,2 1 0 16,3 1 0-16,3 1 0 0,2 6 0 0,3 2 0 15,2-1 0-15,2 8 0 0,-2 3 0 0,2 5-160 16,-1 5 160-16,3 1 0 0,-1-4 0 0,-1-1 128 0,-2 1-128 0,0-1 0 0,0-5-176 0,0-3 176 15,0-4-128-15,-4-3 128 0,-3-2 0 0,2 3-144 16,0-3 144-16,-2 5 0 0,-2 0 0 0,-1 3 0 31,-2 3 0-31,2 5 0 0,-2 9 0 0,1-1 0 0,-1 0 0 0,0-1-128 16,0-4 128-16,0-1-128 0,-2-4 128 0,2-4 0 16,0-4 0-16,0-2 0 0,-2-2 0 0,2 0 0 0,-2-3 0 15,0 5 0-15,0 4 0 0,0 1 0 16,1 0 0-16,1 6 0 15,-2 4 0-15,0-1 0 0,0-2 0 0,0-1 0 0,-1-3 0 16,-1-1 0-16,1-5 0 0,-3-2 0 0,-1-3 0 0,2-2 0 0,0-4 0 0,0-1 0 16,-1 0 0-16,1-2 0 0,1 0 0 0,1 0 0 15,1-2 0-15,-1 0 0 16,-1 0 0-16,2 4 0 0,0 1 0 0,2 3 0 16,0-3 0-16,0 2 0 0,0 2 0 0,2 2 0 0,-1 1 0 0,1 4 128 15,-2 0-128-15,0-4 0 0,-2-1 0 0,2-1 0 16,1-3 0-16,-1-1 0 0,-2-2 0 0,1 1 0 0,-3-3 0 0,2-2 128 31,2-3-128-31,-2 0 0 0,-5-14 0 0,5 14 0 0,-5-14 0 0,4 12 128 0,-4-12-128 0,0 0 0 16,5 14 0-16,-5-14 128 0,0 0-128 0,5 13 0 15,-5-13 0-15,4 14 0 0,-4-14 0 0,0 0 128 16,0 0-128-16,-4 16 0 0,-1-4 0 0,-2 0 0 16,-1-2 0-16,-1 1 128 0,9-11-128 0,-14 8 0 15,0 1 128-15,-1-1-128 0,-4 1 0 0,-4-2 144 16,-3 0-144-16,1-2 0 0,-3-3 160 0,-3 1-160 15,-5 1 128-15,-6-3-128 16,-3 1-656 0,-5 0-224-16,-3 1-32 0,-6 3-16 0,-6 0 1552 0,-4 3 304 0,-2-2 64 0,0 3 16 15,0 4-1264-15,7 3-256 16,6 2-64-16,8 4-9152 0,8 3-1856 0</inkml:trace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34.5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212CACAB-07CD-4A7B-B835-4E97B9E76075}" emma:medium="tactile" emma:mode="ink">
          <msink:context xmlns:msink="http://schemas.microsoft.com/ink/2010/main" type="writingRegion" rotatedBoundingBox="24993,8760 25730,11805 24738,12045 24001,9001">
            <msink:destinationLink direction="with" ref="{915D2E56-B9A5-4048-80A5-62E8C3DC22D6}"/>
            <msink:destinationLink direction="with" ref="{010C65CB-33F9-42FF-B994-8E67C066CD79}"/>
          </msink:context>
        </emma:interpretation>
      </emma:emma>
    </inkml:annotationXML>
    <inkml:traceGroup>
      <inkml:annotationXML>
        <emma:emma xmlns:emma="http://www.w3.org/2003/04/emma" version="1.0">
          <emma:interpretation id="{9C11920E-91DF-438B-B349-E82258470574}" emma:medium="tactile" emma:mode="ink">
            <msink:context xmlns:msink="http://schemas.microsoft.com/ink/2010/main" type="paragraph" rotatedBoundingBox="24993,8760 25730,11805 24738,12045 24001,90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D3C4062-4A93-4F86-9415-1B4B0AD8E8C7}" emma:medium="tactile" emma:mode="ink">
              <msink:context xmlns:msink="http://schemas.microsoft.com/ink/2010/main" type="line" rotatedBoundingBox="24993,8760 25730,11805 24738,12045 24001,9001"/>
            </emma:interpretation>
          </emma:emma>
        </inkml:annotationXML>
        <inkml:traceGroup>
          <inkml:annotationXML>
            <emma:emma xmlns:emma="http://www.w3.org/2003/04/emma" version="1.0">
              <emma:interpretation id="{088A4B9E-C4A0-4E60-B68C-EECBF5A809BD}" emma:medium="tactile" emma:mode="ink">
                <msink:context xmlns:msink="http://schemas.microsoft.com/ink/2010/main" type="inkWord" rotatedBoundingBox="24993,8760 25730,11805 24738,12045 24001,900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856 2591 10127 0,'0'0'896'0,"-8"-8"-704"15,-3-1-192-15,3 2 0 0,8 7 3424 0,0 0 656 16,0 0 128-16,0 0 16 0,0 0-2768 0,0 0-560 16,0 0-128-16,8-7 0 0,-8 7-256 0,13-2-64 15,-13 2 0-15,13 2 0 0,1 0-448 0,0 3 0 16,-14-5 0-16,15 10 0 0,-1 1 0 0,-2 1 0 0,-3 0 0 0,0 2 0 16,-4 1 0-16,-2 3-192 0,-3-1 192 0,-1 0-160 15,-3-1 16-15,-1-1 0 0,-4-1 0 0,1 1 0 0,-1-2 144 0,-1-5 0 16,-2 1-144-16,3-2 144 15,9-7 0-15,-12 8 0 0,-2-1 0 0,2 0 0 16,12-7 0-16,0 0 0 0,-12 4 0 0,12-4 0 16,0 0 0-16,0 0 0 0,0 0 0 0,0 0 0 0,-7 10 0 0,7-10 0 15,0 14 0-15,3 0 0 0,-3-14 0 0,7 15 0 0,0-1 0 0,2 0 0 16,-1 1 0-16,3 1 0 16,-1-4-144-16,1-2 144 0,-11-10 0 0,13 14 0 15,-1-2 0-15,-1-2 0 16,-11-10 0-16,14 13 0 0,-14-13 0 0,15 10 0 0,-1-5 0 0,-14-5 0 0,17 9 0 15,-17-9 0-15,0 0 128 0,0 0-128 16,0 0 0-16,0 0 0 0,0 0 0 16,-12 14 0-16,-5-8 0 0,-7 0 0 0,-7-3 160 0,-4-3-160 15,-3-2 160-15,-2-1-160 0,-1-1 0 0,-4 3 0 0,-5-1 0 0,-3-1 0 16,-3-1 0-16,-1-1 0 16,-3 0-208-16,3 0-12592 0</inkml:trace>
          <inkml:trace contextRef="#ctx0" brushRef="#br0" timeOffset="-657.5044">409 1345 10127 0,'0'0'896'0,"0"0"-704"0,0 0-192 0,0 0 0 15,0 0 2352-15,0 0 432 0,0 0 96 0,0 0 0 16,0 0-1472-16,0 0-288 0,0 0-64 0,-12 0-16 0,0 4-448 16,0 2-80-16,-2 1-32 0,1 2 0 15,0 0-160-15,1 1-16 0,-1 0-16 0,2 1 0 0,3-3 288 0,-1 4 48 0,2 2 16 0,2 2 0 32,5-16 48-32,0 20 16 0,0 5 0 0,3-3 0 0,2-3-144 0,4 3-32 0,1-1 0 0,3 3 0 31,-1 2-192-31,5 0-32 0,5 0-16 0,3 2 0 0,-1-1-96 15,0 1-32-15,0-2 0 0,0 0 0 0,-1-4-160 0,2 1 0 0,3-4 0 0,1-1 0 16,-1-2 0-16,1-2 0 0,-1-6 0 0,0-2 0 0,-1-5 0 0,1 1 0 31,1-2 144-31,1 0-144 0,-3-3 0 0,1-1 0 16,-1-1 0-16,-1 0 0 0,0-6 0 0,-5 3 0 16,-6-3 0-16,-3 1 0 0,-5-2 0 0,-1-2 0 15,-6-3 0-15,-4 0 0 0,-3-2 0 0,-3 0 0 0,-2-2 0 0,-4 4 0 0,-4 3 0 0,-5 0 0 31,-4 0 0-31,-2 4 0 0,0 1 0 0,-4 4 0 0,-1 2 0 0,-5 1 0 16,-8 2 0-16,-1 3 0 16,-5 1-176-16,-4 3 176 0,-3 1-368 0,0 5 32 0,2 2 0 0,3 8-9904 15,3 1-1984-15</inkml:trace>
          <inkml:trace contextRef="#ctx0" brushRef="#br0" timeOffset="-1444.361">549 1480 10127 0,'0'0'896'0,"0"0"-704"0,0 0-192 0,0 0 0 0,0 0 2368 0,-8-7 448 0,-1 0 96 0,9 7 16 31,-12-2-1056-31,0 2-208 0,-2 2-32 0,0 3-16 16,-1 0-720-16,-1 0-128 0,2 1-48 0,0 2 0 0,1 6-208 0,1 0-32 16,3 1-16-16,4 3 0 15,0-1-208-15,3-2-32 0,2-15-16 0,7 26 0 0,1-3-64 0,4-1-16 0,4-5 0 0,1 2 0 16,1 0-128-16,1-1 160 15,1-1-160-15,3 0 160 0,-3-3-160 0,3 2 0 16,-1-3 144-16,1-2-144 0,-3-3 0 0,1-2 144 0,-2-1-144 0,-2-2 0 16,-1 1 128-16,-1-3-128 15,-1-1 0-15,-14 0 0 0,0 0 0 0,14-1 0 16,-14 1 128-16,0 0-128 0,0 0 0 0,5-11 0 16,-5-1 0-16,-3 0 0 0,-2 0-208 0,-4 0 48 15,-5 0 16-15,-1 0 0 0,-3 1-176 0,-6 1-48 0,-7-2 0 0,-3 0 0 31,-3 2-80-31,-2 1-32 0,-3 0 0 0,-1 4 0 0,0 3-1472 0,2 2-288 0,1 4-64 0</inkml:trace>
          <inkml:trace contextRef="#ctx0" brushRef="#br0" timeOffset="-2146.4009">278 16 16575 0,'0'0'736'0,"-14"-9"160"0,1 1-720 0,-3 6-176 0,1 6 0 0,-3 2 0 0,-1 5 1728 0,0 4 320 0,-1 4 64 0,-1 4 16 16,2 1-1440-16,0 2-304 0,2-4-48 0,1 2-16 15,2-1 256-15,2-1 64 16,4-3 0-16,1 5 0 0,0 4-176 0,3-2-16 0,4 2-16 0,2-1 0 16,0 1-240-16,3-4-64 0,2 0 0 0,2-3 0 15,1-2-128-15,2-2 0 16,2-3 144-16,5-2-144 0,1 0 176 0,5-2-48 0,1-1 0 0,3-2 0 16,4-2-128-16,3-1 160 0,2-4-160 0,5 0 160 15,5 0-160-15,-1-6 0 0,-2-4 144 0,-4-4-144 16,-5-3 160-16,-3-4-32 0,-5-3-128 0,-7-2 192 15,-9-1-192-15,-5-3 0 16,-7-1 0-16,-6 2 0 0,-4 3 192 0,-11 2-48 0,-6 1-16 0,-13 6 0 16,-8 3-128-16,-9 4 0 0,-7 5 0 0,-2 1-176 31,-3 3-304-31,2 6-64 0,3 3-16 0,-3 4-12880 0</inkml:trace>
          <inkml:trace contextRef="#ctx0" brushRef="#br0" timeOffset="2822.8032">195 170 10127 0,'0'0'896'0,"-15"1"-704"0,1-2-192 0,0 4 0 15,2 1 1184-15,0-1 208 0,0 1 32 0,12-4 16 16,-14 3-480-16,14-3-80 15,-14 3-32-15,14-3 0 0,-12 6 304 0,12-6 64 0,0 0 16 0,0 0 0 32,0 0-416-32,0 0-96 0,0 0-16 0,0 0 0 0,0 0-128 0,-5 13-48 15,5-13 0-15,-5 16 0 0,0-2 16 0,0 0 0 16,-1 1 0-16,-1-1 0 0,-1 0-288 0,-1 0-48 16,1-2-16-16,-1 3 0 0,-1 4-192 0,1 0 144 15,2 2-144-15,2 0 128 0,1-2-128 0,4-4 128 16,4 2-128-16,1 2 128 0,2-1 32 0,3-1 0 0,4 0 0 15,3-1 0-15,4-3 32 0,3 1 16 0,4 2 0 0,6-2 0 16,6-4-32-16,3 0-16 0,4 1 0 0,5 1 0 16,6-4-160-16,-1 1 0 15,-3-2 0-15,-2-4 0 0,-4-4 0 0,-5-5 128 0,-5-2-128 16,-3-3 0-16,-6-2 0 0,-3-3 0 0,-2-3 128 16,-7 0-128-16,-5-2 128 0,-5-1-128 15,-5-4 192-15,-6-2-64 0,-2-1-128 0,-5-2 0 0,-3-2 0 0,1-3 128 16,-5 2-128-16,-1 1 192 0,-3 0-192 0,-1 5 192 15,1 6-192-15,-7-1 0 0,-6 1 0 0,-5 5 0 32,-4 1-1344-32,-10 6-320 0,-32 1-48 0,13 6-16 0</inkml:trace>
        </inkml:traceGroup>
      </inkml:traceGroup>
    </inkml:traceGroup>
  </inkml:traceGroup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35.66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915D2E56-B9A5-4048-80A5-62E8C3DC22D6}" emma:medium="tactile" emma:mode="ink">
          <msink:context xmlns:msink="http://schemas.microsoft.com/ink/2010/main" type="inkDrawing" rotatedBoundingBox="23815,8533 24736,12359 23800,12584 22880,8758" semanticType="verticalRange" shapeName="Other">
            <msink:sourceLink direction="with" ref="{212CACAB-07CD-4A7B-B835-4E97B9E76075}"/>
          </msink:context>
        </emma:interpretation>
      </emma:emma>
    </inkml:annotationXML>
    <inkml:trace contextRef="#ctx0" brushRef="#br0">371 0 10127 0,'0'0'896'0,"0"0"-704"0,0 0-192 0,-16 4 0 0,16-4 400 0,-15 7 48 0,-2-1 16 0,-1 1 0 31,-1 2-64-31,-1 0-16 0,-1-3 0 0,-1 1 0 0,-3 0 496 0,1 0 80 15,0 0 32-15,2 0 0 0,1 0-128 0,4 0-32 0,1 1 0 0,4 1 0 32,0 1-368-32,0 3-80 0,0-3 0 0,3 4-16 15,4 3-128-15,0 2-32 0,1 0 0 0,3 3 0 16,-1-1-16-16,2 1-16 0,2 3 0 0,-1 1 0 0,1 1 32 16,2-1 16-16,1-2 0 0,2 2 0 15,0 3 144-15,-1 1 16 0,1 3 16 0,2 5 0 16,-2 3 16-16,0 4 0 0,0 3 0 0,-2 7 0 15,-2 8-208-15,-1-3-32 0,-4-3-16 0,-1-5 0 0,-4-6-160 16,0-1 160-16,-2-3-160 0,3-3 160 0,-1-2 176 0,1 6 48 16,0 3 0-16,2 3 0 0,2 1 192 0,4 1 64 15,2 5 0-15,2-1 0 0,3 0 112 0,5-1 16 0,3-3 16 0,6-2 0 32,2-3-272-32,1-3-64 0,-1-3-16 0,0 5 0 0,1 2-80 0,-2 3-16 0,1 0 0 0,-3 3 0 15,1 4-144-15,-4-2-48 0,-6 1 0 0,-1-5 0 0,-1-4-144 0,-4-2 0 16,-4-5 0-16,1-4 128 15,-3-2-128-15,1-3 0 16,-2-1 0-16,2-1 0 0,-1-1 0 0,3 1 0 16,-1 0 0-16,1-1 0 0,-1-2 128 0,1 0-128 15,3-2 0-15,0 2 128 0,1 0 160 0,3 0 32 0,-1-2 0 0,0 2 0 0,-1 1-32 0,1-1 0 16,1-2 0-16,-3 2 0 0,1 0-144 0,-4-2-16 16,-3-3-128-16,-1 5 192 15,1 2-192-15,-4-3 0 0,-3 0 0 0,2 0 0 16,-1 3 0-16,1-2 0 0,-2-2 0 0,1 0 0 15,1-3 0-15,3-2 0 0,2 2 0 0,1-1 0 16,2 1 0-16,2-4 128 0,3-1-128 0,1-2 0 0,-1 0 0 16,4-2 176-16,2-2-176 0,-1-1 160 0,2-2-160 0,2 1 192 0,0-1-192 0,2 3 192 31,0 1-192-31,-2 3 0 0,-2 1 144 0,2 1-144 0,0-1 0 0,0 2 0 16,0 2 0-16,0 0 0 0,0 2 0 0,0 0 0 15,-2-2 0-15,2-2 0 16,2 2 0-16,1-3 128 0,1-4-128 0,1-5 0 0,5-2 0 0,1-2 128 15,-3-5-128-15,2-3 0 16,3-3 0-16,-1-1 144 0,0-1-144 0,1 1 0 0,1-5 0 0,0 4 0 16,2 1 0-16,-1 1 0 0,-1 1-288 0,-4 2 32 15,-1 1 16-15,-4 6 0 16,-3 5-2512-16,-1 0-496 0,5-9-96 0,-6-8-32 0</inkml:trace>
  </inkml:traceGroup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36.64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010C65CB-33F9-42FF-B994-8E67C066CD79}" emma:medium="tactile" emma:mode="ink">
          <msink:context xmlns:msink="http://schemas.microsoft.com/ink/2010/main" type="inkDrawing" rotatedBoundingBox="26380,8198 26926,12077 26200,12179 25655,8300" semanticType="verticalRange" shapeName="Other">
            <msink:sourceLink direction="with" ref="{212CACAB-07CD-4A7B-B835-4E97B9E76075}"/>
          </msink:context>
        </emma:interpretation>
      </emma:emma>
    </inkml:annotationXML>
    <inkml:trace contextRef="#ctx0" brushRef="#br0">-4 89 6447 0,'0'0'576'0,"0"0"-576"15,-7-11 0-15,7 11 0 0,0 0 3184 0,0 0 528 0,0 0 96 0,7-12 32 16,3 4-2064-16,2-1-416 0,2 0-80 0,4-1 0 15,-1-2-160-15,4 3-32 0,4 4 0 0,5 3 0 16,3 2-400-16,3 2-96 0,3 0-16 0,5 1 0 0,-1 6-320 0,2-1-64 16,3 1 0-16,0 0-16 0,-1-1-176 0,-4 1 0 15,-5-2 0-15,-3-2 0 16,-6 0 0-16,-5-1 0 0,-5-3 0 0,-3 3 0 16,-16-4 0-16,0 0 0 0,0 0 0 0,0 0 0 0,0 0 176 0,0 0-48 15,-14 14-128-15,-5 0 192 0,-4-1 96 0,1 1 16 0,-4-5 0 0,0 3 0 16,-1 2 64-16,-3-1 16 0,-3 3 0 0,4 5 0 15,3 3-192-15,2 3-16 16,0 3-16-16,3 6 0 0,4 5-160 0,5 6 160 16,1 5-160-16,6 3 160 0,4-3-160 0,6-2 0 0,5-2 0 0,4 1 0 31,3-3 0-31,6 1 0 0,2-1 0 0,7 8 0 16,0 5 0-16,5 10 0 0,-3 7 0 0,1-2 0 0,-3-5 0 0,1-4 0 15,-3-6-144-15,-5-5 144 0,0-4 0 0,-3 3 0 16,-1 4 0-16,-2 5 0 0,-4 6 0 0,1 4 0 0,-2 4 0 0,-4-4 0 0,-3-6 0 15,0-6 0 1,1-1 0-16,-1-5 0 0,-2-4 0 0,2 1 0 0,2 6 0 0,-2 2 0 16,-2 3 0-16,0-1 0 15,0-1 0-15,-1-3 0 0,-1-3 0 0,-1-8 0 16,-2-4 0-16,-2-1 0 0,1-1 0 0,-3-2 0 16,-1-4 0-16,0 1 0 0,0-1 0 0,-2 4 0 0,-2 4 0 0,-1 2 0 15,-2 3 0-15,0 3 0 0,-1 2 0 0,1 0 0 0,-1-2 0 0,0-5 0 16,0-2 0-16,-1 0 0 15,-2-2 0-15,1-1 0 0,-1-4 0 0,1 1 0 0,-1-1 176 0,-1-3-176 16,3-4 192-16,2-3-192 16,-2-2 0-16,2-2 0 0,-2-4 0 0,-1-6-10496 15,-2-7-2112-15</inkml:trace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27.41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91EE9957-6583-4033-9A8C-338C0DC477BE}" emma:medium="tactile" emma:mode="ink">
          <msink:context xmlns:msink="http://schemas.microsoft.com/ink/2010/main" type="writingRegion" rotatedBoundingBox="20549,7982 21361,12322 19667,12639 18855,8299"/>
        </emma:interpretation>
      </emma:emma>
    </inkml:annotationXML>
    <inkml:traceGroup>
      <inkml:annotationXML>
        <emma:emma xmlns:emma="http://www.w3.org/2003/04/emma" version="1.0">
          <emma:interpretation id="{7AC6E974-0AF0-47AB-8EEA-E0934BFA4320}" emma:medium="tactile" emma:mode="ink">
            <msink:context xmlns:msink="http://schemas.microsoft.com/ink/2010/main" type="paragraph" rotatedBoundingBox="20549,7982 21361,12322 19667,12639 18855,82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5C3112-624E-4305-A576-8FE1E3004694}" emma:medium="tactile" emma:mode="ink">
              <msink:context xmlns:msink="http://schemas.microsoft.com/ink/2010/main" type="line" rotatedBoundingBox="20549,7982 21361,12322 19667,12639 18855,8299"/>
            </emma:interpretation>
          </emma:emma>
        </inkml:annotationXML>
        <inkml:traceGroup>
          <inkml:annotationXML>
            <emma:emma xmlns:emma="http://www.w3.org/2003/04/emma" version="1.0">
              <emma:interpretation id="{AA88C4C1-66DD-4637-9EEA-A6CCD04641D6}" emma:medium="tactile" emma:mode="ink">
                <msink:context xmlns:msink="http://schemas.microsoft.com/ink/2010/main" type="inkWord" rotatedBoundingBox="20549,7982 21361,12322 19667,12639 18855,8299"/>
              </emma:interpretation>
            </emma:emma>
          </inkml:annotationXML>
          <inkml:trace contextRef="#ctx0" brushRef="#br0">13967 10102 17503 0,'4'-17'1552'0,"-4"17"-1232"16,0 0-320-16,12-7 0 0,0-1 1776 0,3 1 288 0,2 0 64 0,4 2 16 0,0-1-832 0,5 1-160 31,1 0-48-31,1 2 0 0,-2 1-128 0,3 2-16 16,4 0-16-16,0 3 0 0,0 1-544 0,-1 3-96 0,-2 0-32 0,-3 3 0 15,-1 4-272-15,-2 0 0 0,-5-1 0 0,-1 5 0 32,-6-1-1856-32,0 2-416 0,2 2-96 0</inkml:trace>
          <inkml:trace contextRef="#ctx0" brushRef="#br0" timeOffset="-209.7392">14443 10025 25631 0,'0'0'1136'0,"0"0"224"0,-10 0-1088 0,-2-2-272 0,0 2 0 0,-2 2 0 16,0 1 480-16,-1 2 32 0,-2-1 16 0,-4 1 0 15,-3 2 32-15,-1 0 0 0,1-2 0 0,4 2 0 0,1-2-288 0,1 5-48 16,1 4-16-16,2 0 0 16,2-2-208-16,5 0 0 0,-1 2 0 0,2 0 0 0,7-14 0 0,-7 15 0 15,1-1 0-15,0-2 0 16,6-12-1680-16,-7 14-240 0,1-2-32 0</inkml:trace>
          <inkml:trace contextRef="#ctx0" brushRef="#br0" timeOffset="344.6368">14694 10123 23151 0,'0'0'1024'0,"-5"-10"208"0,5 10-976 0,0 0-256 0,0 0 0 0,0 0 0 16,0 0 0-16,0 0 176 0,0 0-176 0,15-4 160 15,1-1-160-15,-3 3 0 0,1 2 0 0,0 2 0 0,2 1 224 0,-1 3 16 16,-1-1 0-16,0 3 0 0,0 3-48 0,-2-3 0 0,-12-8 0 0,12 13 0 16,-4-1 0-16,-3 0-16 15,-1 0 0-15,-2 2 0 0,-4-1 64 0,0 1 16 0,-1 0 0 0,-1 0 0 16,-1-2-16-16,0 3 0 0,-2-1 0 0,0 0 0 0,2-4-96 0,0 1-16 31,0-3 0-31,5-8 0 0,-6 11 0 0,6-11 0 16,0 0 0-16,0 0 0 0,0 10 0 0,0-10-128 0,0 0 192 0,0 0-64 15,19 5 64-15,2-3 16 0,0-4 0 0,5 1 0 0,5-3-208 0,3 1 144 16,3-1-144-16,2 1 128 16,3 1-1664-16,-4-5-352 15</inkml:trace>
          <inkml:trace contextRef="#ctx0" brushRef="#br0" timeOffset="-548.0676">14621 9315 24351 0,'0'0'1088'0,"0"0"208"0,0 0-1040 0,0 0-256 0,0 0 0 0,0 0 0 16,0 0 704-16,0 0 64 0,0 0 32 0,0 0 0 31,0 0-304-31,0 0-64 0,0 0-16 0,7 14 0 0,0 2-272 0,-2-1-144 0,-5-15 160 0,9 23-160 31,-2 2 0-31,0 1 0 0,0 0 0 0,-1 2-8560 16,1 1-1728-16</inkml:trace>
          <inkml:trace contextRef="#ctx0" brushRef="#br0" timeOffset="-6127.474">13898 7834 911 0,'0'0'0'0,"0"0"0"0,0 0 0 0,-7-6 0 0,0-5 0 0,7 11 0 0,0 0 3408 0,-1-12 608 0,1 12 112 0,0 0 32 32,0 0-2592-32,5-12-512 0,-5 12-96 0,8-10-32 15,1 1-400-15,-9 9-80 0,12-9 0 0,0 2-16 0,-12 7-96 0,17-3-16 0,-1 1 0 0,-2 4 0 16,-14-2 64-16,17 5 0 16,-2 0 0-16,1 2 0 0,-2 2 0 0,0 1 0 0,-2-1 0 15,2 0 0-15,-2 1-160 0,0 0-32 0,0 2 0 0,0 0 0 16,-2 2 176-16,2-2 16 0,0-3 16 0,0 1 0 15,-12-10 16-15,14 12 0 0,-14-12 0 0,12 14 0 16,-12-14-160-16,7 14-48 0,-7-14 0 0,0 0 0 16,0 21 0-16,-1-4 0 0,1-17 0 0,-6 15 0 15,-1 3 48-15,1-1 16 0,-7-3 0 0,5-2 0 0,-3 0-16 0,3 2 0 16,-3 0 0-16,3-2 0 0,-1 1-64 0,2 1-32 16,0-2 0-16,7-12 0 0,0 0 32 0,-6 14 0 31,2 0 0-31,4-14 0 0,4 16-32 0,-4-16 0 0,13 12 0 0,3-4 0 15,1-1-160-15,2-2 192 0,0-1-192 0,7-1 192 16,7-3-192-16,1 0 160 0,3-2-160 0,4 1 160 16,2-1-160-16,0-1 0 0,0-3 0 0,-1 1 0 15,-1 0 0-15,-1 0 0 0,-2 0 0 0,-2 1 0 16,-5 1-2240-16,-5-2-368 0</inkml:trace>
          <inkml:trace contextRef="#ctx0" brushRef="#br0" timeOffset="-5863.8432">13813 8116 6447 0,'0'0'272'0,"0"0"80"15,6-11-352-15,-6 11 0 0,5-12 0 0,2 4 0 0,1-1 2592 0,-1 2 448 16,-7 7 96-16,9-12 0 0,-2-5-1104 0,1 5-240 16,3 1-32-16,3 3-16 0,-1 1-608 0,6 2-128 15,4 1-32-15,3-1 0 0,3-4-624 0,6 4-128 0,3 2-32 0,3-1 0 16,0 1-192-16,1 1 0 0,-1 6 0 0,-1 1-8336 16,-2 2-1712-16</inkml:trace>
          <inkml:trace contextRef="#ctx0" brushRef="#br0" timeOffset="-5318.0466">13541 8635 4607 0,'0'0'400'0,"0"0"-400"0,0 0 0 0,0 0 0 15,0 0 2224-15,0 0 352 16,14-1 80-16,-14 1 16 0,13 0-1216 0,-13 0-240 15,14-2-64-15,0 2 0 0,0 0-16 0,0 0-16 16,1 0 0-16,2 2 0 0,4-2-176 0,5 0-48 0,3-2 0 16,4 2 0-16,2-5-16 0,3-1-16 0,7 0 0 0,8-1 0 15,4 0-272-15,9 3-48 0,6 3-16 0,6-1 0 0,1-2-272 0,0-1-48 16,-1-3-16-16,0 1 0 0,-1-4 800 0,1 4 160 16,-2 4 16-16,2 3 16 31,-1 3-1648-31,-4-1-336 0,-11 2-64 0,-8-1-16 0,-10 0 704 0,-6-3 176 0,-8-1 0 0,-6 1 0 15,-5 1-416-15,-5 1-48 0,-14-2-16 16,0 0 0-16</inkml:trace>
          <inkml:trace contextRef="#ctx0" brushRef="#br0" timeOffset="-961.2512">14369 9165 10127 0,'0'0'448'0,"0"0"96"0,-7-9-544 0,7 9 0 0,-12-6 0 0,12 6 0 16,0 0 2448-16,0 0 384 0,-12 5 80 0,2 3 16 16,-2-1-1840-16,0 4-352 0,0-3-80 0,-1 6-16 0,1 2-64 0,-1 1-32 15,-1 0 0-15,2-1 0 16,1-3-48-16,3 3-16 0,1-2 0 0,7-14 0 16,-7 15-288-16,2 1-64 0,5-16-128 0,-5 19 192 15,-1-4-192-15,6-15 0 0,-5 19 0 0,-2 0 0 16,0-3-1328-16,-1-1-304 0,-1-2-64 0</inkml:trace>
          <inkml:trace contextRef="#ctx0" brushRef="#br0" timeOffset="-746.1359">13953 9296 20495 0,'0'0'896'0,"0"0"208"0,0 0-880 0,0 0-224 16,5-10 0-16,-5 10 0 0,0 0 464 0,0 0 48 15,16-4 16-15,-2 3 0 0,-14 1 0 0,15 1 0 16,-1 1 0-16,2 2 0 0,-3 1 0 0,3 0 0 0,1 0 0 16,4 2 0-16,3-2-320 0,2 4-64 0,2 3-16 0,4-3 0 15,5-2-128-15,-1-1 0 0,0 3 0 0,0 0 0 32,1-2-1200-32,-3-1-272 0,9 1-48 0,-6 0-16 0</inkml:trace>
          <inkml:trace contextRef="#ctx0" brushRef="#br0" timeOffset="1069.7293">14509 10739 6447 0,'0'0'576'0,"0"0"-576"0,0 0 0 0,0 0 0 15,0 0 3088-15,0 0 512 0,0 0 112 0,0 0 0 16,0 0-2320-16,0 0-480 16,0 0-80-16,0 0-32 0,0 0-624 0,0 0-176 0,0 0 0 0,0 0 0 0,0 0 0 15,0 0 0-15,0 0 0 0,0 0 0 0,0 0 0 0,0 0 128 16,0 0-128-16,0 0 0 0,0 0 0 0,0 0 128 15,0 0-128-15,0 0 0 0,0 0 128 0,0 0-128 16,0 0 160-16,0 0-160 0,0 0 368 0,0 0-32 31,0 0 0-31,0 0 0 0,0 0 176 0,-9-8 16 0,9 8 16 0,0 0 0 16,-13-6-96-16,1 3-32 0,12 3 0 0,0 0 0 16,-13-2-208-16,13 2-32 0,-12 2-16 0,12-2 0 15,-13 3-160-15,0 1 0 0,13-4 0 0,-12 3 0 16,12-3 0-16,0 0 0 0,-13 4 0 0,13-4 0 0,-14 5 0 0,2-2 0 15,12-3 0-15,-16 4 0 0,1-1 0 0,1-1 128 16,2 0-128-16,0 1 0 0,0 1 0 0,-1-1 0 0,1-3 0 0,12 0 0 16,-12 4 288-16,12-4-32 0,0 0 0 0,0 0 0 31,0 0-64-31,0 0-32 0,0 0 0 0,0 0 0 0,0 0-160 0,12 12 128 16,2-4-128-16,3-4 128 0,2 1-128 0,0-2 192 15,-1-1-192-15,1 0 192 0,3-4-192 0,2 4 0 0,2-2 0 0,-2 2 0 31,-3 1 0-31,-2 0 0 0,-2 3 0 0,-1-1 0 16,-16-5 0-16,14 10 0 0,-14-10 0 0,12 14 0 0,-2 0 0 0,-1 0 0 16,-2-1 0-16,-2 3 0 0,-4-2 0 0,1-1 0 15,-2 3 0-15,-2-2 0 0,2-14 0 0,-3 15 0 16,-4-1 0-16,-1-3 0 0,-1-3 0 0,-1 1 0 16,-6-1 0-16,0-1 0 0,1 2 0 0,-6-4 0 15,-5 0 176-15,0-1-176 0,-1-3 0 0,-1 1 0 16,1 0 0-16,-4 0 0 0,-2-2-320 0,0 0 32 0,0 0 16 15,2 0 0 1,3 0-896-16,4-2-176 0,2-2-48 0</inkml:trace>
          <inkml:trace contextRef="#ctx0" brushRef="#br0" timeOffset="1305.2803">15182 10807 25215 0,'-15'-6'1120'0,"4"6"224"0,-1 2-1072 0,0 2-272 0,0-3 0 0,2 3 0 16,-2-3 160-16,-1 3-32 0,-2-2 0 0,1 1 0 16,0 0 496-16,14-3 80 0,-10 9 32 0,10-9 0 15,-3 16-224-15,4 1-32 0,6 0-16 0,4 2 0 0,2 2-336 0,5 1-128 16,-1 1 0-16,2 3 144 0,0 1-144 0,3 1-272 15,1-1 64-15</inkml:trace>
          <inkml:trace contextRef="#ctx0" brushRef="#br0" timeOffset="1860.6333">14559 11459 10127 0,'0'0'896'0,"0"0"-704"0,0 0-192 0,0 0 0 15,0 0 1856-15,0 0 352 0,-12-2 64 0,12 2 16 0,-16 0-976 0,3 2-192 16,-3 0-32-16,1 1-16 0,-1 1-112 0,-1-1 0 16,-2 2-16-16,0 0 0 15,2 1-64-15,1-1-16 0,2 0 0 0,14-5 0 16,-12 5-368-16,12-5-80 0,-8 10-16 0,8-10 0 0,0 0-256 0,0 16-144 0,0-16 160 0,6 15-160 31,3-1 128-31,5-2-128 0,3 0 0 0,4 1 0 0,1-3 144 0,2 2-144 16,1 2 128-16,-1-2-128 0,0 0 0 0,2 2 0 0,1 0 0 0,3-1 0 15,-1 3 896-15,-1 1 112 0,-2 2 16 0,-2-2 0 32,-2 1-1648-32,-5-1-320 0,-1 0-64 0,-6 2-16 15,-3-3 832-15,-2-2 192 0,-3-2 0 0,-5-2 0 0,-4-1 0 0,-5-1 0 16,-6-3 0-16,-4 1 0 0,-4-1 800 0,-5 2 208 15,-5-2 32-15,0 0 16 0,-1 0-816 0,-1 2-240 16,-3-3 0-16,-4-4 128 16,-3-2-928-16,3 2-176 0,0-4-48 0,4 1 0 0,4-4 800 0,6 4 224 0,5 1 0 0,6 0 0 31,4 2-1648-31,16 0-208 0,0 0-32 0,0 0-9952 0</inkml:trace>
          <inkml:trace contextRef="#ctx0" brushRef="#br0" timeOffset="2225.9827">15015 11758 20671 0,'0'0'912'0,"0"0"192"0,14-7-880 0,-2 3-224 0,-12 4 0 0,17-2 0 0,-2 1 416 0,-1 2 32 15,-14-1 16-15,16 7 0 0,-4 2 32 0,-2 0 0 0,2-1 0 0,-3 3 0 32,-9-11-240-32,7 17-64 0,0-2 0 0,-4 3 0 0,-3-1-192 0,-2 2 176 15,-1-2-176-15,0-1 160 0,-1-1 96 0,-1 1 0 16,-2-6 16-16,-2 2 0 0,1-1 208 0,-1-1 32 16,-3-3 16-16,2 0 0 0,-1-2 0 0,1 2 0 0,0-2 0 15,10-5 0-15,0 0-144 0,-11 5-16 0,11-5-16 0,0 0 0 16,0 0-80-16,0 0-16 0,0 0 0 0,0 0 0 15,14 2-16-15,3-2-16 0,4-4 0 0,5 1 0 16,3-1-32-16,4-1-16 0,2 0 0 0,3-2 0 16,1 0-176-16,4 2-192 0,2 0 32 0,2-2-14608 0</inkml:trace>
        </inkml:traceGroup>
      </inkml:traceGroup>
    </inkml:traceGroup>
  </inkml:traceGroup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5:31.75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9FD60F94-E4BC-4A9B-A90D-AA634DB5DEB2}" emma:medium="tactile" emma:mode="ink">
          <msink:context xmlns:msink="http://schemas.microsoft.com/ink/2010/main" type="writingRegion" rotatedBoundingBox="22249,10500 22864,10500 22864,10610 22249,10610"/>
        </emma:interpretation>
      </emma:emma>
    </inkml:annotationXML>
    <inkml:traceGroup>
      <inkml:annotationXML>
        <emma:emma xmlns:emma="http://www.w3.org/2003/04/emma" version="1.0">
          <emma:interpretation id="{3A66F9D1-3A94-4661-B15F-F9EAA44AF8A5}" emma:medium="tactile" emma:mode="ink">
            <msink:context xmlns:msink="http://schemas.microsoft.com/ink/2010/main" type="paragraph" rotatedBoundingBox="22249,10500 22864,10500 22864,10610 22249,106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7F435DF-8820-401E-ADEF-9ACF4E8322AA}" emma:medium="tactile" emma:mode="ink">
              <msink:context xmlns:msink="http://schemas.microsoft.com/ink/2010/main" type="line" rotatedBoundingBox="22249,10500 22864,10500 22864,10610 22249,10610"/>
            </emma:interpretation>
          </emma:emma>
        </inkml:annotationXML>
        <inkml:traceGroup>
          <inkml:annotationXML>
            <emma:emma xmlns:emma="http://www.w3.org/2003/04/emma" version="1.0">
              <emma:interpretation id="{91571DAC-1AA2-44D0-B466-AD3EA6749859}" emma:medium="tactile" emma:mode="ink">
                <msink:context xmlns:msink="http://schemas.microsoft.com/ink/2010/main" type="inkWord" rotatedBoundingBox="22249,10500 22864,10500 22864,10610 22249,10610"/>
              </emma:interpretation>
              <emma:one-of disjunction-type="recognition" id="oneOf0">
                <emma:interpretation id="interp0" emma:lang="" emma:confidence="0">
                  <emma:literal>-</emma:literal>
                </emma:interpretation>
                <emma:interpretation id="interp1" emma:lang="" emma:confidence="0">
                  <emma:literal>=</emma:literal>
                </emma:interpretation>
                <emma:interpretation id="interp2" emma:lang="" emma:confidence="0">
                  <emma:literal>+</emma:literal>
                </emma:interpretation>
                <emma:interpretation id="interp3" emma:lang="" emma:confidence="0">
                  <emma:literal>t</emma:literal>
                </emma:interpretation>
                <emma:interpretation id="interp4" emma:lang="" emma:confidence="0">
                  <emma:literal>_</emma:literal>
                </emma:interpretation>
              </emma:one-of>
            </emma:emma>
          </inkml:annotationXML>
          <inkml:trace contextRef="#ctx0" brushRef="#br0">16775 10156 25791 0,'0'-28'1152'0,"2"14"224"0,-2 14-1104 0,7-12-272 0,1 2 0 0,6 1 0 15,2 2 1168-15,3 2 176 0,3 4 48 0,1-3 0 16,-3 1-1136-16,1 1-256 0,0 4 0 0,-2-1 0 16,-4 1-1696-16,-1 3-352 15,0 0-80-15</inkml:trace>
          <inkml:trace contextRef="#ctx0" brushRef="#br0" timeOffset="165.438">16994 10171 7359 0,'0'0'656'0,"-15"-7"-528"0,1 1-128 0,2 0 0 0,12 6 3696 0,0 0 704 16,0 0 144-16,0 0 16 0,0 0-3248 0,0 0-656 0,0 0-128 0,16 2-16 16,1-2 48-16,5-2 16 15,4 1 0-15,7-1 0 0,7 0-256 0,3 0-64 16,2 2 0-16,1-1 0 16,4-4-912-16,0-1-192 0,-1-1-48 0</inkml:trace>
        </inkml:traceGroup>
      </inkml:traceGroup>
    </inkml:traceGroup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7:27.06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FD47D0DB-D419-4CD2-88CB-0E77945D1E82}" emma:medium="tactile" emma:mode="ink">
          <msink:context xmlns:msink="http://schemas.microsoft.com/ink/2010/main" type="writingRegion" rotatedBoundingBox="23903,14269 24589,16559 23126,16997 22441,14707">
            <msink:destinationLink direction="with" ref="{CAE28CA2-2FC2-4E03-8BED-5CCE9B93789A}"/>
          </msink:context>
        </emma:interpretation>
      </emma:emma>
    </inkml:annotationXML>
    <inkml:traceGroup>
      <inkml:annotationXML>
        <emma:emma xmlns:emma="http://www.w3.org/2003/04/emma" version="1.0">
          <emma:interpretation id="{DF2F8F54-1F16-4F2B-99D7-A6E01055B486}" emma:medium="tactile" emma:mode="ink">
            <msink:context xmlns:msink="http://schemas.microsoft.com/ink/2010/main" type="paragraph" rotatedBoundingBox="23903,14269 24589,16559 23126,16997 22441,147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9260D1D-85BB-4E95-BEEB-736BF8E7F9AC}" emma:medium="tactile" emma:mode="ink">
              <msink:context xmlns:msink="http://schemas.microsoft.com/ink/2010/main" type="line" rotatedBoundingBox="23903,14269 24589,16559 23126,16997 22441,14707"/>
            </emma:interpretation>
          </emma:emma>
        </inkml:annotationXML>
        <inkml:traceGroup>
          <inkml:annotationXML>
            <emma:emma xmlns:emma="http://www.w3.org/2003/04/emma" version="1.0">
              <emma:interpretation id="{493EA8A6-A93B-43FE-87BE-405D3FF61457}" emma:medium="tactile" emma:mode="ink">
                <msink:context xmlns:msink="http://schemas.microsoft.com/ink/2010/main" type="inkWord" rotatedBoundingBox="23903,14269 24589,16559 23126,16997 22441,1470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1068 841 11967 0,'0'0'1072'0,"-14"-4"-864"0,0 1-208 0,14 3 0 15,-10-5 1664-15,10 5 304 16,0 0 48-16,0 0 16 0,-9-7-816 0,9 7-144 0,0 0-48 0,0 0 0 16,0-9-256-16,0 9-48 0,7-8-16 0,2 1 0 15,-1 0-320-15,3 0-80 0,3 2-16 0,-1 3 0 16,1 2-288-16,2 0 160 0,-2-2-160 0,-1 2 128 15,-13 0-128-15,18 0 0 0,-5-1 0 0,-13 1 0 16,16 1 0-16,-16-1 128 0,14 5-128 0,-14-5 0 16,0 0 0-16,0 0 0 0,0 0 0 0,0 0 0 15,0 0 0-15,1 14 0 0,-1-14 0 0,-3 14 0 0,3-14 0 0,-7 12 128 16,7-12-128-16,-10 9 0 0,-1-2 0 0,11-7 0 16,0 0 128-16,-12 8-128 0,2-1 0 0,10-7 0 15,0 0 0-15,-9 9 128 0,9-9-128 0,0 0 128 16,-8 10-128-16,8-10 128 15,0 0-128-15,-2 16 0 0,2-16-192 0,2 14 192 0,-2-14-128 0,7 15 128 16,0-3 0-16,-7-12 0 0,12 12 0 0,1-1 0 16,0-4-144-16,-1 1 144 0,-2 1 0 0,2-2-192 15,-12-7 192-15,16 7-160 0,-3-1 160 0,1 0 0 0,-14-6 0 16,16 7-128-16,-2-1 128 0,-14-6 0 0,12 9 0 0,-12-9 0 16,10 10 0-16,-10-10 0 15,10 13 0-15,-3-3 0 0,-7-10 0 0,4 14-128 0,-4-14 128 16,0 14 0-16,0-14 0 0,-4 12 0 0,4-12 0 15,-8 10 0-15,-4-3 128 0,-2 0 0 16,-2-2 0-16,1 2 0 0,-1-2 16 0,1 0 16 0,-3 0 0 0,-1 1 0 0,-1-3-32 0,1 4 0 16,0 2 0-16,-2 1 0 15,-2 0-128-15,-1 2 0 0,0-3 0 0,-3 0 128 16,-3-3-128-16,1 1 0 0,-2-1-160 0,0 0 160 31,-2 1-1920-31,2-1-272 0</inkml:trace>
          <inkml:trace contextRef="#ctx0" brushRef="#br0" timeOffset="545.3725">1468 1676 15663 0,'-17'-1'688'16,"5"1"144"-16,-2 0-656 0,0 3-176 16,-1 4 0-16,-1 2 0 0,2-3 1472 0,1 5 256 0,-1 3 48 0,0 1 16 15,0 2-1024-15,0 4-208 16,1 2-48-16,2 1 0 0,3-2-256 0,2-1-48 16,5-2-16-16,1 2 0 0,0-2-64 0,3-2-128 0,2-2 176 0,2 1-176 15,2-1 224-15,0-1-64 0,-1 0-16 0,3-2 0 16,1-3-144-16,1-1 160 0,1-1-160 0,2 0 160 15,-1-2-32-15,3-1-128 0,-1-1 192 0,0-1-64 0,-1 0-128 0,1-4 160 16,0 2-160-16,0-2 160 16,1 0-160-16,-1 1 160 0,-2-1-160 0,-1 0 160 15,-14 2-160-15,16-3 0 0,-16 3 0 0,12-5 0 16,-12 5 144-16,0 0-144 0,0 0 160 0,0 0-160 16,0 0 144-16,0-14-144 0,0 14 128 0,-11-12-128 15,-2 0 128-15,-3 1-128 0,-3 1 128 0,0 0-128 0,0-1 0 0,-2 4 0 0,-3 0 0 16,0 2 0-16,-2 4-192 0,0 1 192 0,-1 3-160 0,-3 4 160 15,-1 2-288-15,0 4 32 0,0 1 16 0,-2 3-11552 16</inkml:trace>
          <inkml:trace contextRef="#ctx0" brushRef="#br0" timeOffset="-3020.3768">0 47 11567 0,'0'0'512'0,"0"0"112"0,0 0-496 0,0 0-128 0,0 0 0 0,0 0 0 15,0 0 1280-15,0 0 256 0,0 0 32 0,0 0 16 16,0 0-112-16,0 0 0 0,0 0-16 0,0 0 0 15,0 0-336-15,15-5-64 16,-3-2-16-16,2 2 0 0,0 0-176 0,6-1-32 0,6 3-16 0,5-1 0 16,4 1-240-16,1 0-32 0,-1-1-16 0,-1 2 0 15,1 2-368-15,-2 2-160 0,-4 2 128 0,-2-1-128 16,-2 2-2000-16,-3-5-496 16</inkml:trace>
          <inkml:trace contextRef="#ctx0" brushRef="#br0" timeOffset="-2584.2808">736-115 1839 0,'0'0'160'0,"0"0"-160"0,0 0 0 0,6-11 0 16,-6 11 2976-16,0 0 560 0,12-7 112 0,0 4 32 0,-12 3-2912 0,17-2-592 15,0 1-176-15,-1 1 0 0,-1 0 352 0,3 1-16 0,-3-1 0 0,4 2 0 16,2-2 576-16,1 0 112 16,1 2 32-16,-1 1 0 0,-3-1 0 0,2 1 0 0,0-1 0 0,-2 2 0 15,-2 1-224-15,-2 0-32 16,-1 0-16-16,-14-5 0 0,14 5-144 0,-14-5-16 0,12 11-16 0,-12-11 0 16,0 0-160-16,0 0-48 0,0 0 0 0,7 17 0 15,-7-17-144-15,0 17-16 16,0-17-16-16,-5 14 0 0,-2 0-96 0,0-2 0 15,-2-2-128-15,-3-1 192 0,0-2-64 0,-2 0 0 0,-1 0-128 0,-1 1 192 16,1 1-192-16,1-1 0 0,0-1 0 0,4 0 0 0,10-7 0 16,-11 5 0-16,11-5 0 0,0 0 0 15,0 0 128-15,0 0-128 0,0 0 0 0,0 0 0 16,7 18 0-16,5-6 128 0,2-5-128 0,5-4 0 16,4-1 0-16,1-2 128 0,2 0-128 0,3-2 0 0,0-3 128 0,6-2-128 15,1 2 0-15,4 1 144 0,0 1-144 0,3-1 0 16,2 1 0-16,5 0 128 15,1-3-1184-15,3 3-240 16,-2-1-48-16</inkml:trace>
        </inkml:traceGroup>
      </inkml:traceGroup>
    </inkml:traceGroup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7:29.89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69EDA6CE-AFAA-4052-B004-1296FE499AE3}" emma:medium="tactile" emma:mode="ink">
          <msink:context xmlns:msink="http://schemas.microsoft.com/ink/2010/main" type="writingRegion" rotatedBoundingBox="26596,14164 27014,16761 26032,16919 25615,14322">
            <msink:destinationLink direction="with" ref="{9D4C81C9-64CA-4146-88D7-E62A71D6EEBE}"/>
          </msink:context>
        </emma:interpretation>
      </emma:emma>
    </inkml:annotationXML>
    <inkml:traceGroup>
      <inkml:annotationXML>
        <emma:emma xmlns:emma="http://www.w3.org/2003/04/emma" version="1.0">
          <emma:interpretation id="{0A9C54ED-2A8C-4EBC-BE0B-2CC1536787A0}" emma:medium="tactile" emma:mode="ink">
            <msink:context xmlns:msink="http://schemas.microsoft.com/ink/2010/main" type="paragraph" rotatedBoundingBox="26596,14164 27014,16761 26032,16919 25615,143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A7A70A1-0118-49E9-9D53-A6850386E513}" emma:medium="tactile" emma:mode="ink">
              <msink:context xmlns:msink="http://schemas.microsoft.com/ink/2010/main" type="line" rotatedBoundingBox="26596,14164 27014,16761 26032,16919 25615,14322"/>
            </emma:interpretation>
          </emma:emma>
        </inkml:annotationXML>
        <inkml:traceGroup>
          <inkml:annotationXML>
            <emma:emma xmlns:emma="http://www.w3.org/2003/04/emma" version="1.0">
              <emma:interpretation id="{9407D2B1-5685-4720-9A0C-B22F5C55BC9C}" emma:medium="tactile" emma:mode="ink">
                <msink:context xmlns:msink="http://schemas.microsoft.com/ink/2010/main" type="inkWord" rotatedBoundingBox="26596,14164 26657,14538 25675,14696 25615,1432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21061 13773 19343 0,'0'0'848'0,"-4"-13"192"0,1-1-832 0,1 5-208 0,2 9 0 0,0 0 0 16,0 0 2784-16,0 0 512 0,0 0 96 0,0 0 32 0,16 9-2256 0,-6 1-448 15,-3 4-80-15,0 0-32 0,0 1-352 0,1 6-64 16,1 3 0-16,0 7-16 0,-2 4-176 0,1 1 0 31,2 2 0-31,8 21-10144 16,-3-2-2144-16</inkml:trace>
          <inkml:trace contextRef="#ctx0" brushRef="#br0" timeOffset="-200.4988">20186 14162 14735 0,'0'0'1312'0,"0"0"-1056"0,0 0-256 0,0 0 0 15,0 0 1344-15,0 0 224 0,0 0 32 0,10-9 16 16,0-3-768-16,2 2-144 16,2 1-48-16,4 0 0 0,2-1 368 0,4 1 80 0,2 3 16 0,4-1 0 15,2-5-336-15,6 5-64 0,2 0-16 0,3 3 0 16,4 4-464-16,-1 5-112 0,3 2 0 0,-3 2-128 31,-1 0-960-31,-2-2-288 0,16-4-64 0,-12-6-16 0</inkml:trace>
        </inkml:traceGroup>
        <inkml:traceGroup>
          <inkml:annotationXML>
            <emma:emma xmlns:emma="http://www.w3.org/2003/04/emma" version="1.0">
              <emma:interpretation id="{E0D1B1C3-2C77-4707-99FD-F1599646DFA8}" emma:medium="tactile" emma:mode="ink">
                <msink:context xmlns:msink="http://schemas.microsoft.com/ink/2010/main" type="inkWord" rotatedBoundingBox="26601,15291 26841,16789 26272,16880 26032,15383"/>
              </emma:interpretation>
              <emma:one-of disjunction-type="recognition" id="oneOf1">
                <emma:interpretation id="interp1" emma:lang="" emma:confidence="0">
                  <emma:literal>~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7</emma:literal>
                </emma:interpretation>
                <emma:interpretation id="interp4" emma:lang="" emma:confidence="0">
                  <emma:literal>r</emma:literal>
                </emma:interpretation>
                <emma:interpretation id="interp5" emma:lang="" emma:confidence="0">
                  <emma:literal>t</emma:literal>
                </emma:interpretation>
              </emma:one-of>
            </emma:emma>
          </inkml:annotationXML>
          <inkml:trace contextRef="#ctx0" brushRef="#br0" timeOffset="698.9439">20574 14961 17503 0,'0'0'1552'0,"-9"-9"-1232"0,2 1-320 0,7 8 0 16,0 0 2512-16,0 0 448 0,0 0 96 0,0 0 16 15,0 0-2368-15,0 0-448 0,0 0-112 0,0 0-16 16,11 13 320-16,-1 1 64 0,1-2 16 0,4 0 0 15,4-1-80-15,5 1 0 0,2 2-16 0,2-4 0 0,-1-1-240 0,1-2-32 16,-2-2-16-16,0-2 0 0,-2 1-144 0,-2-3 160 0,1-2-160 0,-2 1 160 16,-3-2-160-16,1 2 0 0,0 0 0 0,0-2 0 0,0-1 0 0,-3-2 0 15,-4-2 0-15,-12 7 0 0,14-11 0 0,-4 3 0 32,-10 8 0-32,7-12 0 0,-2-1 0 0,-5 13 0 15,5-13 0-15,-5 13 0 0,0-14 0 0,0 14 128 0,0-14-128 0,0 14 128 16,-1-12 240-16,1 12 32 0,0 0 16 0,0 0 0 0,0 0 112 0,0 0 32 15,0 0 0-15,0 0 0 0,0 0-224 0,0 0-32 32,0 0-16-32,0 0 0 0,10 14-288 0,-3 0 0 0,-2 1 0 0,2 2 0 15,2 2 0-15,1 6 0 0,0 4 0 0,1 4 0 0,-3 1 0 0,4 6 0 0,2 5 0 16,2 3 0 0,1 4-1904-16,-1-4-480 0</inkml:trace>
          <inkml:trace contextRef="#ctx0" brushRef="#br0" timeOffset="2067.8251">21009 16091 11055 0,'0'0'976'0,"-2"-13"-784"0,2-1-192 0,0 3 0 32,0 11 2880-32,2-8 544 0,1-4 96 0,-3 12 32 0,7-7-1856 0,-7 7-368 15,0 0-80-15,0 0-16 0,0 0-272 0,16 10-48 0,-16-10-16 0,15 21 0 16,-1-2-192-16,-3 5-32 0,-3 0-16 0,1 0 0 0,-1 0-176 16,5 2-32-16,-1-1-16 0,0 0 0 0,-4 1-304 0,3 2-128 15,1 0 0-15,2-3-10432 16,-2-2-2192-16</inkml:trace>
        </inkml:traceGroup>
      </inkml:traceGroup>
    </inkml:traceGroup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8:09.89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AE28CA2-2FC2-4E03-8BED-5CCE9B93789A}" emma:medium="tactile" emma:mode="ink">
          <msink:context xmlns:msink="http://schemas.microsoft.com/ink/2010/main" type="inkDrawing" rotatedBoundingBox="22155,14528 22470,17578 21797,17647 21482,14597" semanticType="verticalRange" shapeName="Other">
            <msink:sourceLink direction="with" ref="{FD47D0DB-D419-4CD2-88CB-0E77945D1E82}"/>
          </msink:context>
        </emma:interpretation>
      </emma:emma>
    </inkml:annotationXML>
    <inkml:trace contextRef="#ctx0" brushRef="#br0">621 106 8639 0,'0'0'384'0,"-10"-5"64"0,-1-2-448 0,1 0 0 16,-1-1 0-16,11 8 0 0,0 0 416 0,0 0-16 15,-10-14 0-15,2 4 0 0,1 1-64 0,7 9-16 0,-11-9 0 0,11 9 0 16,-12-8 384-16,0 1 80 0,2 0 16 0,10 7 0 0,-12-3 96 0,12 3 0 16,-14-4 16-16,2 1 0 0,-2-1-96 0,4 2-32 15,10 2 0-15,-12-1 0 16,-2 1-320-16,3 0-64 0,-1 3-16 0,0 1 0 15,-2-1-112-15,1 2-16 0,-3-1-16 0,-1 1 0 16,0 2-240-16,-2 0 0 0,-2 0 0 0,-2 1 0 16,-1-3 0-16,2 2 0 0,-2 0 0 0,1 0 0 15,-1 0 0-15,3 2 0 0,1-1 0 0,2 3 0 16,3-1 384-16,1 2 64 0,2 0 32 0,3 2 0 0,9-14-224 0,-7 19-64 16,0-4 0-16,4 3 0 15,3-18-192-15,3 24 0 0,-1-2 0 0,2 2 0 0,-3 2 128 0,3-1-128 0,-2 0 176 0,3 5-176 16,0 3 0-16,0 3 0 15,0 2 0-15,-1 3 0 0,-3 1 128 0,1 1 112 16,-2-4 16-16,0 1 16 0,0-2 112 0,0-2 32 16,0-1 0-16,0-1 0 0,2-3 160 0,0 1 48 15,-1-3 0-15,5 2 0 0,0 5-96 0,1 2-16 16,-1 2 0-16,0 5 0 0,0 5 416 0,1 0 80 16,1 0 16-16,1-3 0 15,-2-3-1664-15,0-2-320 0,-1-6-64 0,1-3 0 0,-1-6 784 0,-1-1 240 16,-2-3 0-16,2 1 0 0,1 0 0 0,-1-1 0 15,0-3 0-15,2 3 0 0,1-3-160 0,-1 5 160 0,2 0 0 0,0 1-144 16,-1 0 144-16,-1 4 0 0,0 2-144 0,0 5 144 16,-2 1 0-16,0 0-144 0,0-2 144 0,1 0 0 15,-1 0 0-15,0-3-128 0,2-5 128 0,0 1 0 16,1-3 0-16,1-2 0 0,1-1 0 0,3-3 0 0,-1-1 0 16,1 0 0-16,1 0-128 0,-2-2 128 0,-1-1 0 0,-1 1 0 15,-3-1 0-15,-2-1 0 16,-1 4 0-16,-1 2 0 0,2 0-128 0,-1-1 128 0,-3 1 0 0,-1 3 0 15,2 0 128-15,0 2-128 0,0 0 0 0,1-2 0 16,0 1-208-16,1-5 64 0,1 1 144 0,-1-2 0 0,-1-5 0 0,2 0 0 31,0-2 0-31,2 2 0 0,-2-4 0 0,-5-10 0 16,7 10 0-16,0-1 0 0,-2 1 0 0,-5-10 0 0,7 11 0 0,-2-1 0 16,1-1 0-16,-6-9 0 0,3 13 0 0,-1-1 0 0,-2-1 0 0,0-1 0 15,0-10 0-15,0 16 0 0,2-3 0 0,1 1 0 16,-3-14 0-16,10 14 0 0,4-4 0 0,3-1 128 15,4-2 0-15,7-4 0 16,5-1 0-16,3 0 0 0,2-4 64 0,-2 4 32 16,0 1 0-16,0 3 0 0,-1 2-32 0,-4 4 0 15,-3 0 0-15,-6 9-14512 0</inkml:trace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23T05:28:10.98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9D4C81C9-64CA-4146-88D7-E62A71D6EEBE}" emma:medium="tactile" emma:mode="ink">
          <msink:context xmlns:msink="http://schemas.microsoft.com/ink/2010/main" type="inkDrawing" rotatedBoundingBox="27584,14007 27993,17112 27254,17210 26845,14104" semanticType="verticalRange" shapeName="Other">
            <msink:sourceLink direction="with" ref="{69EDA6CE-AFAA-4052-B004-1296FE499AE3}"/>
          </msink:context>
        </emma:interpretation>
      </emma:emma>
    </inkml:annotationXML>
    <inkml:trace contextRef="#ctx0" brushRef="#br0">0 83 9215 0,'0'0'816'0,"12"-7"-656"0,2 0-160 0,-1 2 0 16,3-2 912-16,3 2 160 0,2 1 16 0,1 1 16 16,-1-2-672-16,-1-1-144 0,3 3-32 0,-1-1 0 15,-1 1 512-15,-2 1 80 0,0-1 32 0,0 1 0 0,-2 0 48 0,1 1 16 16,-3-1 0-16,-1 0 0 15,-14 2-144-15,15-2-32 0,-1-1 0 0,-14 3 0 16,14-3 64-16,-14 3 16 0,14-4 0 0,-14 4 0 0,0 0-272 0,0 0-48 16,0 0-16-16,14 4 0 0,-14-4-192 0,0 0-64 0,0 0 0 0,7 12 0 15,-7-12-128-15,3 17-128 0,-3-2 144 0,-2 1-144 16,2-16 176-16,-3 24-176 16,-2 4 192-16,1-1-192 0,1 4 0 0,1 6 0 15,2 2 0-15,0 8 0 0,2 6 0 0,1 3 0 0,1-5 0 0,1 1 0 16,0-2 0-16,2-5 0 15,2-5 0-15,-1-2 0 0,1-4-128 0,3 3 128 0,2-1 0 16,-1 5-144-16,1 6 144 0,-2 12 0 0,-1 8 0 0,-1 2-128 16,0 0 128-16,1-7 0 0,-1-8 0 0,2-3-128 15,-1-6 128-15,-1-5 0 16,0-2-144-16,1 0 144 0,-1-2 0 0,2 4-144 0,0 0 144 16,0 10 0-16,0 7-128 0,0 1 128 0,0-3 0 0,-1-3 0 15,-3 0-144-15,1-5 144 0,-2-6 0 0,0-3-144 16,0-7 144-16,-2-3 0 0,-2-2 0 0,-1-1 0 15,-2 0 0-15,0 1 0 0,0-2 0 0,-2 2 0 16,1-1 0-16,-1 5 0 0,0-1 0 0,1 4 0 16,-1 5 0-16,-2 2 0 0,1-1 0 0,-2 1 0 15,0-4 0-15,-1-1 0 0,1-1 0 0,0-3 0 16,-4-3 0-16,2 0 0 0,1-1 0 0,-1-4 0 16,-2-3 0-16,0-1 0 0,1 0 0 0,-3 0 0 0,-1-3 0 15,0 1 0-15,0 0 0 0,-2 2 0 16,-1 2 128-16,-8-2-128 0,-4 2 160 0,-9 1-160 0,-8-1 272 0,-4 3-32 15,-5 5-16-15,-8 8 0 0,-8 8-64 0,-9-1-16 16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8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2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1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9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5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2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18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4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2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5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777C2-38EB-496C-A78E-946E19C4C68F}" type="datetimeFigureOut">
              <a:rPr lang="en-US" smtClean="0"/>
              <a:t>17-Feb-22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4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customXml" Target="../ink/ink5.xml"/><Relationship Id="rId4" Type="http://schemas.openxmlformats.org/officeDocument/2006/relationships/image" Target="../media/image4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54.emf"/><Relationship Id="rId26" Type="http://schemas.openxmlformats.org/officeDocument/2006/relationships/image" Target="../media/image58.emf"/><Relationship Id="rId39" Type="http://schemas.openxmlformats.org/officeDocument/2006/relationships/image" Target="../media/image64.emf"/><Relationship Id="rId21" Type="http://schemas.openxmlformats.org/officeDocument/2006/relationships/customXml" Target="../ink/ink17.xml"/><Relationship Id="rId34" Type="http://schemas.openxmlformats.org/officeDocument/2006/relationships/customXml" Target="../ink/ink24.xml"/><Relationship Id="rId42" Type="http://schemas.openxmlformats.org/officeDocument/2006/relationships/customXml" Target="../ink/ink28.xml"/><Relationship Id="rId47" Type="http://schemas.openxmlformats.org/officeDocument/2006/relationships/image" Target="../media/image68.emf"/><Relationship Id="rId50" Type="http://schemas.openxmlformats.org/officeDocument/2006/relationships/customXml" Target="../ink/ink32.xml"/><Relationship Id="rId55" Type="http://schemas.openxmlformats.org/officeDocument/2006/relationships/image" Target="../media/image72.emf"/><Relationship Id="rId63" Type="http://schemas.openxmlformats.org/officeDocument/2006/relationships/image" Target="../media/image76.emf"/><Relationship Id="rId7" Type="http://schemas.openxmlformats.org/officeDocument/2006/relationships/customXml" Target="../ink/ink10.xml"/><Relationship Id="rId2" Type="http://schemas.openxmlformats.org/officeDocument/2006/relationships/customXml" Target="../ink/ink7.xml"/><Relationship Id="rId16" Type="http://schemas.openxmlformats.org/officeDocument/2006/relationships/image" Target="../media/image53.emf"/><Relationship Id="rId29" Type="http://schemas.openxmlformats.org/officeDocument/2006/relationships/customXml" Target="../ink/ink21.xml"/><Relationship Id="rId11" Type="http://schemas.openxmlformats.org/officeDocument/2006/relationships/customXml" Target="../ink/ink12.xml"/><Relationship Id="rId24" Type="http://schemas.openxmlformats.org/officeDocument/2006/relationships/image" Target="../media/image57.emf"/><Relationship Id="rId32" Type="http://schemas.openxmlformats.org/officeDocument/2006/relationships/customXml" Target="../ink/ink23.xml"/><Relationship Id="rId37" Type="http://schemas.openxmlformats.org/officeDocument/2006/relationships/image" Target="../media/image63.emf"/><Relationship Id="rId40" Type="http://schemas.openxmlformats.org/officeDocument/2006/relationships/customXml" Target="../ink/ink27.xml"/><Relationship Id="rId45" Type="http://schemas.openxmlformats.org/officeDocument/2006/relationships/image" Target="../media/image67.emf"/><Relationship Id="rId53" Type="http://schemas.openxmlformats.org/officeDocument/2006/relationships/image" Target="../media/image71.emf"/><Relationship Id="rId58" Type="http://schemas.openxmlformats.org/officeDocument/2006/relationships/customXml" Target="../ink/ink36.xml"/><Relationship Id="rId5" Type="http://schemas.openxmlformats.org/officeDocument/2006/relationships/customXml" Target="../ink/ink9.xml"/><Relationship Id="rId61" Type="http://schemas.openxmlformats.org/officeDocument/2006/relationships/image" Target="../media/image75.emf"/><Relationship Id="rId19" Type="http://schemas.openxmlformats.org/officeDocument/2006/relationships/customXml" Target="../ink/ink16.xml"/><Relationship Id="rId14" Type="http://schemas.openxmlformats.org/officeDocument/2006/relationships/image" Target="../media/image52.emf"/><Relationship Id="rId22" Type="http://schemas.openxmlformats.org/officeDocument/2006/relationships/image" Target="../media/image56.emf"/><Relationship Id="rId27" Type="http://schemas.openxmlformats.org/officeDocument/2006/relationships/customXml" Target="../ink/ink20.xml"/><Relationship Id="rId30" Type="http://schemas.openxmlformats.org/officeDocument/2006/relationships/customXml" Target="../ink/ink22.xml"/><Relationship Id="rId35" Type="http://schemas.openxmlformats.org/officeDocument/2006/relationships/image" Target="../media/image62.emf"/><Relationship Id="rId43" Type="http://schemas.openxmlformats.org/officeDocument/2006/relationships/image" Target="../media/image66.emf"/><Relationship Id="rId48" Type="http://schemas.openxmlformats.org/officeDocument/2006/relationships/customXml" Target="../ink/ink31.xml"/><Relationship Id="rId56" Type="http://schemas.openxmlformats.org/officeDocument/2006/relationships/customXml" Target="../ink/ink35.xml"/><Relationship Id="rId8" Type="http://schemas.openxmlformats.org/officeDocument/2006/relationships/image" Target="../media/image49.emf"/><Relationship Id="rId51" Type="http://schemas.openxmlformats.org/officeDocument/2006/relationships/image" Target="../media/image70.emf"/><Relationship Id="rId3" Type="http://schemas.openxmlformats.org/officeDocument/2006/relationships/customXml" Target="../ink/ink8.xml"/><Relationship Id="rId12" Type="http://schemas.openxmlformats.org/officeDocument/2006/relationships/image" Target="../media/image51.emf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image" Target="../media/image61.emf"/><Relationship Id="rId38" Type="http://schemas.openxmlformats.org/officeDocument/2006/relationships/customXml" Target="../ink/ink26.xml"/><Relationship Id="rId46" Type="http://schemas.openxmlformats.org/officeDocument/2006/relationships/customXml" Target="../ink/ink30.xml"/><Relationship Id="rId59" Type="http://schemas.openxmlformats.org/officeDocument/2006/relationships/image" Target="../media/image74.emf"/><Relationship Id="rId20" Type="http://schemas.openxmlformats.org/officeDocument/2006/relationships/image" Target="../media/image55.emf"/><Relationship Id="rId41" Type="http://schemas.openxmlformats.org/officeDocument/2006/relationships/image" Target="../media/image65.emf"/><Relationship Id="rId54" Type="http://schemas.openxmlformats.org/officeDocument/2006/relationships/customXml" Target="../ink/ink34.xml"/><Relationship Id="rId62" Type="http://schemas.openxmlformats.org/officeDocument/2006/relationships/customXml" Target="../ink/ink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emf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59.emf"/><Relationship Id="rId36" Type="http://schemas.openxmlformats.org/officeDocument/2006/relationships/customXml" Target="../ink/ink25.xml"/><Relationship Id="rId49" Type="http://schemas.openxmlformats.org/officeDocument/2006/relationships/image" Target="../media/image69.emf"/><Relationship Id="rId57" Type="http://schemas.openxmlformats.org/officeDocument/2006/relationships/image" Target="../media/image73.emf"/><Relationship Id="rId10" Type="http://schemas.openxmlformats.org/officeDocument/2006/relationships/image" Target="../media/image50.emf"/><Relationship Id="rId31" Type="http://schemas.openxmlformats.org/officeDocument/2006/relationships/image" Target="../media/image60.emf"/><Relationship Id="rId44" Type="http://schemas.openxmlformats.org/officeDocument/2006/relationships/customXml" Target="../ink/ink29.xml"/><Relationship Id="rId52" Type="http://schemas.openxmlformats.org/officeDocument/2006/relationships/customXml" Target="../ink/ink33.xml"/><Relationship Id="rId60" Type="http://schemas.openxmlformats.org/officeDocument/2006/relationships/customXml" Target="../ink/ink37.xml"/><Relationship Id="rId4" Type="http://schemas.openxmlformats.org/officeDocument/2006/relationships/image" Target="../media/image47.emf"/><Relationship Id="rId9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.emf"/><Relationship Id="rId26" Type="http://schemas.openxmlformats.org/officeDocument/2006/relationships/image" Target="../media/image12.emf"/><Relationship Id="rId50" Type="http://schemas.openxmlformats.org/officeDocument/2006/relationships/image" Target="../media/image24.emf"/><Relationship Id="rId55" Type="http://schemas.openxmlformats.org/officeDocument/2006/relationships/customXml" Target="../ink/ink43.xml"/><Relationship Id="rId63" Type="http://schemas.openxmlformats.org/officeDocument/2006/relationships/customXml" Target="../ink/ink50.xml"/><Relationship Id="rId68" Type="http://schemas.openxmlformats.org/officeDocument/2006/relationships/image" Target="../media/image27.emf"/><Relationship Id="rId34" Type="http://schemas.openxmlformats.org/officeDocument/2006/relationships/image" Target="../media/image16.emf"/><Relationship Id="rId42" Type="http://schemas.openxmlformats.org/officeDocument/2006/relationships/image" Target="../media/image20.emf"/><Relationship Id="rId76" Type="http://schemas.openxmlformats.org/officeDocument/2006/relationships/customXml" Target="../ink/ink62.xml"/><Relationship Id="rId71" Type="http://schemas.openxmlformats.org/officeDocument/2006/relationships/customXml" Target="../ink/ink57.xml"/><Relationship Id="rId2" Type="http://schemas.openxmlformats.org/officeDocument/2006/relationships/customXml" Target="../ink/ink39.xml"/><Relationship Id="rId16" Type="http://schemas.openxmlformats.org/officeDocument/2006/relationships/image" Target="../media/image7.emf"/><Relationship Id="rId53" Type="http://schemas.openxmlformats.org/officeDocument/2006/relationships/customXml" Target="../ink/ink41.xml"/><Relationship Id="rId58" Type="http://schemas.openxmlformats.org/officeDocument/2006/relationships/customXml" Target="../ink/ink45.xml"/><Relationship Id="rId24" Type="http://schemas.openxmlformats.org/officeDocument/2006/relationships/image" Target="../media/image11.emf"/><Relationship Id="rId66" Type="http://schemas.openxmlformats.org/officeDocument/2006/relationships/customXml" Target="../ink/ink53.xml"/><Relationship Id="rId40" Type="http://schemas.openxmlformats.org/officeDocument/2006/relationships/image" Target="../media/image19.emf"/><Relationship Id="rId74" Type="http://schemas.openxmlformats.org/officeDocument/2006/relationships/customXml" Target="../ink/ink60.xml"/><Relationship Id="rId79" Type="http://schemas.openxmlformats.org/officeDocument/2006/relationships/customXml" Target="../ink/ink64.xml"/><Relationship Id="rId61" Type="http://schemas.openxmlformats.org/officeDocument/2006/relationships/customXml" Target="../ink/ink48.xml"/><Relationship Id="rId82" Type="http://schemas.openxmlformats.org/officeDocument/2006/relationships/image" Target="../media/image30.emf"/><Relationship Id="rId52" Type="http://schemas.openxmlformats.org/officeDocument/2006/relationships/image" Target="../media/image25.emf"/><Relationship Id="rId10" Type="http://schemas.openxmlformats.org/officeDocument/2006/relationships/image" Target="../media/image4.emf"/><Relationship Id="rId60" Type="http://schemas.openxmlformats.org/officeDocument/2006/relationships/customXml" Target="../ink/ink47.xml"/><Relationship Id="rId65" Type="http://schemas.openxmlformats.org/officeDocument/2006/relationships/customXml" Target="../ink/ink52.xml"/><Relationship Id="rId73" Type="http://schemas.openxmlformats.org/officeDocument/2006/relationships/customXml" Target="../ink/ink59.xml"/><Relationship Id="rId44" Type="http://schemas.openxmlformats.org/officeDocument/2006/relationships/image" Target="../media/image21.emf"/><Relationship Id="rId78" Type="http://schemas.openxmlformats.org/officeDocument/2006/relationships/image" Target="../media/image28.emf"/><Relationship Id="rId81" Type="http://schemas.openxmlformats.org/officeDocument/2006/relationships/customXml" Target="../ink/ink65.xml"/><Relationship Id="rId56" Type="http://schemas.openxmlformats.org/officeDocument/2006/relationships/customXml" Target="../ink/ink44.xml"/><Relationship Id="rId14" Type="http://schemas.openxmlformats.org/officeDocument/2006/relationships/image" Target="../media/image6.emf"/><Relationship Id="rId22" Type="http://schemas.openxmlformats.org/officeDocument/2006/relationships/image" Target="../media/image10.emf"/><Relationship Id="rId64" Type="http://schemas.openxmlformats.org/officeDocument/2006/relationships/customXml" Target="../ink/ink51.xml"/><Relationship Id="rId30" Type="http://schemas.openxmlformats.org/officeDocument/2006/relationships/image" Target="../media/image14.emf"/><Relationship Id="rId69" Type="http://schemas.openxmlformats.org/officeDocument/2006/relationships/customXml" Target="../ink/ink55.xml"/><Relationship Id="rId48" Type="http://schemas.openxmlformats.org/officeDocument/2006/relationships/image" Target="../media/image23.emf"/><Relationship Id="rId77" Type="http://schemas.openxmlformats.org/officeDocument/2006/relationships/customXml" Target="../ink/ink63.xml"/><Relationship Id="rId51" Type="http://schemas.openxmlformats.org/officeDocument/2006/relationships/customXml" Target="../ink/ink40.xml"/><Relationship Id="rId8" Type="http://schemas.openxmlformats.org/officeDocument/2006/relationships/image" Target="../media/image3.emf"/><Relationship Id="rId72" Type="http://schemas.openxmlformats.org/officeDocument/2006/relationships/customXml" Target="../ink/ink58.xml"/><Relationship Id="rId80" Type="http://schemas.openxmlformats.org/officeDocument/2006/relationships/image" Target="../media/image29.emf"/><Relationship Id="rId59" Type="http://schemas.openxmlformats.org/officeDocument/2006/relationships/customXml" Target="../ink/ink46.xml"/><Relationship Id="rId67" Type="http://schemas.openxmlformats.org/officeDocument/2006/relationships/customXml" Target="../ink/ink54.xml"/><Relationship Id="rId38" Type="http://schemas.openxmlformats.org/officeDocument/2006/relationships/image" Target="../media/image18.emf"/><Relationship Id="rId46" Type="http://schemas.openxmlformats.org/officeDocument/2006/relationships/image" Target="../media/image22.emf"/><Relationship Id="rId54" Type="http://schemas.openxmlformats.org/officeDocument/2006/relationships/customXml" Target="../ink/ink42.xml"/><Relationship Id="rId20" Type="http://schemas.openxmlformats.org/officeDocument/2006/relationships/image" Target="../media/image9.emf"/><Relationship Id="rId62" Type="http://schemas.openxmlformats.org/officeDocument/2006/relationships/customXml" Target="../ink/ink49.xml"/><Relationship Id="rId70" Type="http://schemas.openxmlformats.org/officeDocument/2006/relationships/customXml" Target="../ink/ink56.xml"/><Relationship Id="rId75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7" Type="http://schemas.openxmlformats.org/officeDocument/2006/relationships/image" Target="../media/image26.emf"/><Relationship Id="rId28" Type="http://schemas.openxmlformats.org/officeDocument/2006/relationships/image" Target="../media/image13.emf"/><Relationship Id="rId36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33.emf"/><Relationship Id="rId18" Type="http://schemas.openxmlformats.org/officeDocument/2006/relationships/customXml" Target="../ink/ink74.xml"/><Relationship Id="rId26" Type="http://schemas.openxmlformats.org/officeDocument/2006/relationships/customXml" Target="../ink/ink78.xml"/><Relationship Id="rId3" Type="http://schemas.openxmlformats.org/officeDocument/2006/relationships/image" Target="../media/image110.emf"/><Relationship Id="rId21" Type="http://schemas.openxmlformats.org/officeDocument/2006/relationships/image" Target="../media/image37.emf"/><Relationship Id="rId7" Type="http://schemas.openxmlformats.org/officeDocument/2006/relationships/image" Target="../media/image15.emf"/><Relationship Id="rId12" Type="http://schemas.openxmlformats.org/officeDocument/2006/relationships/customXml" Target="../ink/ink71.xml"/><Relationship Id="rId17" Type="http://schemas.openxmlformats.org/officeDocument/2006/relationships/image" Target="../media/image35.emf"/><Relationship Id="rId25" Type="http://schemas.openxmlformats.org/officeDocument/2006/relationships/image" Target="../media/image39.emf"/><Relationship Id="rId2" Type="http://schemas.openxmlformats.org/officeDocument/2006/relationships/customXml" Target="../ink/ink66.xml"/><Relationship Id="rId16" Type="http://schemas.openxmlformats.org/officeDocument/2006/relationships/customXml" Target="../ink/ink73.xml"/><Relationship Id="rId20" Type="http://schemas.openxmlformats.org/officeDocument/2006/relationships/customXml" Target="../ink/ink75.xml"/><Relationship Id="rId29" Type="http://schemas.openxmlformats.org/officeDocument/2006/relationships/image" Target="../media/image41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.xml"/><Relationship Id="rId11" Type="http://schemas.openxmlformats.org/officeDocument/2006/relationships/image" Target="../media/image32.emf"/><Relationship Id="rId24" Type="http://schemas.openxmlformats.org/officeDocument/2006/relationships/customXml" Target="../ink/ink77.xml"/><Relationship Id="rId5" Type="http://schemas.openxmlformats.org/officeDocument/2006/relationships/image" Target="../media/image5.emf"/><Relationship Id="rId15" Type="http://schemas.openxmlformats.org/officeDocument/2006/relationships/image" Target="../media/image34.emf"/><Relationship Id="rId23" Type="http://schemas.openxmlformats.org/officeDocument/2006/relationships/image" Target="../media/image38.emf"/><Relationship Id="rId28" Type="http://schemas.openxmlformats.org/officeDocument/2006/relationships/customXml" Target="../ink/ink79.xml"/><Relationship Id="rId10" Type="http://schemas.openxmlformats.org/officeDocument/2006/relationships/customXml" Target="../ink/ink70.xml"/><Relationship Id="rId19" Type="http://schemas.openxmlformats.org/officeDocument/2006/relationships/image" Target="../media/image36.emf"/><Relationship Id="rId31" Type="http://schemas.openxmlformats.org/officeDocument/2006/relationships/image" Target="../media/image42.emf"/><Relationship Id="rId4" Type="http://schemas.openxmlformats.org/officeDocument/2006/relationships/customXml" Target="../ink/ink67.xml"/><Relationship Id="rId9" Type="http://schemas.openxmlformats.org/officeDocument/2006/relationships/image" Target="../media/image31.emf"/><Relationship Id="rId14" Type="http://schemas.openxmlformats.org/officeDocument/2006/relationships/customXml" Target="../ink/ink72.xml"/><Relationship Id="rId22" Type="http://schemas.openxmlformats.org/officeDocument/2006/relationships/customXml" Target="../ink/ink76.xml"/><Relationship Id="rId27" Type="http://schemas.openxmlformats.org/officeDocument/2006/relationships/image" Target="../media/image40.emf"/><Relationship Id="rId30" Type="http://schemas.openxmlformats.org/officeDocument/2006/relationships/customXml" Target="../ink/ink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based Optimization Technique</a:t>
            </a:r>
            <a:br>
              <a:rPr lang="en-US" dirty="0" smtClean="0"/>
            </a:br>
            <a:r>
              <a:rPr lang="en-US" dirty="0" smtClean="0"/>
              <a:t>Lecture-IV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8101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 smtClean="0"/>
              <a:t>Duality </a:t>
            </a:r>
            <a:r>
              <a:rPr lang="en-US" dirty="0" smtClean="0"/>
              <a:t>in LPP</a:t>
            </a:r>
          </a:p>
          <a:p>
            <a:r>
              <a:rPr lang="en-US" dirty="0" smtClean="0"/>
              <a:t>Conversion of Primal to Dual </a:t>
            </a:r>
            <a:endParaRPr lang="en-US" dirty="0" smtClean="0"/>
          </a:p>
          <a:p>
            <a:r>
              <a:rPr lang="en-US" dirty="0"/>
              <a:t>Revised Simplex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5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 the revised simplex method</a:t>
            </a:r>
          </a:p>
          <a:p>
            <a:r>
              <a:rPr lang="en-US" dirty="0" smtClean="0"/>
              <a:t>Duality in LPP</a:t>
            </a:r>
          </a:p>
          <a:p>
            <a:r>
              <a:rPr lang="en-US" dirty="0" smtClean="0"/>
              <a:t>How to convert primal to dual and vice versa</a:t>
            </a:r>
          </a:p>
          <a:p>
            <a:r>
              <a:rPr lang="en-US" dirty="0" smtClean="0"/>
              <a:t>Introduction to Integer programming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6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Duality in LPP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original problem is called Primal LPP</a:t>
            </a:r>
          </a:p>
          <a:p>
            <a:r>
              <a:rPr lang="en-US" dirty="0" smtClean="0"/>
              <a:t>There exists a dual LPP corresponding to every primal LPP</a:t>
            </a:r>
          </a:p>
          <a:p>
            <a:r>
              <a:rPr lang="en-US" dirty="0" smtClean="0"/>
              <a:t>Either one can be considered as primal and the other one is known as Dual</a:t>
            </a:r>
          </a:p>
          <a:p>
            <a:r>
              <a:rPr lang="en-US" dirty="0" smtClean="0"/>
              <a:t>If the optimal solution of one problem is known then the other can be easily derived without any computation</a:t>
            </a:r>
          </a:p>
          <a:p>
            <a:pPr lvl="1"/>
            <a:r>
              <a:rPr lang="en-US" dirty="0" smtClean="0"/>
              <a:t>If the primal variable corresponds to slack/surplus variable in the primal problem, its optimal value can be read from net evaluation row </a:t>
            </a:r>
            <a:r>
              <a:rPr lang="en-US" dirty="0" smtClean="0">
                <a:latin typeface="Matura MT Script Capitals" panose="03020802060602070202" pitchFamily="66" charset="0"/>
              </a:rPr>
              <a:t>∆</a:t>
            </a:r>
            <a:r>
              <a:rPr lang="en-US" baseline="-25000" dirty="0" smtClean="0">
                <a:latin typeface="Matura MT Script Capitals" panose="03020802060602070202" pitchFamily="66" charset="0"/>
              </a:rPr>
              <a:t>j</a:t>
            </a:r>
            <a:r>
              <a:rPr lang="en-US" dirty="0" smtClean="0">
                <a:latin typeface="Matura MT Script Capitals" panose="03020802060602070202" pitchFamily="66" charset="0"/>
              </a:rPr>
              <a:t> corresponding to this variable</a:t>
            </a:r>
          </a:p>
          <a:p>
            <a:pPr lvl="1"/>
            <a:r>
              <a:rPr lang="en-US" dirty="0" smtClean="0"/>
              <a:t>If the primal variable corresponds to artificial variable, its value can be read from </a:t>
            </a:r>
            <a:r>
              <a:rPr lang="en-US" dirty="0">
                <a:latin typeface="Matura MT Script Capitals" panose="03020802060602070202" pitchFamily="66" charset="0"/>
              </a:rPr>
              <a:t>∆</a:t>
            </a:r>
            <a:r>
              <a:rPr lang="en-US" baseline="-25000" dirty="0">
                <a:latin typeface="Matura MT Script Capitals" panose="03020802060602070202" pitchFamily="66" charset="0"/>
              </a:rPr>
              <a:t>j</a:t>
            </a:r>
            <a:r>
              <a:rPr lang="en-US" dirty="0">
                <a:latin typeface="Matura MT Script Capitals" panose="03020802060602070202" pitchFamily="66" charset="0"/>
              </a:rPr>
              <a:t> </a:t>
            </a:r>
            <a:r>
              <a:rPr lang="en-US" dirty="0" smtClean="0"/>
              <a:t>after ignoring ‘M’ in the net evaluation row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8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841413" y="1976725"/>
              <a:ext cx="10461600" cy="487224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3774" y="1966645"/>
                <a:ext cx="10500479" cy="489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176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801453" y="1824805"/>
              <a:ext cx="10342080" cy="49197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/>
              <a:stretch>
                <a:fillRect/>
              </a:stretch>
            </p:blipFill>
            <p:spPr>
              <a:xfrm>
                <a:off x="785253" y="1810405"/>
                <a:ext cx="10376640" cy="495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19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868773" y="1852525"/>
              <a:ext cx="10263240" cy="44654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/>
              <a:stretch>
                <a:fillRect/>
              </a:stretch>
            </p:blipFill>
            <p:spPr>
              <a:xfrm>
                <a:off x="854733" y="1835965"/>
                <a:ext cx="10291320" cy="449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0" name="Ink 99"/>
              <p14:cNvContentPartPr/>
              <p14:nvPr/>
            </p14:nvContentPartPr>
            <p14:xfrm>
              <a:off x="7953933" y="2972485"/>
              <a:ext cx="399240" cy="738000"/>
            </p14:xfrm>
          </p:contentPart>
        </mc:Choice>
        <mc:Fallback xmlns="">
          <p:pic>
            <p:nvPicPr>
              <p:cNvPr id="100" name="Ink 9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41693" y="2959885"/>
                <a:ext cx="43092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4" name="Ink 113"/>
              <p14:cNvContentPartPr/>
              <p14:nvPr/>
            </p14:nvContentPartPr>
            <p14:xfrm>
              <a:off x="3632853" y="3251485"/>
              <a:ext cx="278280" cy="75168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7373" y="3238885"/>
                <a:ext cx="304560" cy="78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068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Step-5: Finally the dual of the given problem is obtained by</a:t>
            </a:r>
          </a:p>
          <a:p>
            <a:pPr lvl="1"/>
            <a:r>
              <a:rPr lang="en-US" dirty="0" smtClean="0"/>
              <a:t>Transposing rows and columns of the constraint coefficients</a:t>
            </a:r>
          </a:p>
          <a:p>
            <a:pPr lvl="1"/>
            <a:r>
              <a:rPr lang="en-US" dirty="0" smtClean="0"/>
              <a:t>Transposing the coefficients c</a:t>
            </a:r>
            <a:r>
              <a:rPr lang="en-US" baseline="-25000" dirty="0" smtClean="0"/>
              <a:t>1</a:t>
            </a:r>
            <a:r>
              <a:rPr lang="en-US" dirty="0" smtClean="0"/>
              <a:t>, c</a:t>
            </a:r>
            <a:r>
              <a:rPr lang="en-US" baseline="-25000" dirty="0" smtClean="0"/>
              <a:t>2</a:t>
            </a:r>
            <a:r>
              <a:rPr lang="en-US" dirty="0" smtClean="0"/>
              <a:t>, c</a:t>
            </a:r>
            <a:r>
              <a:rPr lang="en-US" baseline="-25000" dirty="0" smtClean="0"/>
              <a:t>3</a:t>
            </a:r>
            <a:r>
              <a:rPr lang="en-US" dirty="0" smtClean="0"/>
              <a:t>,…,</a:t>
            </a:r>
            <a:r>
              <a:rPr lang="en-US" dirty="0" err="1" smtClean="0"/>
              <a:t>c</a:t>
            </a:r>
            <a:r>
              <a:rPr lang="en-US" baseline="-25000" dirty="0" err="1" smtClean="0"/>
              <a:t>n</a:t>
            </a:r>
            <a:r>
              <a:rPr lang="en-US" dirty="0" smtClean="0"/>
              <a:t> of the objective function and right side constants b</a:t>
            </a:r>
            <a:r>
              <a:rPr lang="en-US" baseline="-25000" dirty="0" smtClean="0"/>
              <a:t>1</a:t>
            </a:r>
            <a:r>
              <a:rPr lang="en-US" dirty="0" smtClean="0"/>
              <a:t>, b</a:t>
            </a:r>
            <a:r>
              <a:rPr lang="en-US" baseline="-25000" dirty="0" smtClean="0"/>
              <a:t>2</a:t>
            </a:r>
            <a:r>
              <a:rPr lang="en-US" dirty="0" smtClean="0"/>
              <a:t>, b</a:t>
            </a:r>
            <a:r>
              <a:rPr lang="en-US" baseline="-25000" dirty="0" smtClean="0"/>
              <a:t>3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endParaRPr lang="en-US" baseline="-25000" dirty="0" smtClean="0"/>
          </a:p>
          <a:p>
            <a:pPr lvl="1"/>
            <a:r>
              <a:rPr lang="en-US" dirty="0" smtClean="0"/>
              <a:t>Changing inequalities from &lt;= to &gt;= sign</a:t>
            </a:r>
          </a:p>
          <a:p>
            <a:pPr lvl="1"/>
            <a:r>
              <a:rPr lang="en-US" dirty="0" smtClean="0"/>
              <a:t>Minimizing the objective function instead of maximizing</a:t>
            </a:r>
          </a:p>
          <a:p>
            <a:pPr marL="457200" lvl="1" indent="0">
              <a:buNone/>
            </a:pPr>
            <a:r>
              <a:rPr lang="en-US" dirty="0" smtClean="0"/>
              <a:t>Min </a:t>
            </a:r>
            <a:r>
              <a:rPr lang="en-US" dirty="0" err="1" smtClean="0"/>
              <a:t>Z</a:t>
            </a:r>
            <a:r>
              <a:rPr lang="en-US" baseline="-25000" dirty="0" err="1" smtClean="0"/>
              <a:t>w</a:t>
            </a:r>
            <a:r>
              <a:rPr lang="en-US" dirty="0" smtClean="0"/>
              <a:t>= -2w</a:t>
            </a:r>
            <a:r>
              <a:rPr lang="en-US" baseline="-25000" dirty="0" smtClean="0"/>
              <a:t>1</a:t>
            </a:r>
            <a:r>
              <a:rPr lang="en-US" dirty="0" smtClean="0"/>
              <a:t> + 6w</a:t>
            </a:r>
            <a:r>
              <a:rPr lang="en-US" baseline="-25000" dirty="0" smtClean="0"/>
              <a:t>2</a:t>
            </a:r>
            <a:r>
              <a:rPr lang="en-US" dirty="0" smtClean="0"/>
              <a:t> + 4w</a:t>
            </a:r>
            <a:r>
              <a:rPr lang="en-US" baseline="-25000" dirty="0" smtClean="0"/>
              <a:t>3</a:t>
            </a:r>
            <a:r>
              <a:rPr lang="en-US" dirty="0" smtClean="0"/>
              <a:t> – 4w</a:t>
            </a:r>
            <a:r>
              <a:rPr lang="en-US" baseline="-25000" dirty="0" smtClean="0"/>
              <a:t>4</a:t>
            </a:r>
          </a:p>
          <a:p>
            <a:pPr marL="457200" lvl="1" indent="0">
              <a:buNone/>
            </a:pPr>
            <a:r>
              <a:rPr lang="en-US" dirty="0" smtClean="0"/>
              <a:t>S.T       -w</a:t>
            </a:r>
            <a:r>
              <a:rPr lang="en-US" baseline="-25000" dirty="0" smtClean="0"/>
              <a:t>1</a:t>
            </a:r>
            <a:r>
              <a:rPr lang="en-US" dirty="0" smtClean="0"/>
              <a:t> + 2w</a:t>
            </a:r>
            <a:r>
              <a:rPr lang="en-US" baseline="-25000" dirty="0" smtClean="0"/>
              <a:t>2</a:t>
            </a:r>
            <a:r>
              <a:rPr lang="en-US" dirty="0" smtClean="0"/>
              <a:t> + w</a:t>
            </a:r>
            <a:r>
              <a:rPr lang="en-US" baseline="-25000" dirty="0" smtClean="0"/>
              <a:t>3</a:t>
            </a:r>
            <a:r>
              <a:rPr lang="en-US" dirty="0" smtClean="0"/>
              <a:t> – w</a:t>
            </a:r>
            <a:r>
              <a:rPr lang="en-US" baseline="-25000" dirty="0" smtClean="0"/>
              <a:t>4</a:t>
            </a:r>
            <a:r>
              <a:rPr lang="en-US" dirty="0" smtClean="0"/>
              <a:t> &gt;= 0</a:t>
            </a:r>
          </a:p>
          <a:p>
            <a:pPr marL="457200" lvl="1" indent="0">
              <a:buNone/>
            </a:pPr>
            <a:r>
              <a:rPr lang="en-US" dirty="0" smtClean="0"/>
              <a:t>            -w</a:t>
            </a:r>
            <a:r>
              <a:rPr lang="en-US" baseline="-25000" dirty="0" smtClean="0"/>
              <a:t>1</a:t>
            </a:r>
            <a:r>
              <a:rPr lang="en-US" dirty="0" smtClean="0"/>
              <a:t> + w</a:t>
            </a:r>
            <a:r>
              <a:rPr lang="en-US" baseline="-25000" dirty="0" smtClean="0"/>
              <a:t>2</a:t>
            </a:r>
            <a:r>
              <a:rPr lang="en-US" dirty="0" smtClean="0"/>
              <a:t> –w</a:t>
            </a:r>
            <a:r>
              <a:rPr lang="en-US" baseline="-25000" dirty="0" smtClean="0"/>
              <a:t>3</a:t>
            </a:r>
            <a:r>
              <a:rPr lang="en-US" dirty="0" smtClean="0"/>
              <a:t> + w</a:t>
            </a:r>
            <a:r>
              <a:rPr lang="en-US" baseline="-25000" dirty="0" smtClean="0"/>
              <a:t>4</a:t>
            </a:r>
            <a:r>
              <a:rPr lang="en-US" dirty="0" smtClean="0"/>
              <a:t> &gt;= -2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6w</a:t>
            </a:r>
            <a:r>
              <a:rPr lang="en-US" baseline="-25000" dirty="0" smtClean="0"/>
              <a:t>2</a:t>
            </a:r>
            <a:r>
              <a:rPr lang="en-US" dirty="0" smtClean="0"/>
              <a:t> + 3w</a:t>
            </a:r>
            <a:r>
              <a:rPr lang="en-US" baseline="-25000" dirty="0" smtClean="0"/>
              <a:t>3</a:t>
            </a:r>
            <a:r>
              <a:rPr lang="en-US" dirty="0" smtClean="0"/>
              <a:t> – 3w</a:t>
            </a:r>
            <a:r>
              <a:rPr lang="en-US" baseline="-25000" dirty="0" smtClean="0"/>
              <a:t>4</a:t>
            </a:r>
            <a:r>
              <a:rPr lang="en-US" dirty="0" smtClean="0"/>
              <a:t> &gt;= -5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      w</a:t>
            </a:r>
            <a:r>
              <a:rPr lang="en-US" baseline="-25000" dirty="0" smtClean="0"/>
              <a:t>1</a:t>
            </a:r>
            <a:r>
              <a:rPr lang="en-US" dirty="0" smtClean="0"/>
              <a:t>, w</a:t>
            </a:r>
            <a:r>
              <a:rPr lang="en-US" baseline="-25000" dirty="0" smtClean="0"/>
              <a:t>2</a:t>
            </a:r>
            <a:r>
              <a:rPr lang="en-US" dirty="0" smtClean="0"/>
              <a:t>, w</a:t>
            </a:r>
            <a:r>
              <a:rPr lang="en-US" baseline="-25000" dirty="0" smtClean="0"/>
              <a:t>3</a:t>
            </a:r>
            <a:r>
              <a:rPr lang="en-US" dirty="0" smtClean="0"/>
              <a:t>, w</a:t>
            </a:r>
            <a:r>
              <a:rPr lang="en-US" baseline="-25000" dirty="0" smtClean="0"/>
              <a:t>4</a:t>
            </a:r>
            <a:r>
              <a:rPr lang="en-US" dirty="0" smtClean="0"/>
              <a:t> &gt;=0 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604613" y="2253565"/>
              <a:ext cx="360" cy="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7693" y="2236645"/>
                <a:ext cx="3420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616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617573" y="2252125"/>
              <a:ext cx="225360" cy="27986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/>
              <a:stretch>
                <a:fillRect/>
              </a:stretch>
            </p:blipFill>
            <p:spPr>
              <a:xfrm>
                <a:off x="1606413" y="2239165"/>
                <a:ext cx="256320" cy="28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/>
              <p14:cNvContentPartPr/>
              <p14:nvPr/>
            </p14:nvContentPartPr>
            <p14:xfrm>
              <a:off x="1590573" y="2199565"/>
              <a:ext cx="3891960" cy="16905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933" y="2183725"/>
                <a:ext cx="3916440" cy="17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/>
              <p14:cNvContentPartPr/>
              <p14:nvPr/>
            </p14:nvContentPartPr>
            <p14:xfrm>
              <a:off x="6634173" y="2126845"/>
              <a:ext cx="4161600" cy="342576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7693" y="2110285"/>
                <a:ext cx="4183920" cy="34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5" name="Ink 64"/>
              <p14:cNvContentPartPr/>
              <p14:nvPr/>
            </p14:nvContentPartPr>
            <p14:xfrm>
              <a:off x="2521533" y="4010005"/>
              <a:ext cx="238680" cy="83052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8573" y="4004605"/>
                <a:ext cx="271080" cy="8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0" name="Ink 69"/>
              <p14:cNvContentPartPr/>
              <p14:nvPr/>
            </p14:nvContentPartPr>
            <p14:xfrm>
              <a:off x="3376893" y="3966805"/>
              <a:ext cx="295920" cy="1560600"/>
            </p14:xfrm>
          </p:contentPart>
        </mc:Choice>
        <mc:Fallback xmlns="">
          <p:pic>
            <p:nvPicPr>
              <p:cNvPr id="70" name="Ink 6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64293" y="3953485"/>
                <a:ext cx="320760" cy="158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1" name="Ink 150"/>
              <p14:cNvContentPartPr/>
              <p14:nvPr/>
            </p14:nvContentPartPr>
            <p14:xfrm>
              <a:off x="1697133" y="2226205"/>
              <a:ext cx="4099320" cy="3506400"/>
            </p14:xfrm>
          </p:contentPart>
        </mc:Choice>
        <mc:Fallback xmlns="">
          <p:pic>
            <p:nvPicPr>
              <p:cNvPr id="151" name="Ink 15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90653" y="2211085"/>
                <a:ext cx="4124880" cy="353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4" name="Ink 153"/>
              <p14:cNvContentPartPr/>
              <p14:nvPr/>
            </p14:nvContentPartPr>
            <p14:xfrm>
              <a:off x="7596453" y="2246725"/>
              <a:ext cx="366480" cy="3269160"/>
            </p14:xfrm>
          </p:contentPart>
        </mc:Choice>
        <mc:Fallback xmlns="">
          <p:pic>
            <p:nvPicPr>
              <p:cNvPr id="154" name="Ink 153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84573" y="2234845"/>
                <a:ext cx="397800" cy="32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6" name="Ink 155"/>
              <p14:cNvContentPartPr/>
              <p14:nvPr/>
            </p14:nvContentPartPr>
            <p14:xfrm>
              <a:off x="8665653" y="2175085"/>
              <a:ext cx="226800" cy="3316680"/>
            </p14:xfrm>
          </p:contentPart>
        </mc:Choice>
        <mc:Fallback xmlns="">
          <p:pic>
            <p:nvPicPr>
              <p:cNvPr id="156" name="Ink 155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50173" y="2162845"/>
                <a:ext cx="262440" cy="334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9" name="Ink 168"/>
              <p14:cNvContentPartPr/>
              <p14:nvPr/>
            </p14:nvContentPartPr>
            <p14:xfrm>
              <a:off x="6770253" y="2897605"/>
              <a:ext cx="4214880" cy="142560"/>
            </p14:xfrm>
          </p:contentPart>
        </mc:Choice>
        <mc:Fallback xmlns="">
          <p:pic>
            <p:nvPicPr>
              <p:cNvPr id="169" name="Ink 168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61253" y="2879965"/>
                <a:ext cx="42426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8" name="Ink 237"/>
              <p14:cNvContentPartPr/>
              <p14:nvPr/>
            </p14:nvContentPartPr>
            <p14:xfrm>
              <a:off x="10567173" y="2305765"/>
              <a:ext cx="383760" cy="2989800"/>
            </p14:xfrm>
          </p:contentPart>
        </mc:Choice>
        <mc:Fallback xmlns="">
          <p:pic>
            <p:nvPicPr>
              <p:cNvPr id="238" name="Ink 237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50253" y="2291725"/>
                <a:ext cx="419400" cy="30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5" name="Ink 244"/>
              <p14:cNvContentPartPr/>
              <p14:nvPr/>
            </p14:nvContentPartPr>
            <p14:xfrm>
              <a:off x="7018293" y="4179925"/>
              <a:ext cx="3971160" cy="136440"/>
            </p14:xfrm>
          </p:contentPart>
        </mc:Choice>
        <mc:Fallback xmlns="">
          <p:pic>
            <p:nvPicPr>
              <p:cNvPr id="245" name="Ink 244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009653" y="4161565"/>
                <a:ext cx="40003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68" name="Ink 267"/>
              <p14:cNvContentPartPr/>
              <p14:nvPr/>
            </p14:nvContentPartPr>
            <p14:xfrm>
              <a:off x="7873293" y="4278565"/>
              <a:ext cx="844560" cy="1343880"/>
            </p14:xfrm>
          </p:contentPart>
        </mc:Choice>
        <mc:Fallback xmlns="">
          <p:pic>
            <p:nvPicPr>
              <p:cNvPr id="268" name="Ink 267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859973" y="4265605"/>
                <a:ext cx="874800" cy="13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84" name="Ink 283"/>
              <p14:cNvContentPartPr/>
              <p14:nvPr/>
            </p14:nvContentPartPr>
            <p14:xfrm>
              <a:off x="10833213" y="5222845"/>
              <a:ext cx="46440" cy="72720"/>
            </p14:xfrm>
          </p:contentPart>
        </mc:Choice>
        <mc:Fallback xmlns="">
          <p:pic>
            <p:nvPicPr>
              <p:cNvPr id="284" name="Ink 283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822413" y="5203045"/>
                <a:ext cx="77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89" name="Ink 288"/>
              <p14:cNvContentPartPr/>
              <p14:nvPr/>
            </p14:nvContentPartPr>
            <p14:xfrm>
              <a:off x="7044213" y="957565"/>
              <a:ext cx="3523320" cy="1200960"/>
            </p14:xfrm>
          </p:contentPart>
        </mc:Choice>
        <mc:Fallback xmlns="">
          <p:pic>
            <p:nvPicPr>
              <p:cNvPr id="289" name="Ink 288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033053" y="939925"/>
                <a:ext cx="3551400" cy="12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2" name="Ink 301"/>
              <p14:cNvContentPartPr/>
              <p14:nvPr/>
            </p14:nvContentPartPr>
            <p14:xfrm>
              <a:off x="1663293" y="443845"/>
              <a:ext cx="8923680" cy="3367800"/>
            </p14:xfrm>
          </p:contentPart>
        </mc:Choice>
        <mc:Fallback xmlns="">
          <p:pic>
            <p:nvPicPr>
              <p:cNvPr id="302" name="Ink 301"/>
              <p:cNvPicPr/>
              <p:nvPr/>
            </p:nvPicPr>
            <p:blipFill>
              <a:blip/>
              <a:stretch>
                <a:fillRect/>
              </a:stretch>
            </p:blipFill>
            <p:spPr>
              <a:xfrm>
                <a:off x="1658253" y="425845"/>
                <a:ext cx="8946720" cy="339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7" name="Ink 336"/>
              <p14:cNvContentPartPr/>
              <p14:nvPr/>
            </p14:nvContentPartPr>
            <p14:xfrm>
              <a:off x="5427453" y="4828645"/>
              <a:ext cx="363600" cy="541440"/>
            </p14:xfrm>
          </p:contentPart>
        </mc:Choice>
        <mc:Fallback xmlns="">
          <p:pic>
            <p:nvPicPr>
              <p:cNvPr id="337" name="Ink 336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17013" y="4814245"/>
                <a:ext cx="39276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5" name="Ink 424"/>
              <p14:cNvContentPartPr/>
              <p14:nvPr/>
            </p14:nvContentPartPr>
            <p14:xfrm>
              <a:off x="2412813" y="2987245"/>
              <a:ext cx="973800" cy="846720"/>
            </p14:xfrm>
          </p:contentPart>
        </mc:Choice>
        <mc:Fallback xmlns="">
          <p:pic>
            <p:nvPicPr>
              <p:cNvPr id="425" name="Ink 424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05973" y="2972845"/>
                <a:ext cx="996480" cy="87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5" name="Ink 434"/>
              <p14:cNvContentPartPr/>
              <p14:nvPr/>
            </p14:nvContentPartPr>
            <p14:xfrm>
              <a:off x="7059333" y="3205765"/>
              <a:ext cx="628920" cy="727200"/>
            </p14:xfrm>
          </p:contentPart>
        </mc:Choice>
        <mc:Fallback xmlns="">
          <p:pic>
            <p:nvPicPr>
              <p:cNvPr id="435" name="Ink 434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42773" y="3191725"/>
                <a:ext cx="662760" cy="75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38" name="Ink 437"/>
              <p14:cNvContentPartPr/>
              <p14:nvPr/>
            </p14:nvContentPartPr>
            <p14:xfrm>
              <a:off x="4665693" y="4054285"/>
              <a:ext cx="3837600" cy="1058760"/>
            </p14:xfrm>
          </p:contentPart>
        </mc:Choice>
        <mc:Fallback xmlns="">
          <p:pic>
            <p:nvPicPr>
              <p:cNvPr id="438" name="Ink 437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57413" y="4034845"/>
                <a:ext cx="3859920" cy="10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41" name="Ink 440"/>
              <p14:cNvContentPartPr/>
              <p14:nvPr/>
            </p14:nvContentPartPr>
            <p14:xfrm>
              <a:off x="5257893" y="4662685"/>
              <a:ext cx="2057040" cy="170640"/>
            </p14:xfrm>
          </p:contentPart>
        </mc:Choice>
        <mc:Fallback xmlns="">
          <p:pic>
            <p:nvPicPr>
              <p:cNvPr id="441" name="Ink 440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48173" y="4643965"/>
                <a:ext cx="20854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45" name="Ink 444"/>
              <p14:cNvContentPartPr/>
              <p14:nvPr/>
            </p14:nvContentPartPr>
            <p14:xfrm>
              <a:off x="7923333" y="3103525"/>
              <a:ext cx="2950200" cy="1733400"/>
            </p14:xfrm>
          </p:contentPart>
        </mc:Choice>
        <mc:Fallback xmlns="">
          <p:pic>
            <p:nvPicPr>
              <p:cNvPr id="445" name="Ink 444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07493" y="3089125"/>
                <a:ext cx="2985840" cy="17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48" name="Ink 447"/>
              <p14:cNvContentPartPr/>
              <p14:nvPr/>
            </p14:nvContentPartPr>
            <p14:xfrm>
              <a:off x="7213773" y="3509965"/>
              <a:ext cx="1229400" cy="1246680"/>
            </p14:xfrm>
          </p:contentPart>
        </mc:Choice>
        <mc:Fallback xmlns="">
          <p:pic>
            <p:nvPicPr>
              <p:cNvPr id="448" name="Ink 447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09093" y="3490885"/>
                <a:ext cx="1251720" cy="12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53" name="Ink 452"/>
              <p14:cNvContentPartPr/>
              <p14:nvPr/>
            </p14:nvContentPartPr>
            <p14:xfrm>
              <a:off x="1662573" y="3990205"/>
              <a:ext cx="4086360" cy="131040"/>
            </p14:xfrm>
          </p:contentPart>
        </mc:Choice>
        <mc:Fallback xmlns="">
          <p:pic>
            <p:nvPicPr>
              <p:cNvPr id="453" name="Ink 452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51413" y="3971485"/>
                <a:ext cx="41162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6" name="Ink 455"/>
              <p14:cNvContentPartPr/>
              <p14:nvPr/>
            </p14:nvContentPartPr>
            <p14:xfrm>
              <a:off x="8803173" y="2384245"/>
              <a:ext cx="1968840" cy="266760"/>
            </p14:xfrm>
          </p:contentPart>
        </mc:Choice>
        <mc:Fallback xmlns="">
          <p:pic>
            <p:nvPicPr>
              <p:cNvPr id="456" name="Ink 455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86973" y="2366245"/>
                <a:ext cx="200340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57" name="Ink 456"/>
              <p14:cNvContentPartPr/>
              <p14:nvPr/>
            </p14:nvContentPartPr>
            <p14:xfrm>
              <a:off x="6694293" y="2373085"/>
              <a:ext cx="1888560" cy="532440"/>
            </p14:xfrm>
          </p:contentPart>
        </mc:Choice>
        <mc:Fallback xmlns="">
          <p:pic>
            <p:nvPicPr>
              <p:cNvPr id="457" name="Ink 456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676293" y="2354725"/>
                <a:ext cx="192132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58" name="Ink 457"/>
              <p14:cNvContentPartPr/>
              <p14:nvPr/>
            </p14:nvContentPartPr>
            <p14:xfrm>
              <a:off x="1813053" y="4944205"/>
              <a:ext cx="112680" cy="539640"/>
            </p14:xfrm>
          </p:contentPart>
        </mc:Choice>
        <mc:Fallback xmlns="">
          <p:pic>
            <p:nvPicPr>
              <p:cNvPr id="458" name="Ink 457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96853" y="4931605"/>
                <a:ext cx="14652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59" name="Ink 458"/>
              <p14:cNvContentPartPr/>
              <p14:nvPr/>
            </p14:nvContentPartPr>
            <p14:xfrm>
              <a:off x="2163693" y="3890845"/>
              <a:ext cx="7792920" cy="1934280"/>
            </p14:xfrm>
          </p:contentPart>
        </mc:Choice>
        <mc:Fallback xmlns="">
          <p:pic>
            <p:nvPicPr>
              <p:cNvPr id="459" name="Ink 458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44613" y="3872125"/>
                <a:ext cx="7830360" cy="19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61" name="Ink 460"/>
              <p14:cNvContentPartPr/>
              <p14:nvPr/>
            </p14:nvContentPartPr>
            <p14:xfrm>
              <a:off x="2693613" y="3859525"/>
              <a:ext cx="457200" cy="1077120"/>
            </p14:xfrm>
          </p:contentPart>
        </mc:Choice>
        <mc:Fallback xmlns="">
          <p:pic>
            <p:nvPicPr>
              <p:cNvPr id="461" name="Ink 460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79573" y="3842245"/>
                <a:ext cx="486000" cy="11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63" name="Ink 462"/>
              <p14:cNvContentPartPr/>
              <p14:nvPr/>
            </p14:nvContentPartPr>
            <p14:xfrm>
              <a:off x="2837253" y="4749085"/>
              <a:ext cx="467640" cy="643320"/>
            </p14:xfrm>
          </p:contentPart>
        </mc:Choice>
        <mc:Fallback xmlns="">
          <p:pic>
            <p:nvPicPr>
              <p:cNvPr id="463" name="Ink 462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26093" y="4736125"/>
                <a:ext cx="48996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66" name="Ink 465"/>
              <p14:cNvContentPartPr/>
              <p14:nvPr/>
            </p14:nvContentPartPr>
            <p14:xfrm>
              <a:off x="1481493" y="3298285"/>
              <a:ext cx="9237600" cy="2925720"/>
            </p14:xfrm>
          </p:contentPart>
        </mc:Choice>
        <mc:Fallback xmlns="">
          <p:pic>
            <p:nvPicPr>
              <p:cNvPr id="466" name="Ink 465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62773" y="3279565"/>
                <a:ext cx="9273240" cy="29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69" name="Ink 468"/>
              <p14:cNvContentPartPr/>
              <p14:nvPr/>
            </p14:nvContentPartPr>
            <p14:xfrm>
              <a:off x="2486253" y="3777805"/>
              <a:ext cx="965160" cy="300600"/>
            </p14:xfrm>
          </p:contentPart>
        </mc:Choice>
        <mc:Fallback xmlns="">
          <p:pic>
            <p:nvPicPr>
              <p:cNvPr id="469" name="Ink 468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72213" y="3763765"/>
                <a:ext cx="99504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70" name="Ink 469"/>
              <p14:cNvContentPartPr/>
              <p14:nvPr/>
            </p14:nvContentPartPr>
            <p14:xfrm>
              <a:off x="3392013" y="2456245"/>
              <a:ext cx="2201040" cy="2642400"/>
            </p14:xfrm>
          </p:contentPart>
        </mc:Choice>
        <mc:Fallback xmlns="">
          <p:pic>
            <p:nvPicPr>
              <p:cNvPr id="470" name="Ink 469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377253" y="2444725"/>
                <a:ext cx="2234160" cy="266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568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Big-M (Penalty)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, X</a:t>
            </a:r>
            <a:r>
              <a:rPr lang="en-US" baseline="-25000" dirty="0" smtClean="0"/>
              <a:t>2</a:t>
            </a:r>
            <a:r>
              <a:rPr lang="en-US" dirty="0" smtClean="0"/>
              <a:t>….., S</a:t>
            </a:r>
            <a:r>
              <a:rPr lang="en-US" baseline="-25000" dirty="0" smtClean="0"/>
              <a:t>1</a:t>
            </a:r>
            <a:r>
              <a:rPr lang="en-US" dirty="0" smtClean="0"/>
              <a:t>, S</a:t>
            </a:r>
            <a:r>
              <a:rPr lang="en-US" baseline="-25000" dirty="0" smtClean="0"/>
              <a:t>2</a:t>
            </a:r>
            <a:r>
              <a:rPr lang="en-US" dirty="0" smtClean="0"/>
              <a:t>, ….., 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.......</a:t>
            </a:r>
            <a:endParaRPr lang="en-US" baseline="-25000" dirty="0" smtClean="0"/>
          </a:p>
          <a:p>
            <a:r>
              <a:rPr lang="en-US" dirty="0" smtClean="0"/>
              <a:t>Assign –M (M is very large +</a:t>
            </a:r>
            <a:r>
              <a:rPr lang="en-US" dirty="0" err="1" smtClean="0"/>
              <a:t>ve</a:t>
            </a:r>
            <a:r>
              <a:rPr lang="en-US" dirty="0" smtClean="0"/>
              <a:t> integer) as cost associated with Artificial Variable</a:t>
            </a:r>
          </a:p>
          <a:p>
            <a:r>
              <a:rPr lang="en-US" dirty="0" smtClean="0"/>
              <a:t>In the </a:t>
            </a:r>
            <a:r>
              <a:rPr lang="en-US" dirty="0">
                <a:latin typeface="Matura MT Script Capitals" panose="03020802060602070202" pitchFamily="66" charset="0"/>
              </a:rPr>
              <a:t>∆</a:t>
            </a:r>
            <a:r>
              <a:rPr lang="en-US" baseline="-25000" dirty="0">
                <a:latin typeface="Matura MT Script Capitals" panose="03020802060602070202" pitchFamily="66" charset="0"/>
              </a:rPr>
              <a:t>j</a:t>
            </a:r>
            <a:r>
              <a:rPr lang="en-US" dirty="0" smtClean="0"/>
              <a:t> row, choose the minimum negative M value (ignore other constants) as outgoing row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Difficult for computation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07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between Two-phase and Big-M method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9745371"/>
              </p:ext>
            </p:extLst>
          </p:nvPr>
        </p:nvGraphicFramePr>
        <p:xfrm>
          <a:off x="838200" y="1825625"/>
          <a:ext cx="10515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684337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47366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Two-Phase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Big-M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279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Suitable for Computation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Suitable for Computation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60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 of Iteratio</a:t>
                      </a:r>
                      <a:r>
                        <a:rPr lang="en-US" baseline="0" dirty="0" smtClean="0"/>
                        <a:t>n is large if there are more Artificial Variables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No. of iterations do not depend on the number of artificial variable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459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Preferable if less number of artificial 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Preferable if less number of artificial variable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2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 choice of M is 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Choice</a:t>
                      </a:r>
                      <a:r>
                        <a:rPr lang="en-US" baseline="0" dirty="0" smtClean="0"/>
                        <a:t> of M is crucial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98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 is a two stage process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Single stage process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26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79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Few more 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need to find a basic matrix in the initial simplex table (using slack/ surplus/ artificial variable</a:t>
            </a:r>
          </a:p>
          <a:p>
            <a:r>
              <a:rPr lang="en-US" dirty="0" smtClean="0"/>
              <a:t>It has to be a maximization. If it is minimization, then multiply by -1 and convert it to a maximization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4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Revised Simplex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objective function is also considered as a constraint</a:t>
            </a:r>
          </a:p>
          <a:p>
            <a:pPr marL="0" indent="0">
              <a:buNone/>
            </a:pPr>
            <a:r>
              <a:rPr lang="en-US" dirty="0" smtClean="0"/>
              <a:t>Z-c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-c</a:t>
            </a:r>
            <a:r>
              <a:rPr lang="en-US" baseline="-25000" dirty="0" smtClean="0"/>
              <a:t>2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- …. –</a:t>
            </a:r>
            <a:r>
              <a:rPr lang="en-US" dirty="0" err="1" smtClean="0"/>
              <a:t>c</a:t>
            </a:r>
            <a:r>
              <a:rPr lang="en-US" baseline="-25000" dirty="0" err="1" smtClean="0"/>
              <a:t>n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 – 0.x</a:t>
            </a:r>
            <a:r>
              <a:rPr lang="en-US" baseline="-25000" dirty="0" smtClean="0"/>
              <a:t>n+1</a:t>
            </a:r>
            <a:r>
              <a:rPr lang="en-US" dirty="0" smtClean="0"/>
              <a:t>-…..-0x</a:t>
            </a:r>
            <a:r>
              <a:rPr lang="en-US" baseline="-25000" dirty="0" smtClean="0"/>
              <a:t>n+m	</a:t>
            </a:r>
            <a:r>
              <a:rPr lang="en-US" dirty="0" smtClean="0"/>
              <a:t>=	0</a:t>
            </a:r>
          </a:p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 smtClean="0"/>
              <a:t>11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+a</a:t>
            </a:r>
            <a:r>
              <a:rPr lang="en-US" baseline="-25000" dirty="0" smtClean="0"/>
              <a:t>12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+….a</a:t>
            </a:r>
            <a:r>
              <a:rPr lang="en-US" baseline="-25000" dirty="0" smtClean="0"/>
              <a:t>1n</a:t>
            </a:r>
            <a:r>
              <a:rPr lang="en-US" dirty="0" smtClean="0"/>
              <a:t>x</a:t>
            </a:r>
            <a:r>
              <a:rPr lang="en-US" baseline="-25000" dirty="0" smtClean="0"/>
              <a:t>n</a:t>
            </a:r>
            <a:r>
              <a:rPr lang="en-US" dirty="0" smtClean="0"/>
              <a:t>+x</a:t>
            </a:r>
            <a:r>
              <a:rPr lang="en-US" baseline="-25000" dirty="0" smtClean="0"/>
              <a:t>n+1</a:t>
            </a:r>
            <a:r>
              <a:rPr lang="en-US" dirty="0" smtClean="0"/>
              <a:t>                         =	b</a:t>
            </a:r>
            <a:r>
              <a:rPr lang="en-US" baseline="-25000" dirty="0" smtClean="0"/>
              <a:t>1</a:t>
            </a:r>
          </a:p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 smtClean="0"/>
              <a:t>21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+----------------------------+x</a:t>
            </a:r>
            <a:r>
              <a:rPr lang="en-US" baseline="-25000" dirty="0" smtClean="0"/>
              <a:t>n+2</a:t>
            </a:r>
            <a:r>
              <a:rPr lang="en-US" dirty="0" smtClean="0"/>
              <a:t>           =	b</a:t>
            </a:r>
            <a:r>
              <a:rPr lang="en-US" baseline="-25000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….</a:t>
            </a:r>
          </a:p>
          <a:p>
            <a:pPr marL="0" indent="0">
              <a:buNone/>
            </a:pPr>
            <a:r>
              <a:rPr lang="en-US" dirty="0" smtClean="0"/>
              <a:t>…</a:t>
            </a:r>
          </a:p>
          <a:p>
            <a:pPr marL="0" indent="0">
              <a:buNone/>
            </a:pPr>
            <a:r>
              <a:rPr lang="en-US" dirty="0"/>
              <a:t>a</a:t>
            </a:r>
            <a:r>
              <a:rPr lang="en-US" baseline="-25000" dirty="0" smtClean="0"/>
              <a:t>n1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+a</a:t>
            </a:r>
            <a:r>
              <a:rPr lang="en-US" baseline="-25000" dirty="0" smtClean="0"/>
              <a:t>n2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+…………………………………….+</a:t>
            </a:r>
            <a:r>
              <a:rPr lang="en-US" dirty="0" err="1" smtClean="0"/>
              <a:t>a</a:t>
            </a:r>
            <a:r>
              <a:rPr lang="en-US" baseline="-25000" dirty="0" err="1" smtClean="0"/>
              <a:t>n+m</a:t>
            </a:r>
            <a:r>
              <a:rPr lang="en-US" dirty="0" smtClean="0"/>
              <a:t>=	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endParaRPr lang="en-US" baseline="-250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24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can be rewritten as</a:t>
            </a:r>
          </a:p>
          <a:p>
            <a:pPr marL="0" indent="0">
              <a:buNone/>
            </a:pPr>
            <a:r>
              <a:rPr lang="en-US" dirty="0" smtClean="0"/>
              <a:t>1.x</a:t>
            </a:r>
            <a:r>
              <a:rPr lang="en-US" baseline="-25000" dirty="0" smtClean="0"/>
              <a:t>0</a:t>
            </a:r>
            <a:r>
              <a:rPr lang="en-US" dirty="0" smtClean="0"/>
              <a:t>-a</a:t>
            </a:r>
            <a:r>
              <a:rPr lang="en-US" baseline="-25000" dirty="0" smtClean="0"/>
              <a:t>01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-a</a:t>
            </a:r>
            <a:r>
              <a:rPr lang="en-US" baseline="-25000" dirty="0" smtClean="0"/>
              <a:t>02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- </a:t>
            </a:r>
            <a:r>
              <a:rPr lang="en-US" dirty="0"/>
              <a:t>…. </a:t>
            </a:r>
            <a:r>
              <a:rPr lang="en-US" dirty="0" smtClean="0"/>
              <a:t>–</a:t>
            </a:r>
            <a:r>
              <a:rPr lang="en-US" dirty="0" err="1" smtClean="0"/>
              <a:t>a</a:t>
            </a:r>
            <a:r>
              <a:rPr lang="en-US" baseline="-25000" dirty="0" err="1" smtClean="0"/>
              <a:t>on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a</a:t>
            </a:r>
            <a:r>
              <a:rPr lang="en-US" baseline="-25000" dirty="0" smtClean="0"/>
              <a:t>0,n+1</a:t>
            </a:r>
            <a:r>
              <a:rPr lang="en-US" dirty="0" smtClean="0"/>
              <a:t>.x</a:t>
            </a:r>
            <a:r>
              <a:rPr lang="en-US" baseline="-25000" dirty="0" smtClean="0"/>
              <a:t>n+1</a:t>
            </a:r>
            <a:r>
              <a:rPr lang="en-US" dirty="0" smtClean="0"/>
              <a:t>+…..+a</a:t>
            </a:r>
            <a:r>
              <a:rPr lang="en-US" baseline="-25000" dirty="0" smtClean="0"/>
              <a:t>0,n+m</a:t>
            </a:r>
            <a:r>
              <a:rPr lang="en-US" dirty="0" smtClean="0"/>
              <a:t>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n+m</a:t>
            </a:r>
            <a:r>
              <a:rPr lang="en-US" baseline="-25000" dirty="0"/>
              <a:t>	</a:t>
            </a:r>
            <a:r>
              <a:rPr lang="en-US" dirty="0"/>
              <a:t>=	0</a:t>
            </a:r>
          </a:p>
          <a:p>
            <a:pPr marL="0" indent="0">
              <a:buNone/>
            </a:pPr>
            <a:r>
              <a:rPr lang="en-US" dirty="0" smtClean="0"/>
              <a:t>0.x0+a</a:t>
            </a:r>
            <a:r>
              <a:rPr lang="en-US" baseline="-25000" dirty="0" smtClean="0"/>
              <a:t>11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+a</a:t>
            </a:r>
            <a:r>
              <a:rPr lang="en-US" baseline="-25000" dirty="0" smtClean="0"/>
              <a:t>12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/>
              <a:t>+….</a:t>
            </a:r>
            <a:r>
              <a:rPr lang="en-US" dirty="0" smtClean="0"/>
              <a:t>a</a:t>
            </a:r>
            <a:r>
              <a:rPr lang="en-US" baseline="-25000" dirty="0" smtClean="0"/>
              <a:t>1n</a:t>
            </a:r>
            <a:r>
              <a:rPr lang="en-US" dirty="0" smtClean="0"/>
              <a:t>x</a:t>
            </a:r>
            <a:r>
              <a:rPr lang="en-US" baseline="-25000" dirty="0" smtClean="0"/>
              <a:t>n</a:t>
            </a:r>
            <a:r>
              <a:rPr lang="en-US" dirty="0" smtClean="0"/>
              <a:t>+1.x</a:t>
            </a:r>
            <a:r>
              <a:rPr lang="en-US" baseline="-25000" dirty="0" smtClean="0"/>
              <a:t>n+1</a:t>
            </a:r>
            <a:r>
              <a:rPr lang="en-US" dirty="0" smtClean="0"/>
              <a:t> + ….   			            </a:t>
            </a:r>
            <a:r>
              <a:rPr lang="en-US" dirty="0"/>
              <a:t>=	b</a:t>
            </a:r>
            <a:r>
              <a:rPr lang="en-US" baseline="-25000" dirty="0"/>
              <a:t>1</a:t>
            </a:r>
          </a:p>
          <a:p>
            <a:pPr marL="0" indent="0">
              <a:buNone/>
            </a:pPr>
            <a:r>
              <a:rPr lang="en-US" dirty="0" smtClean="0"/>
              <a:t>0.x0+a</a:t>
            </a:r>
            <a:r>
              <a:rPr lang="en-US" baseline="-25000" dirty="0" smtClean="0"/>
              <a:t>21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+----------------------------+1.x</a:t>
            </a:r>
            <a:r>
              <a:rPr lang="en-US" baseline="-25000" dirty="0" smtClean="0"/>
              <a:t>n+2</a:t>
            </a:r>
            <a:r>
              <a:rPr lang="en-US" dirty="0" smtClean="0"/>
              <a:t>           		=</a:t>
            </a:r>
            <a:r>
              <a:rPr lang="en-US" dirty="0"/>
              <a:t>	b</a:t>
            </a:r>
            <a:r>
              <a:rPr lang="en-US" baseline="-25000" dirty="0"/>
              <a:t>2</a:t>
            </a:r>
          </a:p>
          <a:p>
            <a:pPr marL="0" indent="0">
              <a:buNone/>
            </a:pPr>
            <a:r>
              <a:rPr lang="en-US" dirty="0"/>
              <a:t>….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 smtClean="0"/>
              <a:t>0.x0+a</a:t>
            </a:r>
            <a:r>
              <a:rPr lang="en-US" baseline="-25000" dirty="0" smtClean="0"/>
              <a:t>n1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+a</a:t>
            </a:r>
            <a:r>
              <a:rPr lang="en-US" baseline="-25000" dirty="0" smtClean="0"/>
              <a:t>n2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+…………………………………….+1.x</a:t>
            </a:r>
            <a:r>
              <a:rPr lang="en-US" baseline="-25000" dirty="0" smtClean="0"/>
              <a:t>n+m		</a:t>
            </a:r>
            <a:r>
              <a:rPr lang="en-US" dirty="0" smtClean="0"/>
              <a:t>=</a:t>
            </a:r>
            <a:r>
              <a:rPr lang="en-US" dirty="0"/>
              <a:t>	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endParaRPr lang="en-US" baseline="-25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64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142" y="115019"/>
            <a:ext cx="10432567" cy="611370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1    a</a:t>
            </a:r>
            <a:r>
              <a:rPr lang="en-US" baseline="-25000" dirty="0" smtClean="0"/>
              <a:t>01</a:t>
            </a:r>
            <a:r>
              <a:rPr lang="en-US" dirty="0" smtClean="0"/>
              <a:t>    a</a:t>
            </a:r>
            <a:r>
              <a:rPr lang="en-US" baseline="-25000" dirty="0" smtClean="0"/>
              <a:t>02</a:t>
            </a:r>
            <a:r>
              <a:rPr lang="en-US" dirty="0" smtClean="0"/>
              <a:t>    …   a</a:t>
            </a:r>
            <a:r>
              <a:rPr lang="en-US" baseline="-25000" dirty="0" smtClean="0"/>
              <a:t>0n</a:t>
            </a:r>
            <a:r>
              <a:rPr lang="en-US" dirty="0" smtClean="0"/>
              <a:t>   a</a:t>
            </a:r>
            <a:r>
              <a:rPr lang="en-US" baseline="-25000" dirty="0" smtClean="0"/>
              <a:t>0,n+1</a:t>
            </a:r>
            <a:r>
              <a:rPr lang="en-US" dirty="0" smtClean="0"/>
              <a:t>…  	   a</a:t>
            </a:r>
            <a:r>
              <a:rPr lang="en-US" baseline="-25000" dirty="0" smtClean="0"/>
              <a:t>0n+m</a:t>
            </a:r>
            <a:r>
              <a:rPr lang="en-US" dirty="0" smtClean="0"/>
              <a:t>	x</a:t>
            </a:r>
            <a:r>
              <a:rPr lang="en-US" baseline="-25000" dirty="0" smtClean="0"/>
              <a:t>0</a:t>
            </a:r>
          </a:p>
          <a:p>
            <a:pPr marL="0" indent="0">
              <a:buNone/>
            </a:pPr>
            <a:r>
              <a:rPr lang="en-US" dirty="0" smtClean="0"/>
              <a:t>	0						0	x1</a:t>
            </a:r>
          </a:p>
          <a:p>
            <a:pPr marL="0" indent="0">
              <a:buNone/>
            </a:pPr>
            <a:r>
              <a:rPr lang="en-US" dirty="0" smtClean="0"/>
              <a:t>	0						0</a:t>
            </a:r>
          </a:p>
          <a:p>
            <a:pPr marL="0" indent="0">
              <a:buNone/>
            </a:pPr>
            <a:r>
              <a:rPr lang="en-US" dirty="0" smtClean="0"/>
              <a:t>	..						--</a:t>
            </a:r>
          </a:p>
          <a:p>
            <a:pPr marL="0" indent="0">
              <a:buNone/>
            </a:pPr>
            <a:r>
              <a:rPr lang="en-US" dirty="0" smtClean="0"/>
              <a:t>	0						1	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n+m</a:t>
            </a:r>
            <a:endParaRPr lang="en-US" baseline="-25000" dirty="0"/>
          </a:p>
        </p:txBody>
      </p:sp>
      <p:sp>
        <p:nvSpPr>
          <p:cNvPr id="4" name="Left Bracket 3"/>
          <p:cNvSpPr/>
          <p:nvPr/>
        </p:nvSpPr>
        <p:spPr>
          <a:xfrm>
            <a:off x="1796637" y="115019"/>
            <a:ext cx="213073" cy="259685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ket 4"/>
          <p:cNvSpPr/>
          <p:nvPr/>
        </p:nvSpPr>
        <p:spPr>
          <a:xfrm>
            <a:off x="7517225" y="62085"/>
            <a:ext cx="230038" cy="2596850"/>
          </a:xfrm>
          <a:prstGeom prst="rightBracket">
            <a:avLst>
              <a:gd name="adj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/>
              <p14:cNvContentPartPr/>
              <p14:nvPr/>
            </p14:nvContentPartPr>
            <p14:xfrm>
              <a:off x="7848486" y="62085"/>
              <a:ext cx="414000" cy="28436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827606" y="45165"/>
                <a:ext cx="459000" cy="28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2" name="Ink 41"/>
              <p14:cNvContentPartPr/>
              <p14:nvPr/>
            </p14:nvContentPartPr>
            <p14:xfrm>
              <a:off x="9236676" y="1321794"/>
              <a:ext cx="1681200" cy="129636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215076" y="1303434"/>
                <a:ext cx="1727640" cy="13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2" name="Ink 61"/>
              <p14:cNvContentPartPr/>
              <p14:nvPr/>
            </p14:nvContentPartPr>
            <p14:xfrm>
              <a:off x="4466861" y="3508961"/>
              <a:ext cx="541800" cy="160092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46701" y="3488801"/>
                <a:ext cx="573120" cy="16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5" name="Ink 64"/>
              <p14:cNvContentPartPr/>
              <p14:nvPr/>
            </p14:nvContentPartPr>
            <p14:xfrm>
              <a:off x="1755240" y="4404270"/>
              <a:ext cx="212760" cy="29016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35440" y="4397070"/>
                <a:ext cx="25128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8" name="Ink 67"/>
              <p14:cNvContentPartPr/>
              <p14:nvPr/>
            </p14:nvContentPartPr>
            <p14:xfrm>
              <a:off x="2329260" y="3425609"/>
              <a:ext cx="793800" cy="1899360"/>
            </p14:xfrm>
          </p:contentPart>
        </mc:Choice>
        <mc:Fallback xmlns="">
          <p:pic>
            <p:nvPicPr>
              <p:cNvPr id="68" name="Ink 6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07660" y="3405449"/>
                <a:ext cx="827640" cy="19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9" name="Ink 68"/>
              <p14:cNvContentPartPr/>
              <p14:nvPr/>
            </p14:nvContentPartPr>
            <p14:xfrm>
              <a:off x="3582888" y="3595559"/>
              <a:ext cx="69459" cy="280414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565613" y="3574681"/>
                <a:ext cx="107248" cy="324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0" name="Ink 69"/>
              <p14:cNvContentPartPr/>
              <p14:nvPr/>
            </p14:nvContentPartPr>
            <p14:xfrm>
              <a:off x="3347470" y="4718474"/>
              <a:ext cx="609840" cy="382320"/>
            </p14:xfrm>
          </p:contentPart>
        </mc:Choice>
        <mc:Fallback xmlns="">
          <p:pic>
            <p:nvPicPr>
              <p:cNvPr id="70" name="Ink 6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29470" y="4707314"/>
                <a:ext cx="64944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1" name="Ink 70"/>
              <p14:cNvContentPartPr/>
              <p14:nvPr/>
            </p14:nvContentPartPr>
            <p14:xfrm>
              <a:off x="4716701" y="3329003"/>
              <a:ext cx="759600" cy="187884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97981" y="3305963"/>
                <a:ext cx="804240" cy="19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0" name="Ink 79"/>
              <p14:cNvContentPartPr/>
              <p14:nvPr/>
            </p14:nvContentPartPr>
            <p14:xfrm>
              <a:off x="6339070" y="5080379"/>
              <a:ext cx="38520" cy="42120"/>
            </p14:xfrm>
          </p:contentPart>
        </mc:Choice>
        <mc:Fallback xmlns="">
          <p:pic>
            <p:nvPicPr>
              <p:cNvPr id="80" name="Ink 79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33670" y="5072819"/>
                <a:ext cx="514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5" name="Ink 84"/>
              <p14:cNvContentPartPr/>
              <p14:nvPr/>
            </p14:nvContentPartPr>
            <p14:xfrm>
              <a:off x="6317722" y="4561169"/>
              <a:ext cx="569160" cy="282600"/>
            </p14:xfrm>
          </p:contentPart>
        </mc:Choice>
        <mc:Fallback xmlns="">
          <p:pic>
            <p:nvPicPr>
              <p:cNvPr id="85" name="Ink 8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97562" y="4536329"/>
                <a:ext cx="6130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8" name="Ink 87"/>
              <p14:cNvContentPartPr/>
              <p14:nvPr/>
            </p14:nvContentPartPr>
            <p14:xfrm>
              <a:off x="5550506" y="3347849"/>
              <a:ext cx="607680" cy="2054880"/>
            </p14:xfrm>
          </p:contentPart>
        </mc:Choice>
        <mc:Fallback xmlns="">
          <p:pic>
            <p:nvPicPr>
              <p:cNvPr id="88" name="Ink 8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28186" y="3325889"/>
                <a:ext cx="652680" cy="21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4" name="Ink 93"/>
              <p14:cNvContentPartPr/>
              <p14:nvPr/>
            </p14:nvContentPartPr>
            <p14:xfrm>
              <a:off x="7160066" y="3355881"/>
              <a:ext cx="808920" cy="170136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39186" y="3336081"/>
                <a:ext cx="853920" cy="174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2" name="Ink 101"/>
              <p14:cNvContentPartPr/>
              <p14:nvPr/>
            </p14:nvContentPartPr>
            <p14:xfrm>
              <a:off x="8459110" y="3370101"/>
              <a:ext cx="768960" cy="167292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35350" y="3359661"/>
                <a:ext cx="815040" cy="17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28" name="Ink 127"/>
              <p14:cNvContentPartPr/>
              <p14:nvPr/>
            </p14:nvContentPartPr>
            <p14:xfrm>
              <a:off x="9318860" y="3281694"/>
              <a:ext cx="1175040" cy="1704600"/>
            </p14:xfrm>
          </p:contentPart>
        </mc:Choice>
        <mc:Fallback xmlns="">
          <p:pic>
            <p:nvPicPr>
              <p:cNvPr id="128" name="Ink 127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299420" y="3260094"/>
                <a:ext cx="1220400" cy="175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1" name="Ink 130"/>
              <p14:cNvContentPartPr/>
              <p14:nvPr/>
            </p14:nvContentPartPr>
            <p14:xfrm>
              <a:off x="8944989" y="3570706"/>
              <a:ext cx="258840" cy="330120"/>
            </p14:xfrm>
          </p:contentPart>
        </mc:Choice>
        <mc:Fallback xmlns="">
          <p:pic>
            <p:nvPicPr>
              <p:cNvPr id="131" name="Ink 130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922309" y="3549106"/>
                <a:ext cx="30384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54" name="Ink 153"/>
              <p14:cNvContentPartPr/>
              <p14:nvPr/>
            </p14:nvContentPartPr>
            <p14:xfrm>
              <a:off x="10083366" y="171745"/>
              <a:ext cx="189791" cy="173880"/>
            </p14:xfrm>
          </p:contentPart>
        </mc:Choice>
        <mc:Fallback xmlns="">
          <p:pic>
            <p:nvPicPr>
              <p:cNvPr id="154" name="Ink 153"/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062158" y="151585"/>
                <a:ext cx="231847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62" name="Ink 161"/>
              <p14:cNvContentPartPr/>
              <p14:nvPr/>
            </p14:nvContentPartPr>
            <p14:xfrm>
              <a:off x="10258030" y="4925219"/>
              <a:ext cx="145080" cy="100080"/>
            </p14:xfrm>
          </p:contentPart>
        </mc:Choice>
        <mc:Fallback xmlns="">
          <p:pic>
            <p:nvPicPr>
              <p:cNvPr id="162" name="Ink 161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241470" y="4903259"/>
                <a:ext cx="18360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4" name="Ink 163"/>
              <p14:cNvContentPartPr/>
              <p14:nvPr/>
            </p14:nvContentPartPr>
            <p14:xfrm>
              <a:off x="8113526" y="4354049"/>
              <a:ext cx="218160" cy="21240"/>
            </p14:xfrm>
          </p:contentPart>
        </mc:Choice>
        <mc:Fallback xmlns="">
          <p:pic>
            <p:nvPicPr>
              <p:cNvPr id="164" name="Ink 163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90126" y="4333169"/>
                <a:ext cx="2624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65" name="Ink 164"/>
              <p14:cNvContentPartPr/>
              <p14:nvPr/>
            </p14:nvContentPartPr>
            <p14:xfrm>
              <a:off x="8125046" y="4547063"/>
              <a:ext cx="358920" cy="40320"/>
            </p14:xfrm>
          </p:contentPart>
        </mc:Choice>
        <mc:Fallback xmlns="">
          <p:pic>
            <p:nvPicPr>
              <p:cNvPr id="165" name="Ink 164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108486" y="4533743"/>
                <a:ext cx="3877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8" name="Ink 167"/>
              <p14:cNvContentPartPr/>
              <p14:nvPr/>
            </p14:nvContentPartPr>
            <p14:xfrm>
              <a:off x="8652793" y="20459"/>
              <a:ext cx="527040" cy="3030840"/>
            </p14:xfrm>
          </p:contentPart>
        </mc:Choice>
        <mc:Fallback xmlns="">
          <p:pic>
            <p:nvPicPr>
              <p:cNvPr id="168" name="Ink 167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635513" y="3179"/>
                <a:ext cx="566280" cy="30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69" name="Ink 168"/>
              <p14:cNvContentPartPr/>
              <p14:nvPr/>
            </p14:nvContentPartPr>
            <p14:xfrm>
              <a:off x="9023230" y="1799790"/>
              <a:ext cx="32831" cy="23040"/>
            </p14:xfrm>
          </p:contentPart>
        </mc:Choice>
        <mc:Fallback xmlns="">
          <p:pic>
            <p:nvPicPr>
              <p:cNvPr id="169" name="Ink 168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007716" y="1786470"/>
                <a:ext cx="61693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0" name="Ink 169"/>
              <p14:cNvContentPartPr/>
              <p14:nvPr/>
            </p14:nvContentPartPr>
            <p14:xfrm>
              <a:off x="6104591" y="3553246"/>
              <a:ext cx="925920" cy="365040"/>
            </p14:xfrm>
          </p:contentPart>
        </mc:Choice>
        <mc:Fallback xmlns="">
          <p:pic>
            <p:nvPicPr>
              <p:cNvPr id="170" name="Ink 169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84431" y="3530926"/>
                <a:ext cx="96732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71" name="Ink 170"/>
              <p14:cNvContentPartPr/>
              <p14:nvPr/>
            </p14:nvContentPartPr>
            <p14:xfrm>
              <a:off x="9108370" y="4231623"/>
              <a:ext cx="634680" cy="480600"/>
            </p14:xfrm>
          </p:contentPart>
        </mc:Choice>
        <mc:Fallback xmlns="">
          <p:pic>
            <p:nvPicPr>
              <p:cNvPr id="171" name="Ink 170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088930" y="4225863"/>
                <a:ext cx="67788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3" name="Ink 172"/>
              <p14:cNvContentPartPr/>
              <p14:nvPr/>
            </p14:nvContentPartPr>
            <p14:xfrm>
              <a:off x="4244230" y="1431811"/>
              <a:ext cx="360" cy="360"/>
            </p14:xfrm>
          </p:contentPart>
        </mc:Choice>
        <mc:Fallback xmlns="">
          <p:pic>
            <p:nvPicPr>
              <p:cNvPr id="173" name="Ink 172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227310" y="1414891"/>
                <a:ext cx="34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77" name="Ink 176"/>
              <p14:cNvContentPartPr/>
              <p14:nvPr/>
            </p14:nvContentPartPr>
            <p14:xfrm>
              <a:off x="10102446" y="653785"/>
              <a:ext cx="281951" cy="262080"/>
            </p14:xfrm>
          </p:contentPart>
        </mc:Choice>
        <mc:Fallback xmlns="">
          <p:pic>
            <p:nvPicPr>
              <p:cNvPr id="177" name="Ink 176"/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095613" y="645865"/>
                <a:ext cx="308204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78" name="Ink 177"/>
              <p14:cNvContentPartPr/>
              <p14:nvPr/>
            </p14:nvContentPartPr>
            <p14:xfrm>
              <a:off x="10615086" y="847105"/>
              <a:ext cx="63431" cy="23760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591792" y="830905"/>
                <a:ext cx="107869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83" name="Ink 182"/>
              <p14:cNvContentPartPr/>
              <p14:nvPr/>
            </p14:nvContentPartPr>
            <p14:xfrm>
              <a:off x="3719520" y="4982983"/>
              <a:ext cx="360" cy="360"/>
            </p14:xfrm>
          </p:contentPart>
        </mc:Choice>
        <mc:Fallback xmlns="">
          <p:pic>
            <p:nvPicPr>
              <p:cNvPr id="183" name="Ink 182"/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702600" y="4966063"/>
                <a:ext cx="3420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60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95853" y="117325"/>
              <a:ext cx="10471680" cy="65451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333" y="103645"/>
                <a:ext cx="10493280" cy="65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9" name="Ink 148"/>
              <p14:cNvContentPartPr/>
              <p14:nvPr/>
            </p14:nvContentPartPr>
            <p14:xfrm>
              <a:off x="1108173" y="3051325"/>
              <a:ext cx="462960" cy="1459440"/>
            </p14:xfrm>
          </p:contentPart>
        </mc:Choice>
        <mc:Fallback xmlns="">
          <p:pic>
            <p:nvPicPr>
              <p:cNvPr id="149" name="Ink 14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1253" y="3036205"/>
                <a:ext cx="489960" cy="149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1" name="Ink 150"/>
              <p14:cNvContentPartPr/>
              <p14:nvPr/>
            </p14:nvContentPartPr>
            <p14:xfrm>
              <a:off x="1149573" y="3523645"/>
              <a:ext cx="5313960" cy="63720"/>
            </p14:xfrm>
          </p:contentPart>
        </mc:Choice>
        <mc:Fallback xmlns="">
          <p:pic>
            <p:nvPicPr>
              <p:cNvPr id="151" name="Ink 15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2733" y="3505285"/>
                <a:ext cx="53391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3" name="Ink 152"/>
              <p14:cNvContentPartPr/>
              <p14:nvPr/>
            </p14:nvContentPartPr>
            <p14:xfrm>
              <a:off x="1575093" y="3198925"/>
              <a:ext cx="249480" cy="1063440"/>
            </p14:xfrm>
          </p:contentPart>
        </mc:Choice>
        <mc:Fallback xmlns="">
          <p:pic>
            <p:nvPicPr>
              <p:cNvPr id="153" name="Ink 15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8533" y="3187765"/>
                <a:ext cx="283320" cy="10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4" name="Ink 153"/>
              <p14:cNvContentPartPr/>
              <p14:nvPr/>
            </p14:nvContentPartPr>
            <p14:xfrm>
              <a:off x="2023293" y="3108205"/>
              <a:ext cx="207720" cy="1353960"/>
            </p14:xfrm>
          </p:contentPart>
        </mc:Choice>
        <mc:Fallback xmlns="">
          <p:pic>
            <p:nvPicPr>
              <p:cNvPr id="154" name="Ink 15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09253" y="3096325"/>
                <a:ext cx="238680" cy="13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6" name="Ink 155"/>
              <p14:cNvContentPartPr/>
              <p14:nvPr/>
            </p14:nvContentPartPr>
            <p14:xfrm>
              <a:off x="6492333" y="3184525"/>
              <a:ext cx="405000" cy="1195200"/>
            </p14:xfrm>
          </p:contentPart>
        </mc:Choice>
        <mc:Fallback xmlns="">
          <p:pic>
            <p:nvPicPr>
              <p:cNvPr id="156" name="Ink 15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82613" y="3171565"/>
                <a:ext cx="433080" cy="12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8" name="Ink 177"/>
              <p14:cNvContentPartPr/>
              <p14:nvPr/>
            </p14:nvContentPartPr>
            <p14:xfrm>
              <a:off x="8746293" y="3193525"/>
              <a:ext cx="372240" cy="109944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29013" y="3182365"/>
                <a:ext cx="408960" cy="11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2" name="Ink 181"/>
              <p14:cNvContentPartPr/>
              <p14:nvPr/>
            </p14:nvContentPartPr>
            <p14:xfrm>
              <a:off x="8345973" y="3094885"/>
              <a:ext cx="559080" cy="1388160"/>
            </p14:xfrm>
          </p:contentPart>
        </mc:Choice>
        <mc:Fallback xmlns="">
          <p:pic>
            <p:nvPicPr>
              <p:cNvPr id="182" name="Ink 18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32293" y="3086245"/>
                <a:ext cx="589320" cy="14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3" name="Ink 182"/>
              <p14:cNvContentPartPr/>
              <p14:nvPr/>
            </p14:nvContentPartPr>
            <p14:xfrm>
              <a:off x="9242733" y="2980405"/>
              <a:ext cx="339840" cy="1398240"/>
            </p14:xfrm>
          </p:contentPart>
        </mc:Choice>
        <mc:Fallback xmlns="">
          <p:pic>
            <p:nvPicPr>
              <p:cNvPr id="183" name="Ink 18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31573" y="2963845"/>
                <a:ext cx="370080" cy="14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1" name="Ink 230"/>
              <p14:cNvContentPartPr/>
              <p14:nvPr/>
            </p14:nvContentPartPr>
            <p14:xfrm>
              <a:off x="6845493" y="2949805"/>
              <a:ext cx="682560" cy="153576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37573" y="2936485"/>
                <a:ext cx="703080" cy="15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3" name="Ink 242"/>
              <p14:cNvContentPartPr/>
              <p14:nvPr/>
            </p14:nvContentPartPr>
            <p14:xfrm>
              <a:off x="8009373" y="3780685"/>
              <a:ext cx="222120" cy="39240"/>
            </p14:xfrm>
          </p:contentPart>
        </mc:Choice>
        <mc:Fallback xmlns="">
          <p:pic>
            <p:nvPicPr>
              <p:cNvPr id="243" name="Ink 24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94973" y="3763405"/>
                <a:ext cx="252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8" name="Ink 257"/>
              <p14:cNvContentPartPr/>
              <p14:nvPr/>
            </p14:nvContentPartPr>
            <p14:xfrm>
              <a:off x="8079573" y="5228965"/>
              <a:ext cx="575640" cy="798480"/>
            </p14:xfrm>
          </p:contentPart>
        </mc:Choice>
        <mc:Fallback xmlns="">
          <p:pic>
            <p:nvPicPr>
              <p:cNvPr id="258" name="Ink 257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65533" y="5218165"/>
                <a:ext cx="606600" cy="82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5" name="Ink 264"/>
              <p14:cNvContentPartPr/>
              <p14:nvPr/>
            </p14:nvContentPartPr>
            <p14:xfrm>
              <a:off x="9237693" y="5104765"/>
              <a:ext cx="370080" cy="950040"/>
            </p14:xfrm>
          </p:contentPart>
        </mc:Choice>
        <mc:Fallback xmlns="">
          <p:pic>
            <p:nvPicPr>
              <p:cNvPr id="265" name="Ink 264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25453" y="5087485"/>
                <a:ext cx="401040" cy="9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67" name="Ink 266"/>
              <p14:cNvContentPartPr/>
              <p14:nvPr/>
            </p14:nvContentPartPr>
            <p14:xfrm>
              <a:off x="7748373" y="5239405"/>
              <a:ext cx="341280" cy="1089360"/>
            </p14:xfrm>
          </p:contentPart>
        </mc:Choice>
        <mc:Fallback xmlns="">
          <p:pic>
            <p:nvPicPr>
              <p:cNvPr id="267" name="Ink 266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3613" y="5226085"/>
                <a:ext cx="368640" cy="11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9" name="Ink 268"/>
              <p14:cNvContentPartPr/>
              <p14:nvPr/>
            </p14:nvContentPartPr>
            <p14:xfrm>
              <a:off x="9754653" y="5047885"/>
              <a:ext cx="278640" cy="1148400"/>
            </p14:xfrm>
          </p:contentPart>
        </mc:Choice>
        <mc:Fallback xmlns="">
          <p:pic>
            <p:nvPicPr>
              <p:cNvPr id="269" name="Ink 268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746733" y="5031685"/>
                <a:ext cx="303120" cy="118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277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476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Matura MT Script Capitals</vt:lpstr>
      <vt:lpstr>Office Theme</vt:lpstr>
      <vt:lpstr>Computer based Optimization Technique Lecture-IV</vt:lpstr>
      <vt:lpstr>Objective</vt:lpstr>
      <vt:lpstr>Duality in LPP</vt:lpstr>
      <vt:lpstr>An example</vt:lpstr>
      <vt:lpstr>PowerPoint Presentation</vt:lpstr>
      <vt:lpstr>PowerPoint Presentation</vt:lpstr>
      <vt:lpstr>PowerPoint Presentation</vt:lpstr>
      <vt:lpstr>PowerPoint Presentation</vt:lpstr>
      <vt:lpstr>Big-M (Penalty) method</vt:lpstr>
      <vt:lpstr>Comparison between Two-phase and Big-M method</vt:lpstr>
      <vt:lpstr>Few more tips</vt:lpstr>
      <vt:lpstr>Revised Simplex method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based Optimization Technique</dc:title>
  <dc:creator>S K Udgata</dc:creator>
  <cp:lastModifiedBy>S K Udgata</cp:lastModifiedBy>
  <cp:revision>80</cp:revision>
  <dcterms:created xsi:type="dcterms:W3CDTF">2021-01-28T04:22:43Z</dcterms:created>
  <dcterms:modified xsi:type="dcterms:W3CDTF">2022-02-17T03:28:51Z</dcterms:modified>
</cp:coreProperties>
</file>