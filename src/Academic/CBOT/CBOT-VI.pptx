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78" r:id="rId10"/>
    <p:sldId id="264" r:id="rId11"/>
    <p:sldId id="265" r:id="rId12"/>
    <p:sldId id="279" r:id="rId13"/>
    <p:sldId id="268" r:id="rId14"/>
    <p:sldId id="269" r:id="rId15"/>
    <p:sldId id="271" r:id="rId16"/>
    <p:sldId id="273" r:id="rId17"/>
    <p:sldId id="274" r:id="rId18"/>
    <p:sldId id="280" r:id="rId19"/>
    <p:sldId id="281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5:59.79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21 5 24879 0,'-12'-4'2208'0,"0"-1"-1760"15,1-2-448-15,11 7 0 0,0 0 3536 0,0 0 624 16,0 0 128-16,0 0 32 16,0 0-3168-16,0 0-624 0,0 0-128 0,0 0-16 15,0 0-1600-15,0 0-304 0,0 0-64 0,13 11-15376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6:08.34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0A5729F-092B-4112-81B2-AD1F3F53F9C0}" emma:medium="tactile" emma:mode="ink">
          <msink:context xmlns:msink="http://schemas.microsoft.com/ink/2010/main" type="writingRegion" rotatedBoundingBox="2958,9049 6611,8562 6746,9577 3093,10064"/>
        </emma:interpretation>
      </emma:emma>
    </inkml:annotationXML>
    <inkml:traceGroup>
      <inkml:annotationXML>
        <emma:emma xmlns:emma="http://www.w3.org/2003/04/emma" version="1.0">
          <emma:interpretation id="{80B01DB4-BEDC-4AC4-950E-4442EEC3ECD0}" emma:medium="tactile" emma:mode="ink">
            <msink:context xmlns:msink="http://schemas.microsoft.com/ink/2010/main" type="paragraph" rotatedBoundingBox="2958,9049 6611,8562 6746,9577 3093,100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B20AE72-FD63-4D98-BA65-A2B49BC1E662}" emma:medium="tactile" emma:mode="ink">
              <msink:context xmlns:msink="http://schemas.microsoft.com/ink/2010/main" type="line" rotatedBoundingBox="2958,9049 6611,8562 6746,9577 3093,10064"/>
            </emma:interpretation>
          </emma:emma>
        </inkml:annotationXML>
        <inkml:traceGroup>
          <inkml:annotationXML>
            <emma:emma xmlns:emma="http://www.w3.org/2003/04/emma" version="1.0">
              <emma:interpretation id="{BAC179B6-BE3D-4BC2-80D0-E929E121CF91}" emma:medium="tactile" emma:mode="ink">
                <msink:context xmlns:msink="http://schemas.microsoft.com/ink/2010/main" type="inkWord" rotatedBoundingBox="2958,9049 6611,8562 6746,9577 3093,1006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-4751 4654 13823 0,'-8'10'1216'0,"8"-10"-960"0,-7 14-256 0,3-3 0 0,4-11 5888 0,-1 14 1152 15,1-14 208-15,0 0 48 0,0 0-5456 0,0 0-1104 16,0 0-224-16,0 0-32 16,0 0-2016-16,0 0-384 0,0 0-96 0</inkml:trace>
          <inkml:trace contextRef="#ctx0" brushRef="#br0" timeOffset="330.2258">-4618 4210 35135 0,'-19'3'1552'0,"19"-3"320"0,0 0-1488 0,0 0-384 0,0 0 0 0,0 0 0 0,0 0 1280 0,0 0 176 16,0 0 32-16,0 0 16 0,14 4-800 0,1-3-144 0,0-2-48 0,2-3 0 15,3-2-512-15,4-1 0 0,3 0-192 0,1-1 48 32,4-2-304-32,2 0-64 0,-1-4-16 0,3 2 0 31,1 1-400-31,0-3-80 0,-2-1-16 0,0-2 0 15,1-3-2560-15,-1 0-528 0</inkml:trace>
          <inkml:trace contextRef="#ctx0" brushRef="#br0" timeOffset="1203.9483">-4516 4186 10127 0,'0'0'896'0,"0"0"-704"0,0 0-192 0,0 0 0 15,14 4 3136-15,-1-3 608 0,-13-1 112 0,17 2 32 0,0-2-1984 0,0 0-400 16,0 0-80-16,0-2-16 0,-2 1-624 0,1-1-128 16,3 0-16-16,1 1-16 0,4-1-352 0,1-1-64 0,2-2-16 0,1-2 0 15,3-3-192-15,2 0 176 16,3-2-176-16,1-2 160 0,1-1-160 0,3 0 0 16,1-2 0-16,-5 2-176 15,-3-2-208-15,-2 4-32 0,1 1-16 0,-3 2 0 16,-1 0-1680-16,-4 3-320 0</inkml:trace>
          <inkml:trace contextRef="#ctx0" brushRef="#br0" timeOffset="556.8859">-4056 4126 12895 0,'-22'30'576'0,"8"-11"112"0,3-3-560 0,-1 1-128 0,0 0 0 0,2 0 0 0,3 0 3808 0,1 0 736 16,-3-2 128-16,2 2 48 15,2-1-3088-15,2 3-608 16,0-1-128-16,1 4-32 0,0 0-448 0,2 2-96 0,2-1 0 0,0 4-16 16,1 0-128-16,0 2-32 15,1-1 0-15,1 4 0 0,0 2-144 0,0-2 192 16,-2-4-192-16,2-1 192 0,0-1-192 0,0-3 0 0,0-1-160 0,2-2 160 31,0 2-2400-31,0-5-384 0</inkml:trace>
          <inkml:trace contextRef="#ctx0" brushRef="#br0" timeOffset="1465.257">-3588 4582 15663 0,'0'0'1392'0,"0"0"-1120"0,0 0-272 0,0 0 0 16,0 0 4032-16,0 0 736 0,0 0 160 0,0 0 16 0,0 0-2880 0,0 0-576 15,0 0-112-15,-2-10-32 0,-2 0-880 0,4 10-176 16,-5-14-32-16,0 1-11776 0,5 13-2336 0</inkml:trace>
          <inkml:trace contextRef="#ctx0" brushRef="#br0" timeOffset="-485.369">-5313 3974 12895 0,'-12'5'1152'0,"-1"1"-928"0,-4-1-224 0,0 0 0 16,-3 0 3360-16,-4 1 624 0,-3 1 128 0,0 0 32 0,-3 1-2624 0,2 1-528 15,-1-1-96-15,-1 0-32 16,-2 1-608-16,0 1-112 0,0-2-16 0,3 4-128 15,1 2 0-15,1 1 0 0,0-3 0 0,2-1 0 0,-1-1 0 0,4 2 0 0,1 3 0 0,2-3 0 16,2 0 0-16,2 0 0 0,2-1-128 0,2 3 128 0,3-2-320 0,1-1 48 31,1 1 0-31,4 0 0 16,2 0-160-16,5 0-16 0,0-1-16 0,5 3 0 16,4-4 32-16,2 2 16 0,3-2 0 0,4 0 0 0,3 2 208 0,4-2 32 0,2-2 16 0,5 2 0 15,3-1 160-15,2 1 192 0,4-2-32 0,4 1-16 0,4-3-16 16,2 1 0-16,1 1 0 0,-3-1 0 0,-5-2 0 0,-2 0 0 31,-2 2 0-31,-3 1 0 0,-5 1-128 0,-3-1 0 16,-4 1 144-16,-3 1-144 0,-5-2 0 0,-5 4 128 0,-7 0-128 0,-3 0 0 15,-7-12 0-15,-2 18 0 0,-7 1 0 16,-4-1 0-16,-6-1 320 0,-6 1-16 0,-7-1 0 0,-3 0 0 16,-5-4 240-16,-8 1 48 0,-4-1 16 0,-5-1 0 15,-3-3 288-15,-1-3 48 0,-1-2 16 0,-2-1 0 16,-4-1-416-16,-2 3-80 0,-4 3-16 0,-7 1 0 0,-5-1-288 0,-1 0-160 15,-4-3 160-15,3 2-160 0,1 0 0 0,-1 6 0 0,-3 3 0 0,-1 0-160 32,-4 3-480-32,2 1-112 0,-2-3-16 0,8 1 0 15,8 3-1632-15,6 0-336 0,5 1-64 0,8 2-9296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5:58.64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E0348400-2385-4787-BE12-770C03F2F2FE}" emma:medium="tactile" emma:mode="ink">
          <msink:context xmlns:msink="http://schemas.microsoft.com/ink/2010/main" type="writingRegion" rotatedBoundingBox="9188,3873 20920,4306 20758,8702 9026,8269"/>
        </emma:interpretation>
      </emma:emma>
    </inkml:annotationXML>
    <inkml:traceGroup>
      <inkml:annotationXML>
        <emma:emma xmlns:emma="http://www.w3.org/2003/04/emma" version="1.0">
          <emma:interpretation id="{38AA0612-6766-4A2A-A8C9-575B504E2DFA}" emma:medium="tactile" emma:mode="ink">
            <msink:context xmlns:msink="http://schemas.microsoft.com/ink/2010/main" type="paragraph" rotatedBoundingBox="9800,3987 10709,3878 10817,4776 9907,48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02B8651-28A0-4E6D-BCF1-A02DCFBF8B95}" emma:medium="tactile" emma:mode="ink">
              <msink:context xmlns:msink="http://schemas.microsoft.com/ink/2010/main" type="line" rotatedBoundingBox="9800,3987 10709,3878 10817,4776 9907,4885"/>
            </emma:interpretation>
          </emma:emma>
        </inkml:annotationXML>
        <inkml:traceGroup>
          <inkml:annotationXML>
            <emma:emma xmlns:emma="http://www.w3.org/2003/04/emma" version="1.0">
              <emma:interpretation id="{445EB118-7770-4ED7-9018-69DF51FE6B24}" emma:medium="tactile" emma:mode="ink">
                <msink:context xmlns:msink="http://schemas.microsoft.com/ink/2010/main" type="inkWord" rotatedBoundingBox="9800,3987 10709,3878 10817,4776 9907,4885"/>
              </emma:interpretation>
            </emma:emma>
          </inkml:annotationXML>
          <inkml:trace contextRef="#ctx0" brushRef="#br0">-491-642 2751 0,'0'0'256'0,"0"0"-256"15,-2-10 0-15,2 10 0 0,0 0 4880 0,0 0 944 16,2-12 176-16,-2 12 32 0,0 0-3440 0,0 0-688 16,0 0-144-16,0 0-32 0,0 0-960 0,6 19-208 15,-1-1-48-15,2-1 0 0,0 0-512 0,-1 0 0 0,3 1 0 0,-1-1-144 16,1-2 144-16,-1-1 0 0,0 1 0 0,2 0 0 16,2 0 0-16,0-1 0 0,0-3 0 0,0 0 128 15,-2 2-128-15,1-1 0 0,-11-12 0 0,12 13 128 0,-12-13-128 0,14 12 0 16,-14-12 0-16,10 10 0 0,-10-10 0 0,0 0 144 0,0 0-144 0,0 0 0 15,0 0 144-15,0 0-144 0,0 0 0 0,0 0 144 32,0 0 16-32,0 0 0 0,-2-10 0 0,-3-2 0 0,-2 0-160 0,0 1 192 15,-1-3-192-15,1 2 192 16,1-1 48-16,1 0 16 0,0-1 0 0,1-1 0 16,1-4-64-16,-1 1 0 0,3-2 0 0,1 0 0 15,0 1-192-15,1 2 0 0,-1-1 0 0,2 4 0 0,-2 14 0 0,5-12 0 16,-1 2 0-16,-4 10 0 0,1-10-128 0,-1 10 128 15,0 0 0-15,0 0 0 16,0 0-128-16,0 0 128 0,0 0 0 0,0 0 0 0,0 0-176 16,14 7 176-16,-14-7-160 0,15 10 160 0,-2 2-128 0,-1-2 128 0,0-2 0 0,1 1-144 15,1-1 144-15,-1 2 0 0,1 0 0 0,-1 2 0 16,0 0 0-16,1 0 0 0,-2-2 0 0,1 2 0 0,-1-1 0 31,0-1 0-31,-12-10 0 0,11 12 0 0,-11-12 0 0,10 10 0 16,-10-10 0-16,0 0 0 0,0 0 0 0,0 0 0 15,0 0 0-15,0 0 128 0,0 0-128 0,0 0 0 0,0 0 128 0,0 0-128 16,0 0 128-16,0 0-128 16,0 0 128-16,0 0-128 0,-5-11 0 0,2-5 128 0,0 1-128 0,1 0 0 0,2 2 0 15,2-1 0-15,1-3 0 0,2-1 0 0,0-4 0 0,2-2 0 16,1 1 0-16,2-1 128 0,2 1 48 0,1-2 16 16,-1-2 0-16,2 0 0 0,1 5-192 0,2 5 160 15,1 0-160-15,-1 7 160 0,-2 2-160 0,2 3 0 16,0 1 0-16,1 8 0 0,-1 2 0 0,0 8 0 15,-1 3 0-15,3 6 0 0,-1 2-128 0,1 4 128 16,-1 0 0-16,-1 3 0 0,-2 3 0 0,0-3 0 0,1-3 0 0,-1-1 0 16,0 1 0-16,0-4 0 0,0 0 0 0,2-1 0 15,1-2 0-15,2-2 0 0,2-2-176 0,3-3-10544 16,-1-1-2112-16</inkml:trace>
          <inkml:trace contextRef="#ctx0" brushRef="#br0" timeOffset="-17088.4472">-3 33 2751 0,'15'-14'256'0,"-4"8"-256"16,0-1 0-16,1 0-1184 0</inkml:trace>
        </inkml:traceGroup>
      </inkml:traceGroup>
    </inkml:traceGroup>
    <inkml:traceGroup>
      <inkml:annotationXML>
        <emma:emma xmlns:emma="http://www.w3.org/2003/04/emma" version="1.0">
          <emma:interpretation id="{083759E9-BFAA-4F80-8A36-FA4B137B4330}" emma:medium="tactile" emma:mode="ink">
            <msink:context xmlns:msink="http://schemas.microsoft.com/ink/2010/main" type="paragraph" rotatedBoundingBox="9162,4593 20894,5026 20803,7478 9071,70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409CFC-398A-435B-8DAB-2812BA8A9751}" emma:medium="tactile" emma:mode="ink">
              <msink:context xmlns:msink="http://schemas.microsoft.com/ink/2010/main" type="line" rotatedBoundingBox="9162,4593 20894,5026 20803,7478 9071,7045"/>
            </emma:interpretation>
          </emma:emma>
        </inkml:annotationXML>
        <inkml:traceGroup>
          <inkml:annotationXML>
            <emma:emma xmlns:emma="http://www.w3.org/2003/04/emma" version="1.0">
              <emma:interpretation id="{E370A6F4-8FC1-495F-B2F4-13A0554A699D}" emma:medium="tactile" emma:mode="ink">
                <msink:context xmlns:msink="http://schemas.microsoft.com/ink/2010/main" type="inkWord" rotatedBoundingBox="10523,4328 11563,6465 9530,7455 8490,5318"/>
              </emma:interpretation>
            </emma:emma>
          </inkml:annotationXML>
          <inkml:trace contextRef="#ctx0" brushRef="#br0" timeOffset="-15388.5445">208-97 1839 0,'0'0'160'0,"0"0"-160"0,0 0 0 0,0 0 0 16,0 0 2576-16,0 0 496 0,0 0 80 0,0 0 32 15,0 0-1376-15,0 0-272 0,0 0-48 0,0 0-16 0,0 0-416 16,0 0-96-16,0 0 0 0,0 0-16 0,0 0-48 0,0 0-16 15,0 0 0-15,0 0 0 0,0 0-432 0,0 0-64 16,-13 4-32-16,1-1 0 0,12-3-144 0,-13 0-16 16,1 2-16-16,12-2 0 0,-13 3-32 0,1 2 0 15,0-1 0-15,0-3 0 16,-3 1-16-16,0 1-128 0,0 1 192 0,0-1-64 16,0-3-128-16,0 0 192 0,-2 2-192 0,0 1 192 15,-1 0-192-15,-2 1 128 0,-2-3-128 0,0 3 128 16,-2-1-128-16,-1 1 192 0,0-1-192 0,-2 2 192 0,-3-3-32 0,0 3 0 15,-4 0 0-15,1 1 0 0,-3 1-32 0,-4 2-128 16,-3-3 192-16,1 1-64 0,0 0-128 0,0-2 160 16,3-2-160-16,4 2 160 0,3 2-160 0,3-2 160 15,3-2-160-15,2-1 160 0,2 0-16 0,4-1 0 16,1 3 0-16,4-4 0 0,1-4 912 0,12 4 176 0,-12-1 48 16,12 1 0-1,0 0-1792-15,0 0-368 0,0 0-64 0,0 0-16 0,0 0 816 0,0 0 144 0,0 0 0 0,-10-4 0 0,10 4 0 0,0 0 128 31,-12 0-128-31,12 0 0 0,-13 7 0 0,1 0 0 16,0 1 0-16,1 2 0 0,-1 0 176 0,2 1 48 0,0-3 16 0,0 2 0 16,-1 0 80-16,1 0 0 0,-1 0 16 0,2 2 0 15,9-12-208-15,-6 12-128 0,6-12 128 0,-5 10-128 16,5-10 0-16,0 0 0 16,0 12 0-16,0-12 128 0,0 0-128 0,0 0 0 0,10 8 0 15,0 1 0-15,-10-9 0 0,13 6 0 0,1-2 0 0,-3 1 0 16,-11-5 0-16,15 5 0 0,-3 2 0 0,-12-7-128 15,12 5 128-15,-12-5 0 0,0 0 0 0,10 8 0 0,-10-8 144 0,0 0-144 16,8 12 192-16,-1-2-192 0,-7-10 384 0,7 13-48 16,-7-13 0-16,5 14 0 0,-5-14 48 0,0 0 16 15,7 13 0-15,-7-13 0 0,6 12-80 0,-6-12-32 0,7 12 0 0,-7-12 0 16,0 0-32-16,10 10-16 0,-10-10 0 0,12 8 0 16,-12-8-112-16,12 7 0 0,-12-7-128 0,0 0 192 15,11 7-192-15,-11-7 176 0,0 0-176 0,0 0 160 16,0 0-160-16,0 0 0 0,0 0 0 0,0 0 0 31,0 0 160-31,2 15-160 0,-2-15 192 0,-3 13-192 0,-2 1 320 0,0-2-64 16,5-12 0-16,-9 13 0 0,9-13-32 0,-7 14-16 15,7-14 0-15,0 0 0 0,0 0-208 0,0 0 144 0,0 0-144 0,5 15 128 16,-5-15-128-16,14 10 128 0,-1-5-128 0,2 0 128 16,2-2 0-16,2 1 0 0,-1-1 0 0,2 2 0 0,0-2 64 15,4 2 0-15,1 0 0 0,0 2 0 0,-1 2 16 0,-1-1 16 31,-1 4 0-31,-2 1 0 0,0-1 16 0,-1 0 0 16,1-2 0-16,-2 2 0 0,-1-2-112 0,0 2 0 0,0 1-128 16,-2 0 192-16,-2 3-192 0,2-5 176 0,2 0-176 0,0-1 160 15,0-2-160-15,1-1 0 0,2-1 0 0,2 1 0 16,2-2 128-16,3 0-128 0,1-1 0 0,4-1 128 16,2 0 48-16,-1 1 0 0,1 1 0 0,1 0 0 15,2-2 16-15,-4 2 0 0,-4-1 0 0,-1 1 0 16,-1-2-16-16,-3 0 0 0,-2 1 0 0,-4-1 0 15,-1 1-176-15,-4-3 192 0,-13-1-192 0,0 0 192 0,0 0-192 0,0 0 0 0,0 0 0 16,9 10 0-16,-9-10 0 0,0 0 0 0,0 12 0 0,0-12 0 16,-5 10-144-16,5-10 144 0,-9 9-192 0,1-1 192 15,-1-1-160-15,1-1 160 0,-2-1-128 0,0 1 128 16,-2-1 0-16,2 0 0 0,10-5 0 0,-13 5 0 31,1 0 0-31,0-2 0 0,-1 0 0 0,1 1 0 0,0-1 0 0,-1 1-160 16,-1-1 160-16,1 2 0 0,1 0 0 0,1 2 0 15,-3-1 0-15,1 3 0 0,-2-2-128 0,-1 3 128 0,0 0 0 16,-1 0 0 0,-2 0-144-16,-1 0 144 0,-2-1 0 0,1 1-144 0,-1 0 144 0,0 0 0 15,0 0-144-15,0-2 144 0,1 1 0 0,0-1 0 16,0 2 0-16,0 0 0 0,1 0 0 0,0 2 0 0,-2 2 0 0,2-1 0 16,-2-1 0-16,2 0 0 0,-2-1 0 0,2 1 0 15,0 2 0-15,-2 3 0 0,-1 3 0 0,-1 0 0 16,-1-2-128-16,0 3 128 0,1-5 0 0,1 1 0 15,-1 2 0-15,1-1 0 0,-1-1 0 0,3 0 0 16,-3-2 0-16,1 2 0 0,-1-2 0 0,2-2 0 0,1-1 0 0,-1 2 0 31,2-1 0-31,1 1 0 0,1-1 0 0,1-1 0 0,2 0 0 16,0-2 0-16,1-2 0 0,2 1 0 16,1-1 0-16,1 0 0 0,10-8 0 0,-12 9 0 0,0 1 0 15,2-2 0-15,10-8 0 0,-10 9 0 0,0-3 0 0,10-6 0 16,-12 9 0-16,2-1 0 0,-2-1 0 0,4 0 0 15,0-1 0-15,8-6 0 0,-12 9 0 0,3-1 0 16,1-1 0-16,-2 1 0 0,0 1 0 0,2-2 0 16,8-7 0-16,-9 8 0 0,1 0 0 0,8-8 0 0,0 0 0 0,0 0 0 15,0 0 0-15,0 0 0 0,0 0 0 0,0 0 0 16,0 0 0-16,0 0 0 0,0 0 192 0,10 9-32 16,-10-9-16-16,13 10 0 0,-13-10-144 0,12 10 160 15,-2-2-160-15,0 1 160 0,0-1-160 0,-1 2 0 16,-9-10 0-16,6 14 0 0,-6-14 0 0,7 17 0 0,-2-2 0 0,-2-2 0 31,1 1 0-31,-1-1 0 0,-3-13 0 0,7 15 0 16,-2-1 0-16,0-2 0 0,-5-12 0 0,10 11 0 0,0-1 0 15,2-1 0-15,-12-9 0 0,17 5 0 0,-1-3 0 0,3-1 128 16,3-4-128-16,3 1 128 0,2 1 16 0,1-1 0 0,2 0 0 0,4 0 0 16,3 1-144-1,2 1 160-15,-1 1-160 0,4 1 160 0,3 0-160 0,1-2 0 16,-3 0 144-16,4 0-144 0,-1-2 0 0,2-1 144 15,1-2-144-15,5-2 0 0,3-1 128 0,7-1-128 16,6 1 0-16,6-2 0 0,1-2 0 0,-2-3 0 16,-4-2 128-16,-1-2-128 0,-1-1 128 0,7 2-128 0,4 1 144 0,2-2-144 15,2 1 192-15,-3 1-64 0,-6 2-128 0,-6 1 192 16,-8 1-64-16,-6 1 0 0,-3 2-128 0,-5 2 192 0,-5 3-192 16,-5 1 0-16,-7 1 128 0,-3 0-128 0,-5-1 0 0,-5 3 0 15,-17 1 0-15,0 0 0 16,0 0 0-16,0 0 0 0,0 0 0 0,0 0 0 15,0 0-368-15,-9 10 48 0,-4-2 0 0,-1 0 0 0,-2 1 32 0,-1 1 16 0,-3-2 0 0,1 1 0 16,1-3 80-16,-1 3 32 0,1 1 0 0,-1 0 0 47,-1-3-256-47,-3 3-48 0,-4 5-16 0,-7 4 0 16,-4-1-1760-16,-8 2-368 0,-4 4-64 0,6 1-16 0</inkml:trace>
        </inkml:traceGroup>
        <inkml:traceGroup>
          <inkml:annotationXML>
            <emma:emma xmlns:emma="http://www.w3.org/2003/04/emma" version="1.0">
              <emma:interpretation id="{0A6A0467-21E5-4CA6-92D1-B01018A9FCDD}" emma:medium="tactile" emma:mode="ink">
                <msink:context xmlns:msink="http://schemas.microsoft.com/ink/2010/main" type="inkWord" rotatedBoundingBox="11987,4698 19330,4969 19257,6940 11914,6669"/>
              </emma:interpretation>
            </emma:emma>
          </inkml:annotationXML>
          <inkml:trace contextRef="#ctx0" brushRef="#br0" timeOffset="-5734.9802">7904 337 25215 0,'0'0'1120'0,"0"0"224"0,0 0-1072 0,0 0-272 0,0 0 0 0,17-4 0 16,0 1 640-16,-2 1 64 15,0 1 0-15,2 1 16 0,0 0-368 0,0 3-80 0,0 0-16 0,1 2 0 0,1 4 192 0,1 3 16 16,0 1 16-16,0 6 0 0,-1 2 720 0,-1 5 144 0,1 1 16 0,-4 1 16 47,-2 4-1872-47,-1 2-368 0,-4 0-80 0,-1-3-16 0,-2 1 832 0,-1-1 128 0,-4-4 0 0,-2 0 128 15,-1-2-128-15,-3-2 128 0,0-1-128 0,-1-3 128 16,-1-2 0-16,-2-2 16 0,-2-2 0 0,0-1 0 0,0 0-16 0,2-4-128 16,-2-1 192-16,2-2-64 0,-2-2-128 0,1 1 0 15,-1-3 0-15,12-1 0 0,-14 2 144 0,14-2-144 0,-11-3 160 16,11 3-160-16,-12-9 272 0,12 9-32 0,-7-12-16 0,2-1 0 15,2-2 208-15,3 1 32 0,3 3 16 0,2-3 0 16,0-1-64-16,4 0-16 0,1 0 0 0,3-4 0 16,1-3-224-16,1 2-48 0,0 0-128 0,2 0 192 15,1-2-192-15,1-2 0 0,1 1 0 0,0-1 0 16,2-3 0-16,-2 2 0 16,-1 0-128-16,-1 1 128 0,1 2-128 0,-1 2 128 15,-1 0-192-15,-2 2 192 0,-1 2 0 0,-3 1 0 16,0 0 0-16,-1 0 0 0,-2 0 176 0,-1 1-176 0,-2 1 192 15,-5 13-192-15,8-14 128 0,-1 4-128 16,-7 10 0-16,5-11 0 0,-5 11 160 0,7-11-160 0,-7 11 128 0,0 0-128 16,6-10 0-16,-6 10 0 0,0 0 0 0,0 0 0 15,0 0 0-15,0 0 0 0,0 0 0 0,0 0 0 16,0 0 0-16,0 0 0 0,0 0-128 0,0 0 128 16,0 0 0-16,2 14 0 15,-2 1 128-15,-2 2-128 0,1 1 256 0,-3 1-16 0,1-2-16 16,0 8 0-16,-2 3 48 0,0 4 16 0,0 0 0 0,-1 4 0 0,0 2 80 0,1 1 16 15,0-2 0-15,1 0 0 0,-1-1 48 0,0-5 16 16,2-2 0-16,1-4 0 0,2 1-160 0,2-6-32 16,3 0 0-16,3-2 0 0,6-1-256 0,4-2 0 15,4-1 0-15,5-2 0 0,3-4 0 0,6-1 128 0,4-4-128 0,5-3 0 16,8-5-144-16,7-2-144 0,6-1-32 0,4-2-12624 16,5-2-2544-16</inkml:trace>
          <inkml:trace contextRef="#ctx0" brushRef="#br0" timeOffset="-13051.3198">2737-37 3679 0,'0'0'320'0,"0"0"-320"0,0 0 0 0,0 0 0 15,0 0 2944-15,0 0 528 0,0 0 112 0,0 0 0 0,-7-8-1728 0,7 8-368 16,-8-7-64-16,8 7-16 0,-10-7-896 0,1 4-176 0,1 0-32 0,8 3-16 31,-14-2-288-31,14 2 0 0,-10-2 0 0,10 2 0 16,0 0 144-16,0 0-16 0,-10 0-128 0,10 0 192 16,0 0 160-16,0 0 32 0,0 0 0 0,0 0 0 0,0 0 64 0,0 0 0 15,0 0 16-15,0 0 0 0,0 0-16 0,0 0 0 0,0 0 0 0,0 0 0 16,0 0-256-16,-3 10-48 0,3-10-16 0,0 0 0 15,0 0 0-15,0 0 0 0,-7 10 0 0,7-10 0 16,0 0 256-16,0 0 32 0,-7 11 16 0,7-11 0 16,0 0 96-16,0 0 32 0,0 0 0 0,0 0 0 15,0 0-208-15,0 0-32 16,0 0-16-16,0 0 0 0,0 0-96 0,0 0-16 16,0 0 0-16,0 0 0 0,-11 0-32 0,11 0-16 0,-12 1 0 15,12-1 0-15,-12 0-144 0,0 2 0 0,2 1 0 0,-2 1 0 16,-3 1 192-16,2 0-64 0,-4 0 0 0,2 2 0 15,-2 1 80-15,-1 2 16 0,-1 0 0 0,-1 0 0 16,-2-1-32-16,-1-1 0 0,-1 0 0 0,-1 1 0 16,-2-1-192-16,-2 1 144 0,-1-1-144 0,-4 1 128 0,2-1-128 0,2 0 0 15,0-3 0-15,0 0 0 0,-1 1 0 0,1 0 0 16,0 4 0-16,0 2 0 0,-1-3 0 0,1-1 0 16,2 2-128-16,1 2 128 0,0 1 0 0,2 2 0 15,-1 1 0-15,5 0 0 0,-1 0 0 0,5-1 160 16,2 0-16-16,0 0 0 0,1 0 48 0,2 0 0 15,4 0 0-15,1-3 0 0,7-12-32 0,0 0 0 16,-3 14 0-16,3-14 0 16,0 0-160-16,7 11 192 0,-7-11-192 0,11 9 192 0,5-2-64 0,-1-4 0 15,-2-3 0-15,4 0 0 0,1-2-128 0,3 1 0 0,0-3 0 0,1 4 0 16,4-2 0-16,-1 1 0 0,0-1 0 0,2 2 0 16,1 2 0-16,1 1 0 0,0-1 0 0,-3 3 0 15,1 2 0-15,0-1 0 0,-2 1 0 0,1 0 0 16,-1 1 0-16,-2 1 0 0,1-1 0 0,-2 2 0 0,-2 0 0 15,0 0 0 1,0-3 0-16,-1 1 0 0,-2 1 0 0,-1 1 0 16,3-2 0-16,-1 1 0 0,-1-1 0 0,2-1 0 0,-1 0 0 0,1-1 0 15,-1 1 0-15,1 2 0 16,-1-3 0-16,2 3 0 0,-1-1 0 0,-2 1 0 0,-2 1 0 16,-2 1 128-16,-1-1 0 0,0 1 0 0,-2-1 0 0,-2 3 0 15,-1 1-128-15,-2-1 0 0,-2 1 0 0,-1-1 128 0,-2 2-128 16,-2 0 0-16,-3 2 0 0,0 0 128 0,-1-2-128 0,-1 0 0 15,0-1 0-15,0 1 0 0,-1 0 0 0,0 0 0 16,-1 0 0-16,-1-1 0 0,-2-3 0 0,2 1 0 16,0-2 0-16,2 2 0 15,-2-3 192-15,0-1-64 0,-1 0 0 0,1 1 0 0,0-1 48 16,0 1 0-16,0 1 0 0,-2 1 0 0,-1 1 16 0,-1 0 0 0,-1-2 0 16,-1 4 0-16,-1 4-192 0,-3 2 0 0,-2 0 0 15,0 4 0-15,2 0 0 0,-1 1 128 16,0 0-128-16,0 0 0 0,0-1 144 0,0-2-144 0,1-2 160 0,0 0-160 15,2-1 0-15,1-3 0 0,0 1 0 0,2-2 0 16,0-4 0-16,1-1 0 0,-1 1 0 0,2-1 144 31,-1-1 48-31,1-1 0 0,1 1 0 0,0 1 0 0,1 0-64 0,-1 0 0 16,12-10 0-16,-15 12 0 0,0-2 48 0,-2 3 0 0,-2-3 0 0,1 4 0 16,-4 1-176-16,0 0 160 0,0 2-160 0,2-2 160 15,0 2-160-15,1 1 0 0,3-1 0 0,0 0 0 16,3-3 0-16,5 1 0 0,-1-2 0 0,9-13 128 15,-5 17 16-15,2-4 0 16,6-1 0-16,2-2 0 0,2-1 144 0,3-3 32 0,3 1 0 0,1 0 0 16,1-5 64-16,2-2 32 0,3 1 0 0,2-1 0 15,1-1-144-15,3-3-16 0,-1 3-16 0,2-3 0 16,1 1-80-16,1-1-16 0,-1 3 0 0,4-1 0 16,0-1-144-16,2 3 160 0,-1 0-160 0,3 0 160 15,-1 1-160-15,0 1 160 0,-1 0-160 0,3-1 160 16,0-1-160-16,3-1 0 0,2-1 0 0,4-1 128 15,1-1-128-15,5 1 192 0,5 0-192 0,5-2 192 16,4-2-192-16,-2 2 192 16,-4 0-192-16,-3 1 192 0,-3 1-32 0,-2 1 0 15,-1 2 0-15,-3 2 0 0,-2 0-160 0,-1 1 0 0,0 2 0 0,-1-1 0 16,-3 2 0-16,-4 1 0 0,-6 1 0 0,-2 1 128 16,-4-1-128-16,-1 1 0 0,-4-1 0 0,-3-1 0 15,-5 0 0-15,-12-7 0 0,0 0-128 0,0 0 128 16,0 0-320-16,0 0 0 0,0 0 0 0,0 0 0 31,-11 8-192-31,0-1-48 0,-4-2 0 0,-2 1 0 16,-3 3-960-16,-4-1-192 0,-3 2-32 0,2 4-17744 0</inkml:trace>
        </inkml:traceGroup>
        <inkml:traceGroup>
          <inkml:annotationXML>
            <emma:emma xmlns:emma="http://www.w3.org/2003/04/emma" version="1.0">
              <emma:interpretation id="{F912BA57-1771-4F15-9DA1-6F7016BE54EC}" emma:medium="tactile" emma:mode="ink">
                <msink:context xmlns:msink="http://schemas.microsoft.com/ink/2010/main" type="inkWord" rotatedBoundingBox="16326,5063 20240,5208 20161,7350 16247,7206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-5033.2391">9341 847 35007 0,'-15'-5'3120'0,"2"-2"-2496"0,1-2-496 0,12 9-128 15,-7-6 1808-15,7 6 352 0,-2-10 64 0,2 1 16 16,0 9-2000-16,0 0-400 0,0 0-80 0,16-12-16 16,-3 4-2672-16,4 3-528 0,1 2-128 0,3-3 0 0</inkml:trace>
          <inkml:trace contextRef="#ctx0" brushRef="#br0" timeOffset="-4371.7609">9895 503 46191 0,'-22'4'2048'0,"10"-3"416"0,0 1-1968 0,12-2-496 0,-11-5 0 0,11 5 0 15,0 0 880-15,3-13 80 0,-1-3 0 0,4 1 16 16,3 0-2256-16,9 0-464 0,7 2-96 16,2-1-16-16</inkml:trace>
          <inkml:trace contextRef="#ctx0" brushRef="#br0" timeOffset="-6946.7184">7283 816 15663 0,'0'0'1392'0,"0"0"-1120"0,0 0-272 0,0 0 0 31,0 0 3104-31,0 0 560 0,0 0 112 0,-1-11 32 16,1 11-2400-16,-5-11-464 0,-4 5-112 0,1-1 0 0,-2 0-448 15,0 2-96-15,-2 2-16 0,-2 1 0 16,1 0-80-16,-2-1-32 0,0 1 0 0,-4 1 0 15,-1 1-160-15,2-2 128 0,2-1-128 0,1 1 128 0,2 0-128 16,1 2 0-16,12 0 0 0,0 0 0 0,0 0 0 0,0 0 0 16,0 0 0-16,0 0 0 0,0 0 0 0,0 0 0 15,0 0 0-15,10 10 0 0,5-1-160 0,0-1 160 0,-1-1 0 16,1-2-144-16,0-2 272 0,-1 2 64 0,-14-5 16 0,13 7 0 16,0-2 48-16,-13-5 0 0,0 0 0 0,14 4 0 15,-14-4 0-15,0 0 0 0,0 0 0 0,0 0 0 0,0 0-128 0,0 0 0 31,0 0-128-31,0 0 192 0,0 0-48 0,0 0-16 16,0 0 0-16,0 0 0 0,-3-12-128 0,-2 3 160 16,-2 1-160-16,-2 3 160 0,-2 0-160 0,-1 0 0 15,0 0 144-15,0 1-144 0,1 1 0 0,11 3 0 0,-14-3 0 0,2 1-128 16,0 0 128-16,12 2 0 0,-13 0 0 0,13 0 128 16,-12 2-128-16,12-2-128 0,-13 0 128 0,1 2-192 0,0-1 192 0,12-1 0 31,0 0 0-31,-12 5 0 0,12-5 0 0,0 0 0 0,-8 7 0 0,8-7-128 15,0 0-80-15,0 0-16 0,0 0 0 0,0 0-10656 16,0 0-2112-16</inkml:trace>
          <inkml:trace contextRef="#ctx0" brushRef="#br0" timeOffset="-8041.6761">6296 966 16575 0,'0'0'1472'0,"0"0"-1168"0,0 0-304 0,0 0 0 32,0 0 2736-32,0 0 480 0,0 0 112 0,0 0 0 0,0 0-2512 0,0 0-512 15,0 0-112-15,0 0 0 0,-7 12-192 0,7-12 0 0,-1 13 0 0,1-13 0 16,-2 15-128-16,2 2 128 0,0 0 0 0,2 0 0 31,-1-2 0-31,3 5 128 0,1 5 0 0,0 4 0 0,-2 1 576 0,4 7 96 16,1 5 32-16,1 4 0 0,1 3 128 0,0-4 48 15,0-1 0-15,2 0 0 0,-1-2 16 0,1 0 0 0,0 0 0 0,1-2 0 16,3 1-320-16,-3 1-64 0,0 3-16 0,1 2 0 16,1 2-400-16,-2-2-80 0,-1-7-16 0,-3 1 0 15,-4-4-128-15,-2-4 128 0,-5-2-128 0,-3-3 128 16,-5 3-560-16,-2-3-112 0,1-1-32 16,-6-2 0-16,-10-1-496 0,0-2-96 0,-3 0-32 15,-2-2 0-15,-2-3 432 0,2-2 64 0,2-2 32 0,3-1 0 0,0-2 672 0,4-3 0 16,3-4 0-16,1 1 0 0,1-6 576 0,1-1 80 15,0-4 32-15,2-3 0 0,1-5-16 0,1-1 0 16,0 0 0-16,-1-3 0 0,-1-1-368 0,2-2-80 16,1-1-16-16,2-4 0 0,0-5-208 0,3-4 0 15,2-6 0-15,0 0 0 0,3-3 0 0,5-4-160 0,4 0 160 16,5 0-128-16,3 1 128 0,4 2 0 0,2 6 0 0,5 1 0 16,2 0 0-16,4 4 0 0,2 6 0 0,-1 3-192 15,-1-1 192-15,4 3-208 0,1 2 80 0,-2 2 128 16,-1 0-384-16,-3 3 32 0,-2 2 16 0,-2 1 0 31,-4 1-1216-15,-1 1-240-16,-3 0-64 0,1 7 0 0,0 2-1536 0,-3-4-320 0</inkml:trace>
        </inkml:traceGroup>
        <inkml:traceGroup>
          <inkml:annotationXML>
            <emma:emma xmlns:emma="http://www.w3.org/2003/04/emma" version="1.0">
              <emma:interpretation id="{65613663-C969-4D70-A3E4-4C96774ACC24}" emma:medium="tactile" emma:mode="ink">
                <msink:context xmlns:msink="http://schemas.microsoft.com/ink/2010/main" type="inkWord" rotatedBoundingBox="14218,5169 20879,5414 20803,7478 14142,7232"/>
              </emma:interpretation>
            </emma:emma>
          </inkml:annotationXML>
          <inkml:trace contextRef="#ctx0" brushRef="#br0" timeOffset="-9533.988">4682 492 11055 0,'0'0'976'0,"0"0"-784"16,0 0-192-16,0 0 0 0,0 0 3392 0,0 0 624 0,0 0 128 0,0 0 16 16,0 0-2048-16,0 0-432 15,14-4-80-15,-14 4 0 0,0 0-944 0,8-7-176 16,-8 7-32-16,7-8-16 0,-7 8-432 0,0 0 0 15,0 0 0-15,7-8 0 0,-2-1 400 0,-5 9 208 0,0 0 32 16,0 0 16 0,0 0-1696-16,3-8-352 0,-3 8-64 0,0 0-16 0,0 0 1120 0,0 0 224 0,0 0 128 0,0 0-160 15,0 0 288-15,0 0 64 16,2-9 16-16,-2 9 0 0,0 0 368 0,0 0 64 16,-4-8 0-16,1 1 16 0,3 7 16 0,-7-5 0 15,1 0 0-15,-1 2 0 0,0-1-160 0,-3-1-16 16,2 4-16-16,-4-1 0 0,0-1-256 0,-1 1-48 15,-2 0-16-15,-2 1 0 0,-2 1-160 0,1 0 128 16,-2 1-128-16,-4 3 128 0,1-1-128 0,-3 2 0 0,0 2 144 0,-5 0-144 0,1-1 0 0,-2 4 0 16,0 2 0-16,0 3-128 15,0 2 128-15,0 3 0 0,0 6 128 0,0 2-128 0,1 2 0 0,0 1 0 16,-1-1 0-16,2 0 128 0,2 2 16 0,1-3 16 16,1-4 0-16,5 0 0 0,2 1 112 0,4-3 32 15,3-1 0-15,5-2 0 0,6-3-80 0,6 2-16 16,5-3 0-16,7 3 0 0,5 1 112 0,8 0 0 15,7-1 16-15,6-2 0 0,8-2-16 0,6 2 0 0,7-1 0 0,0-2 0 16,0-6-320-16,0 1 0 0,-1-8 0 0,6-2 128 31,4-6-1152-31,4 2-240 0,7 1-32 0,2-7-16512 0</inkml:trace>
          <inkml:trace contextRef="#ctx0" brushRef="#br0" timeOffset="-8613.4894">5316 879 6447 0,'-18'-6'576'0,"6"5"-576"16,-2-1 0-16,1 0 0 0,1 2 4864 0,12 0 848 15,0 0 176-15,-12-1 48 0,12 1-2944 0,0 0-592 0,0 0-112 0,0 0-32 16,0 0-1296-16,0 0-272 0,0 0-48 0,0 0-16 31,0 0-1904-31,0 0-368 0,0 0-80 0</inkml:trace>
          <inkml:trace contextRef="#ctx0" brushRef="#br0" timeOffset="-8812.9651">5412 1336 1839 0,'0'0'160'0,"13"0"-160"0,-13 0 0 0,14-3 0 16,-1-2 3904-16,-13 5 736 0,14-7 160 0,-14 7 16 15,13-5-2224-15,-1 2-448 0,-12 3-96 0,0 0 0 16,0 0-400-16,0 0-80 0,0 0-16 0,0 0 0 0,0 0-288 0,0 0-64 15,0 0-16-15,0 0 0 0,0 0-240 0,0 0-48 0,0 0-16 0,0 0 0 16,0 0-400-16,0 0-80 0,0 0-16 0,0 0 0 16,0 0-384-16,0 0 0 0,0 0-144 0,0 0 144 15,0 0-256-15,0 0 48 0,8-10 16 0,2 1 0 16,2-1-112-16,2-2-16 0,-3-1 0 0,1-1 0 0,0 1 320 0,-4-1-160 16,-1 1 160-16,0-1-128 0,0 3 128 0,-2-1 0 31,-5 0 0-31,0 0 0 0,-4 1 0 0,1-1 144 15,-4 0-144-15,2 2 160 0,5 10 80 0,0 0 16 0,-8-5 0 0,8 5 0 16,-10-5 112-16,10 5 16 0,0 0 16 0,0 0 0 16,-9-7-160-16,9 7-48 0,0 0 0 0,0 0 0 15,0 0-192-15,0 0 0 0,0 0 128 0,0 0-128 16,0 0 0-16,17 0 0 0,0 0 0 0,1 0 0 0,-1 0 0 16,2 2 0-16,-1 1 0 0,-1 2 0 0,0 0-192 0,3 2 192 15,-2 1-192-15,-1-1 192 0,-2-2-384 0,4 0 16 0,-1 0 16 0,1 0 0 31,-4 0-1520-31,2-1-304 0,-1-1-64 0,3-3-8336 0,-1-2-1664 0</inkml:trace>
          <inkml:trace contextRef="#ctx0" brushRef="#br0" timeOffset="-5211.7167">9196 1642 5519 0,'0'0'496'0,"0"0"-496"0,0 0 0 0,0 0 0 16,0 0 5120-16,11-6 944 15,-11 6 176-15,11-9 32 0,-2 1-4096 0,-9 8-816 0,10-10-160 0,0 1-48 16,3 3-448-16,-2-1-112 0,-3-2-16 0,2 3 0 0,2-3-192 0,1 1-64 16,-1 0 0-16,1-1 0 15,1-1-192-15,1 0-128 0,0-2 128 0,2 0-128 16,-2-1 0-16,0-1 0 0,-1 1 0 0,-1-2 0 0,-1 0 0 16,0 0 144-16,-2-1-144 0,-2 1 0 0,-1-2 256 0,0 4-64 15,-4 0-16-15,1-1 0 0,-4 2 208 0,0 2 32 16,-4 0 16-16,1 0 0 0,-2-3-16 0,0 2 0 0,-4 3 0 0,3 0 0 15,-1-4-64-15,0 2-16 0,-1 1 0 0,1 1 0 16,-1 1-208-16,8 7-128 0,-9-7 128 0,9 7-128 31,0 0 0-31,0 0 0 0,0 0 0 0,0 0 0 16,0 0 0-16,0 0-160 0,0 0 160 0,0 0 0 16,10 17-192-16,4-2 192 0,3-1-192 0,-1-1 192 0,1 1-160 15,3-1 160-15,4 1-128 0,-1-3 128 0,1-2-368 0,-2-2 16 16,0-2 0-16,-4-4-17136 0</inkml:trace>
          <inkml:trace contextRef="#ctx0" brushRef="#br0" timeOffset="-4631.1242">10176 1133 12895 0,'3'18'1152'0,"2"4"-928"15,0 2-224-15,4 2 0 0,2 6 6208 0,5 4 1184 0,-1-1 240 0,1 4 48 32,1 1-5728-32,0 1-1152 0,0-4-224 0,0 1-64 0,-2-1-336 0,-2 2-176 0,1 1 160 0,-1 1-160 0,1 1 0 0,-2 3-192 31,-1 6 16-31,1 1 0 15,2 3-288-15,1 1-64 0,0-1-16 0,-3-6 0 16,-6-5 48-16,1-2 16 0,-2-3 0 0,-2-1 0 0,-3-1 336 0,-3-1 144 0,-5-1-128 0,-1 0 128 16,1-3 0-16,-2 2 0 0,-2 0 0 0,-1-1 0 15,-3-2 0-15,1-4 144 0,0-6-144 0,-2 0 160 0,-1-5-32 0,-1-2 0 32,1-6 0-32,-1-3 0 0,1-3-128 0,1-5 0 0,2-6 144 15,0-2-144-15,0-1 0 0,-1-5-288 0,1-3 48 16,0-2 16-16,0-5 224 0,0-2-192 0,0 1 192 15,0-3-192-15,1-4 192 0,1-2 0 0,1-3 144 0,3-2-144 0,4-7 368 16,2-10-32-16,0-10 0 0,3-2 0 0,3 1-192 0,2 4-144 16,2 4 192-16,1 5-192 15,1 3-240-15,-1 5-144 0,0 7-48 0,3 3 0 16,-3 4-2720-16,-1 1-560 0</inkml:trace>
        </inkml:traceGroup>
      </inkml:traceGroup>
    </inkml:traceGroup>
    <inkml:traceGroup>
      <inkml:annotationXML>
        <emma:emma xmlns:emma="http://www.w3.org/2003/04/emma" version="1.0">
          <emma:interpretation id="{0924AFE2-4018-48E7-91C2-448DA83DC9AE}" emma:medium="tactile" emma:mode="ink">
            <msink:context xmlns:msink="http://schemas.microsoft.com/ink/2010/main" type="paragraph" rotatedBoundingBox="9357,7003 13804,7127 13768,8435 9320,83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0518F0A-41C6-4B06-94B2-D0AD04ED5166}" emma:medium="tactile" emma:mode="ink">
              <msink:context xmlns:msink="http://schemas.microsoft.com/ink/2010/main" type="line" rotatedBoundingBox="9357,7003 13804,7127 13768,8435 9320,8311"/>
            </emma:interpretation>
          </emma:emma>
        </inkml:annotationXML>
        <inkml:traceGroup>
          <inkml:annotationXML>
            <emma:emma xmlns:emma="http://www.w3.org/2003/04/emma" version="1.0">
              <emma:interpretation id="{65DDBE16-113F-41B6-9CC0-44374D0605C6}" emma:medium="tactile" emma:mode="ink">
                <msink:context xmlns:msink="http://schemas.microsoft.com/ink/2010/main" type="inkWord" rotatedBoundingBox="9357,7003 9981,7021 9954,7994 9330,7977"/>
              </emma:interpretation>
            </emma:emma>
          </inkml:annotationXML>
          <inkml:trace contextRef="#ctx0" brushRef="#br0" timeOffset="-2452.0343">-982 3142 16575 0,'0'0'736'0,"0"0"160"0,0 0-720 0,2 14-176 0,-2-14 0 0,0 0 0 15,6 13 3008-15,-6-13 576 0,0 0 128 0,16 5 0 16,-1-5-2384-16,0-5-496 0,0-3-80 0,2-2-32 16,-1-2-560-16,3-5-160 0,-1 4 0 0,3-4 0 31,-1-5-480-31,0 2-160 0,-2 1-48 0,1 1 0 16,-1-3-336-16,-1 1-64 0,-2 0 0 0,-1 2-16 15,-1-1 464-15,-3 1 80 0,-1-4 32 0,-1 5 0 0,-1-2 816 0,-4 4 160 0,-3-2 48 0,0 2 0 16,0 0 688-16,0 2 144 0,-2 1 16 0,1 0 16 15,-3 0-160-15,3 1-48 0,-3 0 0 0,1 1 0 16,3 10-544-16,0 0-112 0,-5-6-32 0,5 6 0 0,0 0-224 0,0 0-48 16,0 0-16-16,0 0 0 0,0 0-176 0,7 13 0 15,-2 4 0-15,3 1 0 0,2 3-208 0,4-1 80 0,-1 2 128 0,2-2-208 16,-1-2 208-16,-1 3 0 0,-1 0 0 0,5 1 0 0,-1 0 0 0,1 0 0 16,0-2 0-16,0-1 0 15,-2-1-192-15,2-3 16 0,0-1 0 0,-1-4 0 31,3-3-2640-31,-2-2-512 0</inkml:trace>
          <inkml:trace contextRef="#ctx0" brushRef="#br0" timeOffset="-2260.9952">-423 2288 30575 0,'-39'-2'1344'0,"14"-2"304"0,0-2-1328 16,-5 1-320-16,-2-2 0 0,1 0 0 0,3 0 880 0,3 1 96 0,3-1 32 0,0 0 0 0,2 1-368 0,3-1-80 16,2 2-16-16,3 1 0 0,2 1-544 0,10 3 0 0,0 0 0 0,0 0 0 47,0 0-1856-47,0 0-416 0,0 0-96 0</inkml:trace>
        </inkml:traceGroup>
        <inkml:traceGroup>
          <inkml:annotationXML>
            <emma:emma xmlns:emma="http://www.w3.org/2003/04/emma" version="1.0">
              <emma:interpretation id="{F855BDF1-1106-4B1B-B066-D389B10BBB4C}" emma:medium="tactile" emma:mode="ink">
                <msink:context xmlns:msink="http://schemas.microsoft.com/ink/2010/main" type="inkWord" rotatedBoundingBox="10475,7530 10737,7537 10725,7970 10463,796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1990.8015">263 2846 30639 0,'0'0'1344'0,"0"0"304"15,0 0-1328-15,0 0-320 16,0 0 0-16,0 0 0 0,0 0 1872 0,0 0 304 16,0 0 64-16,0 0 16 0,0 0-1104 0,0-10-240 0,0 2-32 0,0-1-16 15,0-1-672-15,0 10-192 16,5-10 0-16,0 0 0 16,-1-5-448-16,-1 3-144 0,0 0-48 0,1 2 0 15,1 0-2064-15,-5 10-432 0,0 0-64 0</inkml:trace>
          <inkml:trace contextRef="#ctx0" brushRef="#br0" timeOffset="-1817.0535">155 3088 28735 0,'0'0'1280'0,"-1"16"256"0,-1-1-1232 0,2-15-304 0,5 18 0 0,-5-18 0 15,13 12 1488-15,1-4 240 0,-14-8 64 0,18 4 0 0,1-6-848 0,1-5-176 16,0-3-16-16,2-5-16 0,0 2-736 0,3-4-368 0,2-5 48 0,1-2-10704 15,3-1-2144-15</inkml:trace>
        </inkml:traceGroup>
        <inkml:traceGroup>
          <inkml:annotationXML>
            <emma:emma xmlns:emma="http://www.w3.org/2003/04/emma" version="1.0">
              <emma:interpretation id="{1AAA681E-AB45-402D-BC58-DB1AB428EB91}" emma:medium="tactile" emma:mode="ink">
                <msink:context xmlns:msink="http://schemas.microsoft.com/ink/2010/main" type="inkWord" rotatedBoundingBox="11374,7344 11505,7348 11494,7755 11363,7751"/>
              </emma:interpretation>
            </emma:emma>
          </inkml:annotationXML>
          <inkml:trace contextRef="#ctx0" brushRef="#br0" timeOffset="-1556.009">1075 2541 13823 0,'0'0'1216'0,"0"0"-960"0,0 0-256 0,-5 15 0 0,5-15 5120 0,-3 17 992 16,-1 0 192-16,4-17 32 16,-1 17-4080-16,-1-2-816 15,2-2-160-15,0 4-48 0,-2 1-832 0,4 3-160 0,1-1-48 0,3 2 0 16,-1-2-192-16,1 2 0 0,3 1-144 0,1-1 144 31,3-2-656-31,1 2-48 0,-1 3 0 0,2-3 0 0,-1 0-1856 0,-1-2-368 0</inkml:trace>
        </inkml:traceGroup>
        <inkml:traceGroup>
          <inkml:annotationXML>
            <emma:emma xmlns:emma="http://www.w3.org/2003/04/emma" version="1.0">
              <emma:interpretation id="{59C9A231-BC31-4AE9-8C24-58AED2BC4F77}" emma:medium="tactile" emma:mode="ink">
                <msink:context xmlns:msink="http://schemas.microsoft.com/ink/2010/main" type="inkWord" rotatedBoundingBox="12583,7218 13801,7252 13768,8435 12550,8401"/>
              </emma:interpretation>
            </emma:emma>
          </inkml:annotationXML>
          <inkml:trace contextRef="#ctx0" brushRef="#br0" timeOffset="1580.1462">2938 2931 23199 0,'-19'22'1024'0,"11"-8"224"0,1-4-992 0,7-10-256 0,-6 10 0 0,6-10 0 16,0 0 1536-16,0 0 256 0,0 0 48 0,0 0 16 0,0 0-768 0,18-7-160 15,-1-5-32-15,0-1 0 0,3-6-672 0,2 1-224 0,0-4 128 0,-2 2-128 32,2-4-448-17,-1 1-128-15,0-3-48 0,-1-1-8864 0,-2 4-1776 0</inkml:trace>
          <inkml:trace contextRef="#ctx0" brushRef="#br0" timeOffset="913.0845">2370 2452 28559 0,'0'0'2544'0,"5"15"-2032"0,-5-15-512 0,10 18 0 16,3 1 3056-16,2 3 512 0,2 1 96 0,0 4 32 15,0 2-2752-15,0-1-560 0,-2 3-96 0,0 1-32 16,0 0 0-16,-2 1-16 0,-1-1 0 0,-2 2 0 0,-3 1-240 0,0 2-160 15,-4 2 32-15,1 1 0 32,-3 2-480-32,-1 0-96 0,0 2 0 0,0 3-16 15,0 4-176-15,0-1-48 0,0-1 0 0,-3-3 0 16,-1-9 368-16,1 0 64 0,0-2 0 0,-1-5 16 0,-1-6 336 0,0-2 160 0,0-4-160 0,2-1 160 0,3-17 0 0,-9 10 0 16,-1-3 0-16,0-1 0 0,0 0 0 0,-2-3 0 15,1 0 0-15,-4-3 0 0,-2-5-304 0,-2 0 48 16,-4-3 0-16,1-1 0 0,0-1 0 0,0-3 0 15,0-2 0-15,0-6 0 0,1 1 256 0,4-3 144 16,5-6-16-16,5-3 0 0,6-2 112 0,6 1 16 16,3-1 0-16,7 1 0 0,4-1-256 0,4 2 0 0,1 0 0 0,1 5 0 31,0 2-208-31,0 1 64 0,1 2 16 0,1 0 0 0,-4-1 128 16,2 3 0-16,0 1 128 0,1 4-128 0,-3 0 224 0,1 1-32 15,-4 3 0-15,-2-1 0 0,-1-2-192 0,-3 3 0 0,-4 2 0 0,-10 9-10304 31,7-13-2112-31</inkml:trace>
          <inkml:trace contextRef="#ctx0" brushRef="#br0" timeOffset="1799.3789">3293 2443 13823 0,'0'0'1216'0,"0"0"-960"0,-7 15-256 0,7-15 0 16,-2 17 6816-16,2-17 1312 16,4 20 272-16,1 1 48 0,0-1-6368 0,1 0-1280 0,1 5-256 0,2 2-48 15,1 0-496-15,1 0 0 0,1-2 0 0,0 1 0 16,1-5-272-16,1 3-112 15,1 3 0-15,0-2-16 16,2 0-1888-16,1 1-368 0,1-1-80 0</inkml:trace>
          <inkml:trace contextRef="#ctx0" brushRef="#br0" timeOffset="1417.3228">2871 2652 35135 0,'0'0'1552'0,"0"0"320"0,0 0-1488 0,0 0-384 0,0 0 0 0,10-7 0 16,0 0 1408-16,-2 1 224 0,-1-3 32 0,1-2 16 15,1-3-896-15,-2-3-176 0,-2 2-32 0,0 0-16 16,0 0-432-16,-5 15-128 0,6-15 0 0,1 1 0 16,-7 14-144-16,8-13-96 0,-8 13-16 0,0 0 0 31,9-15-1584-31,-9 15-320 0,8-9-64 0,-8 9-16 0,12-5-1216 15,-12 5-256-15,17-8-64 0,0 4-7680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6:01.23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E1B94028-0A65-4A3D-BBE4-A5776FF4A78A}" emma:medium="tactile" emma:mode="ink">
          <msink:context xmlns:msink="http://schemas.microsoft.com/ink/2010/main" type="inkDrawing" rotatedBoundingBox="12989,4057 13874,4263 13750,4795 12865,4589" semanticType="callout" shapeName="Other"/>
        </emma:interpretation>
      </emma:emma>
    </inkml:annotationXML>
    <inkml:trace contextRef="#ctx0" brushRef="#br0">2635-568 5519 0,'0'0'496'0,"0"0"-496"0,0 0 0 0,0 0 0 31,0 0 7232-31,0 0 1344 0,0 0 256 0,0 0 64 0,0 0-6336 0,0 0-1264 15,0 0-256-15,14 13-48 0,-3 0-704 0,1 3-144 16,-2 0-16-16,2 5-128 0,-2-5 0 0,0 5 0 16,-1 1 0-16,1 1 0 0,-2 2 0 0,1 1 0 0,-3-3 0 0,1 2 0 31,-2 2 0-31,-1-3 0 0,-3-1-144 0,1-1 144 0,0-3-144 16,-4-4 144-16,2-15-160 0,-2 15 160 0,2-15 0 0,0 0 0 15,0 0-128-15,0 0 128 0,0 0 0 0,0 0 0 16,0 0 0-16,0 0 0 0,0-13 128 0,2-4-128 0,1-3 144 0,1-2-144 15,-1-2 0-15,0-1 0 0,-1 0 0 0,0-2-160 0,-2 0 160 0,0 2-208 32,-4-2 80-32,1 1 128 0,-2 0-192 0,2-1 192 0,-2-2-160 0,-1 2 160 15,1 2 0-15,2 3-144 0,1-2 144 0,1 4 0 16,1 2 0-16,0 3 0 16,1 3 0-16,1 3-128 0,1 1 128 0,-3 8 0 15,12-8 0-15,3 4 0 0,6 4 0 0,2 5-160 0,2 2 160 0,4 0 0 16,0 1 0-16,3 2 0 0,1 0 0 0,-1 4 0 0,0 3 224 0,-2 1 0 15,1 1 0-15,-1 2 0 0,-1 3-16 0,1 1 0 32,0 2 0-32,0 2 0 0,1 3-80 0,-1 1-128 15,0 4 176-15,-3 0-176 0,-2 0 0 0,2 2-176 0,0 2 0 0,0-6-18288 16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5:50.84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0C274915-BF22-41FE-8DB1-426CE86184D1}" emma:medium="tactile" emma:mode="ink">
          <msink:context xmlns:msink="http://schemas.microsoft.com/ink/2010/main" type="inkDrawing" rotatedBoundingBox="16085,5334 16139,5316 16140,5318 16085,5335" shapeName="Other"/>
        </emma:interpretation>
      </emma:emma>
    </inkml:annotationXML>
    <inkml:trace contextRef="#ctx0" brushRef="#br0">5772 530 34095 0,'0'0'3024'15,"0"0"-2416"1,0 0-480-16,0 0-128 0,0 0 2592 0,0 0 496 15,0 0 112-15,0 0 0 0,0 0-2352 0,0 0-464 16,0 0-112-16,0 0-16 16,15-3-1296-16,-2-2-272 0,-13 5-48 0,14-5-11632 0,-1 1-2304 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8:01.53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83C9A6A-15D0-426E-B71C-D699AD877182}" emma:medium="tactile" emma:mode="ink">
          <msink:context xmlns:msink="http://schemas.microsoft.com/ink/2010/main" type="writingRegion" rotatedBoundingBox="4090,10020 29171,9465 29384,19112 4303,19667"/>
        </emma:interpretation>
      </emma:emma>
    </inkml:annotationXML>
    <inkml:traceGroup>
      <inkml:annotationXML>
        <emma:emma xmlns:emma="http://www.w3.org/2003/04/emma" version="1.0">
          <emma:interpretation id="{482F8AEE-6657-4AFE-9579-A8980D5BF1CB}" emma:medium="tactile" emma:mode="ink">
            <msink:context xmlns:msink="http://schemas.microsoft.com/ink/2010/main" type="paragraph" rotatedBoundingBox="11275,9861 29171,9465 29222,11764 11326,1216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8EE53D4-311F-4B2A-95FF-A6B891B24D13}" emma:medium="tactile" emma:mode="ink">
              <msink:context xmlns:msink="http://schemas.microsoft.com/ink/2010/main" type="line" rotatedBoundingBox="11275,9861 27380,9505 27415,11086 11310,11442"/>
            </emma:interpretation>
          </emma:emma>
        </inkml:annotationXML>
        <inkml:traceGroup>
          <inkml:annotationXML>
            <emma:emma xmlns:emma="http://www.w3.org/2003/04/emma" version="1.0">
              <emma:interpretation id="{C7197101-9DAC-4F94-A214-16D5848A595C}" emma:medium="tactile" emma:mode="ink">
                <msink:context xmlns:msink="http://schemas.microsoft.com/ink/2010/main" type="inkWord" rotatedBoundingBox="11277,9956 13194,9913 13227,11399 11310,1144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2741 5707 19343 0,'0'0'848'0,"0"0"192"0,0 0-832 0,0 0-208 0,0 0 0 0,0 0 0 16,6 19 3152-16,1 1 592 16,1 0 112-16,1 6 32 0,-2 0-2912 0,-1 5-576 0,-1 1-112 0,0 3-32 15,-1 4 48-15,1 4 0 16,2 3 0-16,1 1 0 0,0-3-112 0,1-2-32 0,-1-2 0 0,2-3 0 15,2-1-160-15,0-3 0 0,-2-1 0 0,-3 0 0 16,-1-3 0-16,-1-1 0 0,-1-1 0 0,-2-1 0 16,-2-5 0-16,-2-2 128 0,-2-4-128 0,1-1 0 15,-4-3 128-15,7-11-128 0,-11 10 128 0,-1-3-128 0,-2-4 144 0,1-3-144 16,-2-1 160-16,-2-4-160 0,0-2 176 0,-1-1-176 16,-1-4 192-16,2 0-192 0,0-3 144 0,1 0-144 0,-1-2 0 0,2 2 144 15,1 1-144-15,4-2 0 0,0-5 0 0,3 3 128 16,1-1-128-16,1 2 192 0,-1 1-192 0,5 1 192 15,1-2-192-15,1-2 0 0,3 1 0 0,3-1 0 16,3 1 0-16,1-3 0 0,3-2 128 0,1-1-128 16,2 1 0-16,1-7-176 0,-1-6 48 0,2-3 0 15,1-1-112-15,2 3-16 0,-2 2 0 0,0 4 0 16,-1 6-80-16,-3 7-32 0,-4 3 0 0,-3 3 0 16,-9 12-1056-16,0 0-224 0,0 0-32 0,0 0-12192 15</inkml:trace>
          <inkml:trace contextRef="#ctx0" brushRef="#br0" timeOffset="-587.8557">1928 5807 11967 0,'0'0'528'0,"0"0"112"0,0 0-512 0,0 0-128 0,0 0 0 0,0 0 0 32,0 0 3744-32,12-5 720 0,-12 5 144 0,0 0 16 15,11-4-3072-15,-11 4-608 0,0 0-128 0,12-3-32 0,-12 3 112 0,15-2 32 0,-15 2 0 0,17 2 0 16,-2 0-448-16,1-1-96 0,-3 1 0 0,2-2-16 16,0 0-368-16,2-2 0 0,0 1 0 0,0-1 128 15,-2-1-128-15,0-1 0 16,0 1 128-16,-1-2-128 0,-14 5 0 0,13-9 0 15,-3 1 0-15,-10 8 0 0,7-10 0 0,-7 10 0 0,3-14 0 0,-3 3 0 0,0 11 0 0,-5-12 0 32,-1 3 0-32,-3 1 0 0,-1 0 0 0,-2 3 0 0,-1 1 0 0,1 1 0 15,2-1 0-15,10 4 192 0,-14-3 0 0,14 3-16 0,0 0 256 0,0 0 48 16,0 0 16-16,0 0 0 0,0 0-240 0,0 0-32 16,0 0-16-16,0 0 0 15,0 0-208-15,17 5 0 16,0-3 128-16,0 1-128 0,0 2 0 0,0 2 0 0,-2 0 0 0,2-1 0 31,-1 1-1024-31,1 2-320 0,-2 1-48 0,-1 0-14784 0</inkml:trace>
          <inkml:trace contextRef="#ctx0" brushRef="#br0" timeOffset="-1047.3029">1024 5357 4607 0,'-10'-16'192'0,"5"7"64"0,0 1-256 0,2-1 0 0,3 9 0 0,-5-10 0 15,0 2 1392-15,0 1 224 0,-2 0 48 0,7 7 16 16,0 0 560-16,-7-6 128 0,1-1 0 0,6 7 16 16,0 0-400-16,0 0-64 0,0 0-32 0,0 0 0 0,0 0-768 0,0 0-160 15,0 0-16-15,10 12-16 0,0-2-304 0,3 0-64 16,4 0-16-16,0 0 0 0,-2 0 48 0,2 4 16 0,1-1 0 0,1 4 0 16,1 1-224-16,-1 1-32 15,-4-1-16-15,-2 3 0 0,-1-3-176 0,-4 2-32 0,-3-1-128 16,-1 1 192-16,-3 0-192 0,-1-1 0 0,-3-2 0 15,-2-2 0-15,0-2 0 0,5-13 128 0,-10 14-128 0,1-4 0 16,9-10 0-16,-11 5 176 0,11-5-176 0,-12 0 160 16,12 0-160-16,-12 0 128 0,12 0-128 0,-12-2 128 15,2-1-128-15,10 3 128 0,-10-5-128 0,2 0 128 16,8 5-128-16,-9-9 0 0,9 9 144 0,-6-12-144 0,1 1 0 0,5 11 0 31,-2-14 0-31,2 14 128 0,5-13-128 0,2-1 0 0,1 1 0 16,2 1 0-16,2 0 0 0,3 2 0 0,2 2 0 0,1 1 0 0,-1-1 0 0,2-1-160 15,-1 2 160-15,1 1 0 0,1 1 0 0,-2 0 0 16,-1-2 0-16,2 0 0 0,-2 0 0 0,-1 1 0 0,0-3 0 0,-1-1 0 16,-2 0-144-16,1-2 144 0,-1-1 0 0,-1-1-144 15,-2 1 144-15,0 1-208 16,-2-1 80-16,1-1 128 0,-4 3 0 0,0-1 0 0,0-3 0 0,0 3 0 16,-2 0 0-16,1 0 0 0,-1-3 0 0,1 3 0 31,-3 2 0-31,3 2 0 0,-4-2 0 0,3 0 0 0,0 1-144 0,-3 9 144 15,4-8 0-15,-4 8 0 0,5-9 0 0,-5 9-128 16,0 0 128-16,0 0 0 0,0 0 0 0,0 0-128 16,0 0 128-16,0 0 0 0,0 0-144 0,-7 16 144 15,-1 0 0-15,-3 3-144 0,-2-2 272 0,0 3 48 0,-1 2 16 0,1 1 0 16,-3 1 160-16,3 1 32 0,0 0 16 0,-1 1 0 16,1-3 0-16,1 2 0 0,2-4 0 0,1-1 0 15,4-3-16-15,0 1 0 0,2-3 0 0,5 0 0 16,3-1-64-16,5-1-32 0,5-3 0 0,3 2 0 0,6 0-160 0,5 0-128 15,3-4 144-15,3-1-144 0,2-2 0 0,5-2 0 16,2 2 0-16,-2 0 0 16,-5-1-768-16,-2 1-256 0,-3 2-64 15</inkml:trace>
          <inkml:trace contextRef="#ctx0" brushRef="#br0" timeOffset="-392.3375">2283 5511 19343 0,'-2'-14'1728'0,"1"2"-1392"0,-3 2-336 0,4 10 0 16,0 0 2048-16,0 0 352 0,0 0 64 0,0 0 16 15,0 0-2048-15,0 0-432 0,0 0 0 0,0 0 0 0,0 0 0 0,0 17 0 0,4-3 0 0,1-1 0 32,1-1-1408-32,4 0-240 0,4-2-32 0</inkml:trace>
          <inkml:trace contextRef="#ctx0" brushRef="#br0" timeOffset="265.3329">2616 5472 17615 0,'-10'-17'768'0,"10"17"192"0,-7-12-768 0,4 0-192 0,0 2 0 0,3 10 0 0,1-11 624 0,-1 11 80 15,0 0 32-15,7-9 0 16,-7 9 160-16,10-8 16 0,-10 8 16 0,12-7 0 16,0 2-352-16,3 3-64 0,2 2 0 0,6 4-16 0,1 1-496 0,-4 0 0 15,-5-2 0-15,-2 2-7424 16,1 2-1600-16</inkml:trace>
        </inkml:traceGroup>
        <inkml:traceGroup>
          <inkml:annotationXML>
            <emma:emma xmlns:emma="http://www.w3.org/2003/04/emma" version="1.0">
              <emma:interpretation id="{601B1284-8041-4EA8-8B6A-71AEA5642578}" emma:medium="tactile" emma:mode="ink">
                <msink:context xmlns:msink="http://schemas.microsoft.com/ink/2010/main" type="inkWord" rotatedBoundingBox="14305,10105 14885,10092 14895,10542 14315,1055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160.9025">4107 5652 24815 0,'0'0'1088'0,"-14"-5"256"0,3-2-1088 0,11 7-256 0,0 0 0 0,0 0 0 0,0 0 272 0,0 0 0 16,0 0 0-16,0 0 0 0,11-12-144 0,3 4-128 0,1 1 144 16,5 2-144-16,5 2 224 0,4 1-48 0,5 0-16 0,1 1 0 15,4-1-32-15,1 0 0 0,-1-1 0 0,-2 0 0 31,-2 1-128-31,-1 0 0 0,-2 1-192 0,-2 1-7808 16,-3 1-1568-16</inkml:trace>
          <inkml:trace contextRef="#ctx0" brushRef="#br0" timeOffset="2343.2261">4137 5748 14735 0,'-15'-5'640'0,"15"5"160"0,-10-5-640 0,10 5-160 0,0 0 0 0,0 0 0 15,0 0 2000-15,0 0 368 0,7-10 80 0,3 3 16 16,5 0-1456-16,8 0-304 0,8-1-48 0,4 3-16 16,4 2-432-16,4 1-80 15,3-1-128-15,-1-1 176 0,1 1-464 0,-3-1-96 0,1 3 0 0</inkml:trace>
          <inkml:trace contextRef="#ctx0" brushRef="#br0" timeOffset="3444.9746">4038 5546 12607 0,'0'0'560'0,"0"0"112"0,0 0-544 0,0 0-128 0,0 0 0 0,0 0 0 16,0 0 160-16,0 0 0 0,12-5 0 0,-1 0 0 15,1 0 288-15,2 0 64 0,-1 1 16 0,1 1 0 0,-14 3 544 0,16-2 96 16,0 2 32-16,0 4 0 15,1-3-240-15,0 1-64 0,-2 0 0 0,0 1 0 16,0 0-288-16,2 2-64 0,0-1-16 0,0 1 0 16,-2 0-352-16,2 0-176 0,-2 0 160 0,4-2-7456 15,2 2-1504-15</inkml:trace>
          <inkml:trace contextRef="#ctx0" brushRef="#br0" timeOffset="4339.8971">3994 5406 8175 0,'0'0'352'0,"0"0"96"0,0 0-448 0,0 0 0 0,0 0 0 0,0 0 0 16,0 0 864-16,0 0 96 0,0 0 0 0,0 0 16 0,0 0 224 0,0 0 32 15,0 0 16-15,0 0 0 0,7-8-464 0,-7 8-80 16,10-5-32-16,2 1 0 0,-2-2-32 0,2 2 0 0,-12 4 0 0,16-3 0 16,0 0 128-16,-3-1 32 15,0 1 0-15,3-1 0 0,-1 4-224 0,2-1-32 0,-1-3-16 0,5 1 0 0,0 0 0 0,3-2 0 31,-4-2 0-31,5 2 0 0,2 0-256 0,0 0-48 16,0-4-16-16,0 3 0 0,0 1-208 0,-2 0 0 16,-5 0 128-16,-1 3-128 0,-2 0 0 0,-17 2 0 0,0 0 0 0,13 7 0 31,-13-7-1984-31,4 15-352 0</inkml:trace>
        </inkml:traceGroup>
        <inkml:traceGroup>
          <inkml:annotationXML>
            <emma:emma xmlns:emma="http://www.w3.org/2003/04/emma" version="1.0">
              <emma:interpretation id="{E7A6F28F-6414-402F-BA11-F9EEFDDEBF4B}" emma:medium="tactile" emma:mode="ink">
                <msink:context xmlns:msink="http://schemas.microsoft.com/ink/2010/main" type="inkWord" rotatedBoundingBox="15838,10100 17500,10063 17515,10732 15853,10768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404.1467">6146 5524 1839 0,'0'0'160'0,"0"0"-160"0,0-10 0 0,0 10 0 0,2-12 1680 0,-1 2 304 16,3 0 64-16,-4 10 16 0,5-10-848 0,-2 1-192 15,-3 9-16-15,5-11-16 0,0-1 496 0,-1 2 112 16,-1 0 0-16,-1 1 16 0,-2-1-96 0,0 2-32 16,-2-1 0-16,0-1 0 0,1 2-208 0,-3-1-32 15,-1-1-16-15,-1 0 0 0,-3 4-352 0,1-1-80 16,-4-2-16-16,0 3 0 0,-1 1-208 0,-2 0-64 15,-4 0 0-15,-1 3 0 0,-2 0-256 0,0 0-64 16,-1 1-16-16,1 1 0 0,-2 0 16 0,2 1 0 0,-1-1 0 0,-1 4 0 0,-1-1 64 0,-2 2 0 31,0 2 16-31,3 0 0 0,3-1-64 0,0 5-16 0,1 2 0 0,-2 0 0 16,0-2-64-16,2 2-128 0,-2 0 176 0,4 3-176 0,1-1 128 16,2-2-128-16,0-1 0 0,5 1 0 15,3 1 0-15,2-1 0 0,2 3 0 0,4-3 0 16,-1-13 0-16,9 17 0 0,1-4 0 0,5 1 0 0,2-3 0 15,3 0 0-15,3-3 0 0,1-1 0 0,1-4 128 0,2 2-128 16,0-1 0-16,2-3 0 0,-1 1 0 0,-1-2 0 16,0-3 0-16,-2-1 0 0,-1 1 0 0,-4-1-176 15,-1-1 32-15,-3 0 0 0,1 0 144 0,-2 0-192 16,-3-2 192-16,-2-1-192 0,-10 8 192 16,10-13 0-16,-1-3 0 0,-4 3 0 0,-5 13 0 0,3-15 0 15,-1-4 0-15,0 3 0 0,-2 0 0 0,0 3 0 16,0-1 0-16,0 3-192 0,0-1 192 0,0 0-128 15,0 0 128-15,0 12-128 16,0-11 128-16,0 11 0 0,1-11 0 0,-1 11 0 0,0 0 0 0,0 0 144 16,0 0-16-16,0 0-128 0,14-3 304 0,-1 3-48 15,1 3-16-15,-1 3 0 0,1 0 144 0,-1 3 16 16,-1 2 16-16,1 1 0 0,-1 0-32 0,0 0 0 16,0 0 0-16,-1-1 0 0,-1 3-128 0,2-1-48 15,0 1 0-15,0-1 0 0,0-3-208 0,-1 0 0 16,3 4 0-16,1 1 0 15,2 0-512-15,0 2-160 0,-1 0-32 0,5 0-10800 0,2-6-2160 0</inkml:trace>
          <inkml:trace contextRef="#ctx0" brushRef="#br0" timeOffset="5968.8163">6755 5892 13823 0,'0'0'1216'0,"0"0"-960"0,0 0-256 0,0 0 0 0,0 0 2336 0,0 0 416 16,0 0 96-16,0 0 16 16,0 0-1168-16,0 0-224 0,0 0-64 0,0 0 0 15,0 0-48-15,0 0-16 0,0 0 0 0,0 0 0 0,10-8-512 0,0 1-96 0,0 1-32 0,4-1 0 16,-1 4-432-16,1-1-80 15,-1 1-32-15,1-2 0 0,-14 5-32 0,15-4 0 0,-3 1 0 0,-2 0 0 16,-10 3-128-16,10-5 0 0,-10 5 0 0,8-7 0 16,-8 7 0-16,7-9 0 15,-7 9 0-15,3-8 0 0,-3 0 128 0,0-2 0 0,-1-2 0 0,-3 3 0 16,1 1-128-16,-2 0 0 0,0-4 0 0,0 3 0 0,5 9 0 0,-7-8 0 16,0-6 0-16,2 6 0 0,5 8 160 0,-6-8 0 15,-1-1 0-15,7 9 0 16,0 0 112-16,0 0 32 15,0 0 0-15,0 0 0 0,0 0-64 0,0 0-16 16,0 0 0-16,0 0 0 0,0 0-224 0,0 0 128 0,0 0-128 0,15 7 0 16,-2 0 0-16,3 3 0 0,0 0 0 0,1 2 0 0,0-4-160 15,0 6-80-15,0 2-16 0,-2-1-11632 16,0-1-2320-16</inkml:trace>
          <inkml:trace contextRef="#ctx0" brushRef="#br0" timeOffset="6161.549">6885 5504 31439 0,'-12'-32'1392'0,"3"15"288"0,-2 2-1344 0,-1 3-336 15,0 2 0-15,2 2 0 0,0 4 608 0,10 4 48 16,-12 0 16-16,12 0 0 15,-8 10-672-15,1 4 0 0,2 1 0 0,3 0-10048 16,2 2-1920-16</inkml:trace>
          <inkml:trace contextRef="#ctx0" brushRef="#br0" timeOffset="7524.1508">6928 5830 2751 0,'0'0'256'0,"0"0"-256"15,0 0 0-15,0 0 0 0,0 0 1856 0,14-1 320 0,-14 1 64 0,13-2 0 16,-13 2-288-16,0 0-64 0,0 0-16 0,0 0 0 16,15-2-208-16,-15 2-32 15,14-1-16-15,-14 1 0 0,0 0-528 0,0 0-128 16,0 0 0-16,0 0-16 0,10 3-432 0,-10-3-64 16,0 0-32-16,12 5 0 0,-2 0-160 0,2 2-48 15,1-1 0-15,1 1 0 0,-1 0-208 0,2 1 0 16,2-1 128-16,2 1-128 0,-1 1 0 0,2-1 0 0,-1 1 0 0,6 6-12928 15</inkml:trace>
        </inkml:traceGroup>
        <inkml:traceGroup>
          <inkml:annotationXML>
            <emma:emma xmlns:emma="http://www.w3.org/2003/04/emma" version="1.0">
              <emma:interpretation id="{48EF5754-95CB-4FD1-B21D-0B9B166AB582}" emma:medium="tactile" emma:mode="ink">
                <msink:context xmlns:msink="http://schemas.microsoft.com/ink/2010/main" type="inkWord" rotatedBoundingBox="20033,9767 23295,9695 23314,10576 20053,10648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9432.533">9836 5070 3679 0,'-10'-10'320'0,"-4"0"-320"15,-3 1 0-15,2 1 0 0,2 1 4096 0,3 0 768 16,10 7 128-16,-9-6 48 0,9 6-3728 0,0 0-736 0,-8-7-160 0,8 7-32 0,-7-7 240 0,7 7 32 31,0 0 16-31,0 0 0 0,0 0 48 0,0 0 16 0,-5 14 0 0,2 4 0 16,1 4-80-16,2 3-16 0,0 2 0 0,2 8 0 0,-2 6 240 0,1 4 32 0,1 6 16 16,2-1 0-1,1 2-320-15,1 0-64 0,1-1-16 0,5-6 0 16,3-3-336-16,3-1-192 0,4-4 192 0,4-4-192 0,2-2 0 0,4-4 0 15,3-2 0-15,2-3 0 16,2-5-400-16,2-4-144 0,1-4-32 0,1-3-9776 16,3-1-1952-16</inkml:trace>
          <inkml:trace contextRef="#ctx0" brushRef="#br0" timeOffset="21242.1758">12918 5125 1839 0,'-22'-28'160'0,"9"9"-160"16,-4-3 0-16,2 4 0 0,1 3 6064 0,4 3 1168 15,0 5 256-15,2 0 32 0,-2 1-5648 0,10 6-1120 0,0 0-240 0,0 0-32 16,-10-9-352-16,10 9-128 16,0 0 0-16,0 0 144 15,0 0-512-15,13 2-96 0,1 3-32 0</inkml:trace>
          <inkml:trace contextRef="#ctx0" brushRef="#br0" timeOffset="32464.5772">10442 5509 15551 0,'0'0'688'0,"10"-7"144"0,1-1-672 0,0-2-160 0,-1-4 0 0,-2 2 0 0,-3 1 1984 0,0 2 352 16,-5 9 80-16,0 0 16 0,0 0-896 0,0 0-160 15,0 0-32-15,0 0-16 0,0 0-400 0,0 0-80 0,0 0-16 0,5 14 0 32,-5-14-512-32,5 16-96 0,0 1-32 0,0 2 0 15,0 1-192-15,2 0 0 0,-2 2 0 0,0-2 0 16,2 0 128-16,0 1-128 0,-1-3 0 0,-1 1 0 15,-5-19 0-15,4 25 0 0,-1-3 0 0,-1 0 0 0,-2-6 0 0,0 1 0 0,0-17 0 0,-2 19 0 16,2-19 0-16,0 0 0 0,0 0 0 0,0 0 0 16,0 0 176-16,0 0-176 0,0 0 192 0,0 0-192 15,-12-7 384-15,6-3-48 16,1-5 0-16,1-4 0 0,3-4 16 0,1 1 0 0,1-2 0 0,3-1 0 16,-1-5-160-16,0-4-16 15,-1-6-16-15,0-9 0 0,1-7-32 0,0-2 0 16,-1-5 0-16,0 3 0 0,-1-1-128 0,-1 11 0 0,-1 8 0 0,-3 6-176 15,1 3 176-15,-2 7 0 0,-2 8 0 0,2 3-128 16,0 1 128-16,2 4 0 16,3 10 0-16,0 0 0 0,0 0 0 0,0 0 0 15,0 0 0-15,0 0-128 0,0 0 128 0,0 0-128 0,0 0 128 16,13 7-128-16,1 1 128 0,-1 4-160 0,1 2 160 0,-1 1-160 16,2 0 160-16,2 5 0 0,2 5-144 0,1 4 144 0,-2 6 0 0,1 2 0 15,1 2 0-15,0 1 0 0,0 2-128 0,2 2 128 16,0-2 0-16,0-1 0 0,2-4 0 0,-1 0 0 15,-1-2 0-15,0-1 0 0,-2-4 0 0,-1-3 0 16,-3-4 0-16,0 1 0 0,-1 1 0 0,-2-3 0 16,-3-2 0-16,-1 0 0 15,-4-3 0-15,-4 0-272 0,-2-2 64 0,-4-1-15456 16</inkml:trace>
          <inkml:trace contextRef="#ctx0" brushRef="#br0" timeOffset="32670.463">10571 5618 15663 0,'-12'-3'1392'0,"1"-2"-1120"16,-1 0-272-16,2 0 0 0,0 1 1248 0,10 4 192 16,-11-5 32-16,11 5 16 0,0 0-64 0,0 0-16 0,0 0 0 0,16-6 0 15,-1 1-432-15,3 1-80 0,2 2-32 0,6 2 0 16,2 0-592-16,3 0-112 0,1 0-32 0,0 2 0 0,0 0-304 15,1 1-64-15,1 1-16 0,-2 1-12672 16</inkml:trace>
          <inkml:trace contextRef="#ctx0" brushRef="#br0" timeOffset="33026.8872">11079 5543 24127 0,'0'0'1072'0,"-8"-9"208"0,-1 4-1024 0,9 5-256 0,0 0 0 0,0 0 0 15,0 0 480-15,0 0 32 0,0 0 16 0,0 0 0 0,0 0 96 0,4 19 16 16,3-4 0-16,1 0 0 16,2-3 96-16,5 1 32 0,2 1 0 0,3-3 0 15,2-2-400-15,2 1-80 0,1-2-16 0,-2 1 0 0,-1-4-96 16,0-2-32-16,-2 4 0 0,2-2 0 0,0-5-144 0,0 0 128 0,-2-4-128 0,0 4 128 15,-1 0-128-15,-2-1 160 16,-2-3-160-16,-2 1 160 16,-1-2-160-16,-2-3 0 0,-10 8 0 0,10-10 0 0,-3-2 128 0,-2-2-128 15,-2-3 0-15,1 1 128 0,-3 0-128 0,-1 0 128 0,-1-3-128 16,-3 4 128-16,1-2-128 0,0 0 0 0,-1-1 0 0,3 1 0 31,-1-1 0-31,0-1 0 0,1 1 0 0,-1 2 0 16,2 16-480-16,0 0-128 0,0 0-32 15,0 0 0-15,0 0-2496 0,0 0-496 0</inkml:trace>
          <inkml:trace contextRef="#ctx0" brushRef="#br0" timeOffset="33737.6553">12208 5627 9215 0,'0'0'816'0,"-7"-12"-656"0,-1 2-160 0,1 1 0 16,7 9 2240-16,-8-6 400 0,8 6 96 0,-12-10 16 15,-1-1-1152-15,1 3-208 0,0 1-48 0,0 2-16 0,-1 2-320 0,-2-2-64 16,0 0-16-16,-1 1 0 0,3 3-368 0,0-1-80 16,-3 2-16-16,1 0 0 0,-2 2-144 0,-1-1-48 0,-1 3 0 0,-1 1 0 31,-2 0-80-31,0 0 0 0,1 0-16 0,2 2 0 0,2-1-176 0,2 1 128 0,0 2-128 0,2-1 128 31,-1 0-128-31,4 1 0 0,2 1 0 0,8-10 0 16,0 0 0-16,-7 13 0 0,7-13 0 0,-2 17 0 15,2-17 0-15,5 17 0 0,-5-17 0 0,12 15 0 16,1 0 0-16,3-5 0 0,-1-3 0 0,2 0 0 0,1-2 0 0,4 0 0 0,3-2 0 0,-1 1 0 16,-2-4 0-16,1-2 0 0,-3 0 0 0,1-3 0 15,-1 2 0-15,-2-2 0 0,1 0-160 0,-2-2 160 16,-1-1 0-16,-2 1 0 15,-4-1 0-15,0-1 0 0,-2 1 0 0,-8 8 0 16,9-12 0-16,-2 0 0 0,-7 12 0 0,5-13 0 0,-5 13 0 0,0 0 0 0,3-14 0 0,-1 2 0 16,-2 12 0-16,0 0 0 0,0 0 0 0,0 0 160 31,0 0-32-31,0 0 0 0,0 0 224 0,0 0 32 16,0 0 16-16,0 0 0 0,0 0-240 0,0 0-160 0,0 0 192 0,11 7-192 15,1 0 0-15,2 1 0 0,-1-1 0 0,2 0 0 16,0 0 160-16,4-2-160 0,-1 1 128 0,3 1-128 15,-3-4 0-15,2 2 0 0,1 0 0 0,-1-1 0 16,-2-2 128-16,1-2-128 0,-1 0 0 0,-1 0 128 16,-2-4-128-16,-1 1 0 0,-14 3 0 0,11-5 0 0,0-4 0 0,-11 9 0 15,5-10 0-15,-5 10 0 0,5-13 0 0,0-1 0 0,-2 1 0 16,-3 13 192 0,0-15-192-16,-2 3 0 0,1 0 0 0,1 12 0 0,-4-13 384 0,4 13 64 15,0 0 0-15,0 0 0 0,0 0-208 0,0 0-48 0,0-14 0 0,0 14 0 31,0 0-192-31,0 0 0 0,0 0 0 0,0 0 0 0,14 4 0 0,1 2 0 16,0 4 0-16,2 1 0 0,-2-1 0 0,2 0 0 0,0 0-128 0,0 2 128 31,-2-2 0-31,0 0 0 0,-2-2 0 0,2 2 0 16,1 0 0-16,-1 0 0 0,0-1 0 0,-2-1 0 16,1-1-1520-16,-14-7-192 0,0 0-32 0,12 7-12208 15</inkml:trace>
          <inkml:trace contextRef="#ctx0" brushRef="#br0" timeOffset="33906.7328">12301 5246 7359 0,'-4'-11'656'0,"1"-1"-528"32,0 2-128-32,3 10 0 0,-4-12 3712 0,4 12 720 0,0-10 144 0,0 10 32 15,2-9-3056-15,-2 9-592 0,0 0-128 0,0 0-32 16,0 0-592-16,0 0-208 0,13 0 144 0,-13 0-12112 15</inkml:trace>
          <inkml:trace contextRef="#ctx0" brushRef="#br0" timeOffset="34167.6">12454 5011 14735 0,'0'0'1312'0,"0"0"-1056"0,0 0-256 0,13-4 0 0,-1 1 1856 0,-12 3 304 16,15 5 64-16,-1 2 16 0,-14-7-1024 0,17 10-208 15,-2 0-48-15,0 4 0 0,2 1 400 0,-1 3 80 16,3 4 16-16,-1 2 0 0,3 1-736 0,1 5-144 16,-1 2-16-16,3 3-16 0,1 4-416 0,0 2-128 0,1-4 0 15,-1 0 0-15,-2-5 0 0,-1-2 0 0,-1-2 0 0,-1 3 0 16,-2 2-144-16,1-4 144 0,-2-2-128 0,-1-2 128 31,0 0-2320-31,-3-1-384 0</inkml:trace>
        </inkml:traceGroup>
        <inkml:traceGroup>
          <inkml:annotationXML>
            <emma:emma xmlns:emma="http://www.w3.org/2003/04/emma" version="1.0">
              <emma:interpretation id="{3D46DD0E-7362-4247-8633-4E42141FB73A}" emma:medium="tactile" emma:mode="ink">
                <msink:context xmlns:msink="http://schemas.microsoft.com/ink/2010/main" type="inkWord" rotatedBoundingBox="23661,9587 27380,9505 27405,10633 23686,10715"/>
              </emma:interpretation>
            </emma:emma>
          </inkml:annotationXML>
          <inkml:trace contextRef="#ctx0" brushRef="#br0" timeOffset="22744.7861">15270 4841 15663 0,'0'-22'1392'0,"0"9"-1120"0,0-3-272 0,0 3 0 16,0 13 3248-16,5-13 592 16,-5 13 112-16,9-11 16 0,-9 11-2944 0,12-5-576 15,-1 0-128-15,3 2-32 0,1 3-288 0,2 2-256 0,0 3 64 0,3 0 0 32,5 1-1568-32,0 1-304 0,1 2-64 0,-1-1-16 15,2-3-1472-15,0 2-288 0</inkml:trace>
          <inkml:trace contextRef="#ctx0" brushRef="#br0" timeOffset="23300.3188">16191 4928 27647 0,'-14'-15'2448'0,"6"5"-1952"0,-1-2-496 0,3 2 0 16,-3 2 1568-16,9 8 224 0,-6-12 32 0,2 2 16 15,1 0-96-15,3 10-16 0,0 0 0 0,0 0 0 16,0-12-1168-16,0 12-240 0,0 0-64 0,0 0 0 0,0 0-496 0,17-2-96 15,-2 4-32-15,0 1 0 32,-2 3-2656-32,4 2-544 0</inkml:trace>
          <inkml:trace contextRef="#ctx0" brushRef="#br0" timeOffset="34726.4718">13810 5625 10127 0,'0'0'448'0,"0"0"96"0,0 0-544 0,0 0 0 0,-5-13 0 0,0 1 0 0,5 12 2560 0,-9-10 416 16,-1-2 80-16,0 2 16 0,-1 0-1408 15,-3 1-256-15,1 1-64 0,-3 1-16 16,0 0-336-16,-1 2-64 0,-3-1-16 0,-1 1 0 0,1 1-384 0,0 3-80 16,-2-1 0-16,0 2-16 0,0 2-176 0,-1-1-16 15,-1 3-16-15,1-1 0 16,-1 2-224-16,6-2 176 0,3 1-176 0,1 1 160 16,4 0-160-16,10-5 0 0,-10 10 0 0,3 0 0 15,7-10 0-15,-3 13 0 0,3-13 0 0,0 17 0 0,0-2 0 0,1-1 0 16,-1-14 0-16,4 17 0 0,-4-17-192 0,7 17 48 15,-7-17 0-15,6 16 0 16,-1-1-336-16,-5-15-64 0,0 0-16 0,0 0 0 0,9 14 176 0,-9-14 48 16,0 0 0-16,0 0 0 0,0 0 160 0,15 5 48 0,-15-5 0 15,13 0 0-15,-13 0 128 0,14-5 0 16,-4 0 128-16,0-2-128 0,-2-1 0 0,3 1 0 16,-11 7 0-16,11-10 128 0,-1-2 16 0,0 0 16 0,1 2 0 15,-1 2 0-15,0 1 400 0,2 0 80 16,-2-1 0-16,1 1 16 0,3 4 192 0,-1-2 48 15,2-2 0-15,2 4 0 0,2 1-192 0,1 2-48 0,0-2 0 0,2 4 0 16,2 1-448-16,-1 2-80 0,1 1-128 0,-1 0 176 16,-1 3-176-16,-2-1 0 0,-3 1 0 0,0 1 0 15,-2 0 0-15,0-2-192 0,-1 1 32 0,-4-1 16 32,-10-8-2352-32,12 10-480 0</inkml:trace>
          <inkml:trace contextRef="#ctx0" brushRef="#br0" timeOffset="35450.4577">13820 5056 6447 0,'3'-17'576'0,"-3"17"-576"0,4-13 0 0,1 3 0 16,-5 10 2752-16,8-7 448 0,1-1 96 0,-9 8 16 0,15-5-1968 0,-3 0-384 15,-12 5-64-15,0 0-32 0,13-4 400 0,-13 4 80 0,0 0 0 0,14 5 16 16,-14-5-496-16,10 15-96 16,-2 4-32-16,-1-1 0 0,-2 1-96 0,-2 5 0 0,1 9-16 0,1 3 0 0,1 1-352 0,1 5-64 15,1 1-16-15,1 3 0 0,-1 1-192 0,6-5 0 16,1-7 0-16,3-1 0 0,3-4 0 16,0-1 128-1,3-4-128-15,1-3 0 0,4-4 208 0,-1-2-48 16,-1-3-16-16,-1-1 0 0,-3-4 96 0,1-1 16 0,-4-2 0 0,0-2 0 15,0 1-128-15,0-3-128 0,-1-2 176 0,-2-1-176 16,0-1 160-16,-2-2-160 0,-2-2 128 0,1-1-128 16,-3-3 0-16,0 0 128 0,-3-4-128 0,-1 1 0 15,-4-1 128-15,-1-2-128 0,-2-1 128 0,-2-1-128 0,0 2 0 0,-1-1 0 16,-2-1 0-16,0 2 0 16,-2 2 0-16,2 2 0 0,-2-1 0 0,2 1 0 15,-1 1 0-15,-1 0 0 0,0 2 0 0,7 10 0 0,0 0 0 0,0 0 128 16,0 0-128-16,0 0 0 0,0 0 0 0,0 0 0 15,0 0 0-15,0 0 0 0,10 14 0 0,2 1 0 0,0 0 0 16,1 0 0-16,2 2 0 0,2-2 0 0,0-1 0 0,2 1 0 16,-3-2 0-16,3 1 0 15,1-1 0-15,0 1 0 0,2-4 0 0,2 0 0 16,-1 0 0-16,-1 0 0 0,-2-2 0 0,-1-1 0 16,-4-2 0-16,-2-2 0 15,-13-3 0-15,0 0 0 0,14 4 0 0,-14-4 0 0,0 0 0 0,0 0 0 16,13-2 128-16,-13 2-128 0,0 0 0 0,0 0 128 15,5-12-128-15,-5 12 128 0,2-13-128 0,-2 13 0 0,2-14 0 16,0 1 0-16,-2 0 0 0,1 1 0 0,3 0 0 0,-4 12 0 16,3-12 0-16,-3 12 0 15,7-13 0-15,-7 13 0 0,8-10 144 0,-8 10-144 0,10-9 160 0,-10 9-160 16,14-3 192-16,-14 3-64 0,0 0-128 0,15 2 192 16,-2 1-192-16,-1 2 0 15,0 2 0-15,0-1 0 0,-1 3 0 0,3-1 0 0,-1-1-128 0,1 1 128 0,-3 1 0 0,3-1 0 31,-2 1 0-31,0-1 0 0,-1-1 0 0,1 1 0 0,-2 1 0 0,-10-9 0 32,10 10-928-32,-10-10-224 0,0 0-64 0,0 0-13360 0</inkml:trace>
          <inkml:trace contextRef="#ctx0" brushRef="#br0" timeOffset="35617.4882">14747 5034 27647 0,'-15'-10'2448'0,"2"-3"-1952"0,-1-1-496 0,6 3 0 15,-1 1 1488-15,9 10 208 0,-6-12 32 0,6 12 16 0,0 0-1168 0,0 0-256 16,0 0-32-16,0 0-16 16,0 0-400-16,16-2-96 0,1 5-16 0,2 4-15040 15</inkml:trace>
          <inkml:trace contextRef="#ctx0" brushRef="#br0" timeOffset="36145.5613">15069 4811 9215 0,'0'0'816'0,"0"0"-656"0,0 0-160 0,5 20 0 16,1 3 4256-16,3 1 816 0,-1-4 176 0,4 2 16 0,1 5-3456 15,3 0-688-15,2 0-144 0,2 1-16 16,2-1-560-16,2 4-96 0,-1 4-32 0,2 0 0 0,2 2 0 0,2 4 0 16,0 2 0-16,-1 1 0 0,-1-4-144 0,0-2-128 15,-2-3 192-15,0-7-192 0,1-2 144 0,-1-4-144 16,-1-2 0-16,-3-3 144 0,-2-2-144 0,-1 0 0 0,-1-2 144 0,-3-3-144 15,-14-10 0-15,13 11 128 0,-13-11-128 0,14 8 0 16,-14-8 0-16,0 0 128 16,0 0-128-16,0 0 0 0,0 0 160 0,0 0-32 15,0 0-128-15,0 0 192 0,3-12-192 0,-3-1 144 0,-3-2-144 0,-2-1 128 16,0 3-128-16,-1-1 0 0,1-1 0 0,2 0 0 16,1 0 0-16,1 0 0 0,1 1 128 0,0 3-128 15,0 11 0 1,1-15 160-16,3-1-160 0,-1 5 160 15,-3 11-160-15,0 0 128 0,10-10-128 0,-10 10 128 0,12-7-128 0,-12 7 192 16,13 0-192-16,1 3 192 0,-14-3-192 0,17 7 0 16,-4 0 0-16,2 1 0 0,0 0 0 0,-1 1 0 15,-2-1 0-15,-1 2 0 0,3 2 0 0,-2-2 0 16,-2-1 0-16,0 1 0 0,0 0 0 0,0 2 0 16,-10-12 0-16,12 13 0 0,-2 1 0 0,-2-3 0 15,1 1 0-15,-9-12 0 16,0 0-432-16,5 14-16 0,-5-14 0 0,0 0-9936 15,0 0-2000-15</inkml:trace>
          <inkml:trace contextRef="#ctx0" brushRef="#br0" timeOffset="36310.5524">15797 5016 13823 0,'0'0'1216'15,"0"0"-960"-15,-8-12-256 0,3 0 0 16,0 2 2864-16,5 10 528 0,0 0 96 0,0 0 32 0,-4-12-2528 0,4 12-496 15,0 0-112-15,0 0 0 0,0 0-384 0,0 0 0 16,0 0 0-16,0 0-12288 0</inkml:trace>
          <inkml:trace contextRef="#ctx0" brushRef="#br0" timeOffset="36534.943">15891 4774 15663 0,'0'0'1392'0,"0"0"-1120"0,0 0-272 0,0 0 0 0,0 0 2416 0,0 0 416 16,14 16 96-16,-2 3 16 0,-2 1-1328 0,0 2-256 15,0 2-48-15,2-1-16 0,1 2-624 0,2 2-128 0,2 0-32 0,5 0 0 16,1 5-272-16,1 2-64 0,0-4-16 0,-3 4 0 16,0 1 32-16,-1 2 0 0,-2 0 0 0,3 0 0 0,-1-2-192 0,-2 1 0 31,1-3 0-31,-2-2 0 0,-2-4 0 0,-2-2 160 0,-1 0 16 0,-2-1 0 31,-2-4-1200-31,-1-2-256 0,-2-3-32 0</inkml:trace>
          <inkml:trace contextRef="#ctx0" brushRef="#br0" timeOffset="36714.2023">16125 5426 25791 0,'2'-21'2304'0,"1"-1"-1856"0,2 3-448 0,2 2 0 31,3 2 832-31,4-2 64 0,1 2 0 0,2 2 16 0,-1-1-288 0,3 4-64 16,1 2-16-16,0 3 0 16,0 0-336-16,2 3-64 0,0 2-16 0,0 2 0 15,-2-1-128-15,0 4 0 0,-1 0 0 0,-1 2-9296 16,1 2-1904-16</inkml:trace>
          <inkml:trace contextRef="#ctx0" brushRef="#br0" timeOffset="36902.4776">16504 5354 30287 0,'3'-20'1344'0,"2"8"272"0,2 0-1296 0,3 2-320 0,3 2 0 0,6 3 0 16,1 1 1168-16,4 1 176 0,-1 1 16 0,2 4 16 16,2 1-912-16,2 2-176 0,0 2-32 0,1 3-16 15,-2 2-240-15,1-2 0 16,-4-1-144-16,1-1 144 15,-1 0-2480-15,-2-1-400 0</inkml:trace>
          <inkml:trace contextRef="#ctx0" brushRef="#br0" timeOffset="37089.9199">17077 5184 16575 0,'0'0'1472'16,"-5"-8"-1168"-16,5 8-304 0,0 0 0 0,-10-5 2432 0,10 5 416 15,-11 1 96-15,11-1 0 0,-12 9-1408 0,0 1-272 16,-1 3-64-16,1 6-16 15,-2 6-736-15,4 4-160 0,0 4-32 0,0 6 0 16,0 1-48-16,2-1-16 0,1-2 0 0,-2 2 0 0,-1-2 64 0,2-2 0 0,1-1 0 0,0-2 0 31,-1 0-112-31,0 5-16 0,-1 5 0 0,1 0-10288 16,-2-2-2064-16</inkml:trace>
        </inkml:traceGroup>
      </inkml:traceGroup>
      <inkml:traceGroup>
        <inkml:annotationXML>
          <emma:emma xmlns:emma="http://www.w3.org/2003/04/emma" version="1.0">
            <emma:interpretation id="{CF69019A-3CED-4527-9F6C-2E82652B25C7}" emma:medium="tactile" emma:mode="ink">
              <msink:context xmlns:msink="http://schemas.microsoft.com/ink/2010/main" type="line" rotatedBoundingBox="23516,10686 29180,10464 29225,11604 23560,11826"/>
            </emma:interpretation>
          </emma:emma>
        </inkml:annotationXML>
        <inkml:traceGroup>
          <inkml:annotationXML>
            <emma:emma xmlns:emma="http://www.w3.org/2003/04/emma" version="1.0">
              <emma:interpretation id="{FF86D4A4-32B1-4772-B3B2-41027FBD526C}" emma:medium="tactile" emma:mode="ink">
                <msink:context xmlns:msink="http://schemas.microsoft.com/ink/2010/main" type="inkWord" rotatedBoundingBox="23516,10686 29180,10464 29225,11604 23560,1182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37796.3232">13606 6249 17855 0,'0'0'784'0,"0"0"176"0,0 0-768 0,0 0-192 0,0 0 0 0,0 0 0 16,5-12 1488-16,0 1 272 16,-1-1 48-16,1 2 16 0,-5 10-400 0,5-10-80 15,-5 10 0-15,3-10-16 0,-3 10-192 0,0 0-48 0,0 0 0 0,0 0 0 16,0-11-608-16,0 11-128 0,0 0-32 0,0 0 0 15,-8-6-176-15,8 6-144 0,-15 0 192 0,0 3-192 0,-2 4 0 0,-2 1 0 16,-3 2 0-16,1 4 0 0,-3-1 0 16,0 2 0-1,-1-1 0-15,0 1 0 0,0 2 0 0,-2-2 0 0,0 0 0 16,2-1 0-16,-1 1 0 0,5 0 0 0,0-2 0 0,8 2 0 16,4 2 0-16,8-2 0 0,4 4 0 0,9 1 0 0,6 2 0 15,9-2 0-15,5 0 0 0,7-3 0 0,6-2 0 0,3-3 0 16,0-5-144-16,3-2 144 15,1-2-1744-15,2 1-272 0,0-1-48 0,0-1-6832 0,-1-2-1376 0</inkml:trace>
          <inkml:trace contextRef="#ctx0" brushRef="#br0" timeOffset="38384.3948">14219 6448 4607 0,'0'-20'400'0,"-2"6"-400"0,-1 1 0 0,-4-1 0 16,-3 1 3248-16,-2-1 560 0,-1 2 112 0,-2 1 32 15,-2-1-2032-15,-2 2-384 0,-3 0-96 0,1 5-16 16,-1-2-448-16,0 0-80 0,-2 0-32 0,2 2 0 15,0 2-304-15,4 1-64 0,1 1-16 0,2 2 0 0,2 4-48 0,1 2-16 16,0-2 0-16,4 4 0 0,-1 2-112 0,4 5-32 0,2 0 0 0,1 5 0 16,4 0-272-16,1 3 0 15,2 3 0-15,4 2 0 0,2 1 144 0,1 0-144 16,2-3 0-16,1 0 144 0,3-2-144 0,2-1 0 0,-1-4 144 0,1-2-144 16,0-2 128-16,0-3-128 0,-1-6 128 0,0-2-128 15,-1-2 128-15,1-1-128 0,-3-7 128 0,-1-2-128 16,1-5 0-16,-3-1 0 0,-3-2 0 0,0-2 0 15,0-2 0-15,-3 1 0 0,-2-1 0 0,0 1 0 16,2-6 0-16,-2 2 0 0,-2 1 0 0,1 0 0 16,-1 1 0-16,2 2 0 0,-2 2 0 0,1 0 0 15,-1 2 0-15,1 2 0 0,-4 12 0 0,0 0 0 16,1-10 0-16,-1 10 0 0,0 0 0 0,0 0-128 16,9-6 128-16,-9 6-128 0,0 0 128 0,13 3-128 15,-13-3 128-15,14 7 0 0,-14-7-144 0,13 8 144 16,-13-8 0-16,15 12 0 0,-1 3 0 0,1 2 0 15,0-2 704-15,-2 0 272 0,1-1 48 0,-1 2 16 0,-1 1-800 0,0 2-240 16,-2-2 0-16,-2-1 128 16,1 0-928-16,-2-1-176 0,-2-2-48 0,-2-1 0 0,-3-12 864 15,0 0 160-15,2 12 0 0,-2-12 0 0,0 0 160 0,0 0-160 16,0 0 192-16,0 0-192 0,0 0 320 0,0 0-32 16,-7-9-16-16,7 9 0 0,-5-13-112 0,1-1-32 15,1-2 0-15,3-1 0 0,0-2-128 0,2 1 0 0,1-1 144 0,2 1-144 16,0 1 0-16,0 0 144 0,2 0-144 0,1 2 0 15,1 3 0-15,1 1 0 0,0-1 0 0,2 5 0 16,-12 7 0-16,15-2 128 0,-15 2-128 0,15 0 0 16,-15 0 0-16,17 5 0 0,-2 2-192 0,2 2 48 15,0-3 144-15,0 4 0 0,-1 4 0 0,3 1 0 16,1 0 0-16,4 2 0 0,-1 1 0 0,1 1-128 16,-2-1 128-16,1-1 0 15,2-2 0-15,-4 2-9904 0,-5-2-2016 16</inkml:trace>
          <inkml:trace contextRef="#ctx0" brushRef="#br0" timeOffset="39005.0742">14902 6709 7359 0,'0'0'656'0,"0"0"-528"15,-3-12-128-15,3 12 0 0,0 0 3728 0,0 0 720 0,0 0 144 0,6-10 16 0,1 1-2656 0,-7 9-544 31,8-10-96-31,1 2-32 0,-1 1 0 0,2 2 0 0,4-2 0 0,3 2 0 16,1-3-768-16,2 1-144 0,1 0-48 0,2 2 0 0,2 0-320 16,1 0 128-16,-1-3-128 0,0 1 0 15,-1-1 0-15,-4-1 0 0,-2-1 0 0,-1-2 0 0,-2-1 144 0,-5-2-144 16,-1 0 192-16,-2-1-192 16,-2 0 0-16,-4 0 0 0,-2 1 0 0,-3-2 0 15,-1 1 0-15,-2 4 0 0,-3 3 160 0,-1 1-160 0,-1 0 0 0,-2 1 0 0,1 0-224 16,1 2 80-1,0 2 144-15,12 3 0 0,-11-4 0 0,11 4 0 0,0 0 0 16,0 0 0-16,-11 4 0 0,11-4-128 0,0 0 128 0,0 0 0 16,0 15 0-16,5 0-128 0,2 2 128 0,5-2 0 0,1 2 0 15,4 0 0-15,2 0 0 16,1 1 0-16,0 1 0 0,5-1 0 0,2-1 0 0,2 0 0 16,0-2 128-16,-3 0-128 0,0-3 0 0,-1 0 0 15,-2-2 0-15,-2-4 0 0,-5 1 0 0,-2-4-128 16,-14-3 0-16,13-5 0 0,-13 5 128 0,11-10-128 15,-5 0 128-15,-1-2-128 0,-5-1 128 0,0-2 0 0,2-4 0 16,0-1 0-16,-2-3 0 0,0-3 0 0,-2 1 128 0,-1 2-128 16,-1-1 0-16,-1 0 0 0,-2 1 0 0,1-1 0 15,1 1 176-15,-2-2-48 0,-1-4 0 0,2 0 0 0,5-3-128 0,-3-5 0 16,-1-6 0-16,2 2 0 0,3 1 0 0,0 4 0 16,-2 5 0-16,1 7-176 15,-1 7 176-15,0 7 0 0,2 10 0 0,0 0 0 16,0 0 0-16,0 0 0 0,0 0 128 0,-1 15-128 0,2 2 0 0,3 7 0 31,-1 4 0-31,4 6 0 0,1 1 0 0,4-1 0 0,0-2 0 0,1 0 0 16,2 0 0-16,2-2 0 0,0-3 0 0,3 0 0 15,0-2 0-15,1 0 0 0,-3 1 0 0,2-1 0 16,2 2 0-16,-2-2 0 0,-1-3 0 0,-1 1-128 16,1 1 128-16,-2-2 0 0,-2-4 0 0,-3-3 0 31,-2-1-2176-31,-10-14-384 0</inkml:trace>
          <inkml:trace contextRef="#ctx0" brushRef="#br0" timeOffset="39452.5715">15619 6392 14735 0,'0'0'1312'0,"-4"-15"-1056"0,1 0-256 0,3 15 0 32,0 0 2256-32,5-14 400 0,2 3 80 0,1 1 16 15,2-1-2144-15,4 6-416 0,3 0-192 0,-1 2 160 0,1 0-160 0,3 1 0 0,1 2 0 0,0 2 0 16,1 1 0-16,2 0 0 15,-2 2 0-15,0 0 0 0,0 2-224 0,-2 0 32 16,-2 0 0-16,-1 1 0 16,-2 1-736-16,-1 1-144 0,-4 0-16 0,-2 0-16 0,-8-10 128 15,7 15 16-15,-2-2 16 0,-2 3 0 0,-3-16 704 0,2 18 240 16,0-1-144-16,-2 0 144 0,0-2 576 0,1 0 208 16,-1 0 48-16,2-1 0 0,-2-14 112 0,5 15 16 0,-5-15 16 15,7 13 0-15,-7-13-320 0,8 12-64 0,-8-12-16 16,14 8 0-16,1-3-144 0,-2-1-48 0,-13-4 0 0,15-2 0 15,1-3-160-15,-5-2-32 0,-11 7-16 0,10-11 0 16,-1-1-48-16,-2 0-128 0,-4-1 192 0,0-1-64 16,-1-1-128-16,0-2 0 0,-1 0 144 0,3 0-144 15,-3 1 0-15,1 2 144 0,0 1-144 0,1 1 0 0,2 2 368 16,-5 10-48-16,7-10 0 0,-7 10 0 0,0 0 48 0,10-7 0 16,-10 7 0-16,12-5 0 0,0 2-112 0,-12 3 0 0,16 0-16 15,1 1 0-15,2-1 16 0,-1 4 0 0,1 2 0 0,-1 1 0 16,-1 2-64-1,2-3 0-15,-1 4 0 0,1 4 0 0,-3 1-192 0,1-2 0 0,0-1 128 0,0 2-128 16,0-1 0-16,-2 2-256 0,-2-1 48 0,-1-3 16 31,0 1-2688-31,0-3-512 0</inkml:trace>
          <inkml:trace contextRef="#ctx0" brushRef="#br0" timeOffset="40020.0369">16790 6468 22111 0,'1'-15'976'16,"-1"15"208"-16,0-14-944 0,-1 3-240 0,-3-1 0 0,4 12 0 0,-6-12 1056 0,-1 2 160 0,-1 0 48 0,-4 1 0 0,-2 3-416 16,1 2-80-1,-1 1 0-15,1 1-16 0,-1 2-384 0,3 2-80 16,11-2-16-16,-14 7 0 0,2 3-272 0,2 2 0 0,2-4 0 0,1 4 0 16,2 1 0-16,3 1 0 0,4 2 0 0,3 3 0 15,2-1 0-15,1 1 0 16,2-1 0-16,4 1 0 0,-1-4 0 0,2 0 160 0,2-1-160 0,2-1 128 15,-1-3-128-15,3 0 0 16,-1-1 0-16,-2-4 128 16,-1-3-496-16,2-2-96 0,-1 0-32 0,1 0 0 0,-1-6-80 15,-3 0 0-15,-1-3-16 0,-1-1 0 0,-1-2 416 0,0 1 176 0,-2 1-128 0,-2-2 128 0,-1 0 0 0,-4 0 0 16,-1 0 0-16,-2 1 0 0,0-1 176 0,0 12 16 0,-2-12 0 0,1 0 0 31,1 12 80-31,-2-10 32 0,2 10 0 0,0 0 0 0,0 0-112 0,0 0-32 16,0 0 0-16,0 0 0 15,0 0-160-15,0 0 0 0,13-1 0 0,1 1 0 0,-14 0 0 16,18 0 0-16,1 1 0 0,-1 3 0 0,1-1 0 16,-1 0 128-16,1 1 0 0,-2-3 0 0,-2 3-128 0,-2-3-176 15,-13-1 48-15,0 0 0 0,0 0 304 0,0 0 64 16,0 0 16-16,0 0 0 0,0 0 496 0,0 0 96 16,0 0 32-16,0 0 0 0,0 0-304 0,0 0-48 15,0 0-16-15,0 0 0 0,0 0-272 0,0 0-64 16,12-3-16-16,-12 3 0 0,7-10-160 0,-7 10 0 0,8-8 0 0,1-2 128 15,-1-4-128-15,2 2 0 0,0 2 0 0,0 2 0 16,-1-1 0-16,1 1 0 16,0 1 128-16,-10 7-128 0,13-3 0 0,1-1 0 0,-2-1 0 15,-12 5 0-15,13-1 208 0,-13 1 16 0,15 1 0 0,0 1 0 16,1 1-48-16,-3 3-16 0,0-1 0 0,1 3 0 16,1 4-160-16,0 1 0 0,0-1 0 0,0 0 0 15,-1-2 0-15,-2 2-176 0,-4-1 176 0,1 1-192 31,-9-12-2272-31,6 10-464 0,-6-10-80 0,0 0-32 0</inkml:trace>
          <inkml:trace contextRef="#ctx0" brushRef="#br0" timeOffset="40178.2423">17064 6197 8287 0,'-24'-25'368'0,"11"8"80"0,-2-2-448 0,1 3 0 0,4 0 0 0,4 3 0 16,1 0 4944-16,3 2 912 0,4 3 176 0,-2 8 48 0,0 0-4240 0,0 0-848 15,0 0-160-15,18 5-48 16,1 2-976-16,1 3-192 0,2 3-32 0</inkml:trace>
          <inkml:trace contextRef="#ctx0" brushRef="#br0" timeOffset="40762.5156">17572 6311 6447 0,'0'0'576'0,"0"0"-576"16,0 0 0-16,0 0 0 0,14 4 4800 0,1 1 864 16,0 2 160-16,0-1 48 0,0 1-3728 0,-1 0-736 0,-1-2-160 0,-1 2-32 15,-12-7-304-15,13 15-64 0,-3-2-16 0,-10-13 0 16,11 14-592-16,-11-14-240 0,0 0 176 0,8 13-176 16,-8-13 0-16,0 0 0 0,0 0 0 0,0 0 0 15,0 0 128-15,0 0-128 0,0 0 0 0,0 0 0 0,0 0 144 0,0 0-144 31,0 0 128-31,0 0-128 0,0 0 128 0,0 0-128 0,0-10 0 0,0 10 128 16,0-12-128-16,0 2 0 0,2 0 0 0,-2 10-176 16,6-10 176-16,-6 10-208 0,9-10 80 0,-1 1 128 0,-8 9-192 0,12-8 192 15,-2 1-160-15,-10 7 160 0,15-3-128 0,-1 1 128 0,-14 2 0 0,16 0-144 16,0 4 144-16,0 1 0 0,1 0 0 0,2 1 0 16,-2 3 0-16,1-1 0 0,1-1 0 0,-1 0 0 15,2 1 0-15,0 1 0 0,-1-3 144 0,1 1-144 16,0 1 0-16,-3-3 0 0,-3 0-240 0,-14-5 80 31,16 0-288-31,-16 0-48 0,0 0-16 0,0 0 0 0,7-13 128 16,-3 0 0-16,-4-1 16 0,-5 1 0 0,-1-6 192 0,0-3 48 15,-1-3 0-15,-3-4 0 0,-2-1 128 0,0-4 0 16,1-1 0-16,-3-4 0 0,1-6 0 0,-1 1 0 0,2 1 0 0,1 2 0 16,1 6 0-16,-1 1 128 0,3 4-128 0,0 5 176 15,-1 4 224-15,3 6 48 0,-1 4 16 0,2 2 0 16,5 9-144-16,0 0-16 0,0 0-16 0,0 0 0 15,0 0-64-15,0 0-16 16,0 0 0-16,6 22 0 0,3 3-208 0,4 2 0 16,2 2 0-16,4 3 0 0,-1 3 0 0,4 4 0 0,4 1 176 0,1-1-176 0,1-2 0 15,2 0 0 1,2-5 0-16,0-2 0 0,-3-1 128 0,-2-4-128 16,-2-1 0-16,0-3 0 0,1-2 0 0,-5-1 0 15,-4-2 0-15,-2-1 0 16,-3-2-2176-16,-5 1-560 0,-7-14-96 0,-8 20-32 0</inkml:trace>
          <inkml:trace contextRef="#ctx0" brushRef="#br0" timeOffset="40907.1992">17917 6306 7359 0,'5'-16'320'0,"-5"16"80"0,10-12-400 0,4 2 0 0,2 1 0 0,6 4 0 15,4 0 3728-15,6 2 672 0,3 1 128 0,4 2 16 16,3-2-3584-16,5 2-736 0,-2 0-224 0,1-1-10560 15</inkml:trace>
          <inkml:trace contextRef="#ctx0" brushRef="#br0" timeOffset="41136.04">18531 5674 17503 0,'14'15'768'0,"-1"0"176"0,4 4-752 0,6 6-192 0,4 7 0 0,4 10 0 15,1 8 3200-15,1 11 624 0,1 8 112 0,0-4 32 0,-2-1-2576 0,-6-3-512 16,-4-4-112-16,-6-1 0 0,-8-1-624 0,-5 2-144 16,-8 6 0-16,-8 1 0 15,-7 3 0-15,-7-6 0 0,-5-11 0 0,-7-3-10304 16,-6-8-1920-16</inkml:trace>
        </inkml:traceGroup>
      </inkml:traceGroup>
      <inkml:traceGroup>
        <inkml:annotationXML>
          <emma:emma xmlns:emma="http://www.w3.org/2003/04/emma" version="1.0">
            <emma:interpretation id="{E3293484-9023-44AF-8C3D-CE897DADC26B}" emma:medium="tactile" emma:mode="ink">
              <msink:context xmlns:msink="http://schemas.microsoft.com/ink/2010/main" type="line" rotatedBoundingBox="15297,11348 20342,11206 20363,11938 15318,12081"/>
            </emma:interpretation>
          </emma:emma>
        </inkml:annotationXML>
        <inkml:traceGroup>
          <inkml:annotationXML>
            <emma:emma xmlns:emma="http://www.w3.org/2003/04/emma" version="1.0">
              <emma:interpretation id="{6D8BC85D-3C96-4F8E-9827-07A10FC567F1}" emma:medium="tactile" emma:mode="ink">
                <msink:context xmlns:msink="http://schemas.microsoft.com/ink/2010/main" type="inkWord" rotatedBoundingBox="15297,11348 17846,11276 17866,12009 15318,12081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61746.9">5142 6673 3679 0,'-32'-32'320'0,"11"12"-320"0,0-2 0 0,2 4 0 0,4 3 5264 16,3 1 992-16,5 6 192 0,7 8 32 0,0 0-5264 0,0 0-1072 16,0 0-144-16,0 0-144 15,0 0-2256-15,0 0-448 0,19 6-96 0,4 1 0 0</inkml:trace>
          <inkml:trace contextRef="#ctx0" brushRef="#br0" timeOffset="61563.1232">5004 7146 19871 0,'0'0'880'0,"0"0"176"0,-2-12-848 0,0 2-208 0,2 10 0 0,0-12 0 0,2 1 1600 0,1 0 256 15,1 3 64-15,-4 8 16 0,1-10-336 0,-1 10-64 0,0-8 0 16,0 8-16-16,0 0-496 0,0 0-112 16,7-9-16-16,-7 9 0 0,0 0-528 0,0 0-112 15,12-5-32-15,0 2 0 0,-12 3-224 0,16-4 0 0,-2 1 0 16,1 1 0-16,0-1 0 0,0 0 0 0,-1-2 128 0,-1-1-128 15,2 0 0-15,1-1 0 0,-3-1 128 0,0-1-128 16,1 1 0-16,-2-1 0 0,-1 1 0 0,0 0 0 0,-11 8 0 16,10-12 0-16,-2 0 0 0,-8 12 0 0,5-13 128 0,-5 13-128 15,0-12 0-15,0 12 0 0,-3-14 0 0,3 14 0 32,0 0 0-32,-10-10 0 0,0 2 0 0,-1 3 0 15,11 5 0-15,-11-2 0 0,11 2 0 0,0 0 0 16,0 0 0-16,-9 7-160 0,9-7 160 0,0 0 0 0,0 13 0 15,0-13-128-15,5 15 128 0,2 1 0 0,1-5 0 0,3-1-128 16,0-1 128-16,4-1 0 0,2-1 0 0,2 3 0 16,1 2 0-16,2 0-160 0,-2-2 160 0,-1 0-16112 15</inkml:trace>
          <inkml:trace contextRef="#ctx0" brushRef="#br0" timeOffset="61971.3507">5640 7008 18431 0,'-7'-7'1632'0,"2"-3"-1312"0,5 10-320 0,-4-13 0 16,4 1 1936-16,0 12 320 0,2-14 64 0,-2 14 16 16,10-11-1376-16,-10 11-256 0,12-12-64 0,1 5-16 15,-13 7-368-15,19-5-80 0,1 3-16 0,-3 2 0 0,0 4-288 0,1 1-64 16,3 2-16-16,-3-1-8464 16,-1-1-1696-16</inkml:trace>
          <inkml:trace contextRef="#ctx0" brushRef="#br0" timeOffset="62135.8401">5702 7159 13823 0,'0'0'1216'0,"0"0"-960"0,0 0-256 0,-7-8 0 16,7 0 1456-16,0 8 240 0,10-10 48 0,0 1 16 16,0 1-736-16,4-1-160 0,3 1-32 0,1-1 0 15,2 1-512-15,4 1-96 0,0 1-32 0,-1-1-7168 16,2 0-1424-16</inkml:trace>
          <inkml:trace contextRef="#ctx0" brushRef="#br0" timeOffset="62349.0618">6200 6818 26079 0,'0'0'1152'0,"0"0"256"0,0-14-1136 0,0 4-272 0,0 10 0 0,0 0 0 0,0 0 1040 16,0 0 160-16,0 0 16 0,0 0 16 0,0 0-512 16,0 0-96-16,15 7-32 0,-2 1 0 15,-1 4-448-15,0 3-144 0,-2 2 0 0,0 3 0 32,0 2-640-32,0-2-256 0,1-1-32 0,-3-2-16 0</inkml:trace>
          <inkml:trace contextRef="#ctx0" brushRef="#br0" timeOffset="62576.4633">6684 6927 15663 0,'0'0'688'0,"0"0"144"0,-3-10-656 0,3 10-176 0,0 0 0 0,0 0 0 16,0 0 3344-16,0 0 640 0,0 0 128 0,0 0 32 0,-7 14-3216 0,1 1-640 15,-1-2-128-15,-2 4-32 0,-1 2 768 0,0 1 160 16,0 2 32-16,-2 3 0 16,1 0-1696-16,-3 2-336 0,1 0-64 0,-2 0-16 15,-2-2-576-15,0-3-128 0,-2-2-32 0</inkml:trace>
          <inkml:trace contextRef="#ctx0" brushRef="#br0" timeOffset="63063.225">6962 6788 5519 0,'0'0'496'0,"-5"-14"-496"0,2 2 0 0,3 12 0 15,0 0 4144-15,0 0 720 0,1-10 160 0,-1 10 32 0,0 0-3072 0,0 0-592 0,0 0-128 0,0 0-32 16,14-1-416-16,-1 4-96 15,1 4-16-15,-1-1 0 0,-13-6-320 0,15 12-64 0,-1 2 0 0,-2-1-16 0,-4 1-48 0,-3 1-16 16,-2 0 0-16,1 0 0 0,-3-2-240 0,-1-13 0 31,-1 17-192-31,-1-3 192 0,0-1 0 0,-1 1 0 0,3-14 128 0,-7 13-128 0,7-13 0 0,-6 14 0 16,6-14 0-16,0 0 0 0,0 0 0 0,0 0 0 31,0 0 0-31,0 0 0 0,0 0 0 0,0 0 224 0,0 0-32 0,0 0-16 16,0 0 208-16,0 0 64 0,16 8 0 0,1-5 0 0,0-3-224 0,3-1-32 15,4 1-16-15,1-2 0 16,0-3-1152-16,2 2-240 0,0-1-32 0,2 1-16 16</inkml:trace>
          <inkml:trace contextRef="#ctx0" brushRef="#br0" timeOffset="63219.6363">7416 6880 9215 0,'0'0'816'0,"0"0"-656"0,0 0-160 0,4-10 0 16,1-2 3008-16,-5 12 576 0,0 0 128 0,13-6 0 0,-1-1-2880 0,0 2-576 0,0 0-112 16,-12 5-16-1,15 0-128-15,-2 3 144 0,-13-3-144 0,15 7 160 32,-1 1-1312-32,-2-1-256 0</inkml:trace>
        </inkml:traceGroup>
        <inkml:traceGroup>
          <inkml:annotationXML>
            <emma:emma xmlns:emma="http://www.w3.org/2003/04/emma" version="1.0">
              <emma:interpretation id="{B2388E1A-5FE5-46C4-AFD7-758ED4EAE86A}" emma:medium="tactile" emma:mode="ink">
                <msink:context xmlns:msink="http://schemas.microsoft.com/ink/2010/main" type="inkWord" rotatedBoundingBox="18389,11567 20351,11511 20360,11827 18398,11882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63404.5145">8079 6857 21183 0,'-1'-17'1888'0,"1"5"-1504"16,1-1-384-16,4-1 0 0,0-1 2544 0,2 0 432 0,3 8 96 0,-10 7 0 0,15-2-2352 15,-1 2-464-15,-14 0-112 0,15 5-16 16,-2 4-1712-16,-1 1-336 0,-12-10-80 15</inkml:trace>
          <inkml:trace contextRef="#ctx0" brushRef="#br0" timeOffset="63507.0876">8411 6846 26031 0,'0'0'1152'0,"0"0"240"0</inkml:trace>
          <inkml:trace contextRef="#ctx0" brushRef="#br0" timeOffset="63663.1249">8628 6863 12895 0,'10'-6'1152'0,"0"-1"-928"15,-10 7-224-15,15-5 0 0,-1-2 1856 0,1 2 320 16,0 0 64-16,0 2 0 0,0-2-1696 0,-1 3-352 15,-14 2-64-15,15 3-9584 0</inkml:trace>
          <inkml:trace contextRef="#ctx0" brushRef="#br0" timeOffset="68642.6137">9129 6848 1839 0,'0'0'0'0,"0"-15"160"0,-2-2-160 0,1 2 0 0,1 0 0 0,0 1 0 15,-2 4 4224-15,2 0 800 0,0 10 160 0,0 0 48 0,0 0-3200 0,0 0-640 0,0 0-128 0,0 0-32 16,0 0-528-16,0 0-128 0,0 0 0 0,14 9-16 31,-4 1-288-31,0 3-48 0,2-3-16 0,-1 2 0 0,1 0 496 0,2 1 80 16,-1-1 32-16,2-2 0 0,0 0-144 0,0 2-32 15,1 0 0-15,-1-2 0 0,-2 2-288 0,-3 0-64 16,0-1-16-16,-10-11 0 16,9 15-128-16,-9-15-16 0,0 0-128 0,8 14 192 0,-8-14-192 0,0 0 0 15,0 0 0-15,0 0 0 0,0 0 0 0,0 0 0 16,0 0 0-16,0 0-160 16,0 0 160-16,0 0 0 0,0 0 128 0,0 0-128 15,0 0 0-15,0 0 144 0,0 0-144 0,0 0 0 16,0 0 176-16,0 0-176 0,0 0 160 0,-7-9-160 0,7 9 0 0,-3-13 128 0,1 1-128 0,2 0 0 15,0-3 0-15,2 0 0 16,0 0 0-16,1-2 0 0,1 2 0 0,1 0 0 0,1 1 0 0,1 1 0 16,-2 1 0-16,2 2-160 15,-7 10 160-15,10-7-192 0,-10 7 192 0,12-5-128 0,-12 5 128 0,13-1-128 16,-13 1 128-16,15 3 0 0,-15-3 0 0,17 7-128 0,-2 3 128 16,-1-2 0-16,-1 1 0 0,1 1 0 0,-3 0 0 0,1-2 0 15,-12-8 0-15,14 14 0 0,-4-2 0 0,0-2 0 31,-10-10 0-31,8 13 0 0,-8-13 0 0,0 0 0 16,7 19 0-16,-2-4 0 0,-5-15 0 0,0 0 0 0,0 0 0 0,0 15 0 16,0-15 0-16,0 0 0 0,0 0 0 15,-5 13 0-15,5-13 0 0,0 0 128 0,0 0-128 0,0 0 0 16,0 0 0-16,0 0 0 0,0 0 0 0,0 0 0 16,-5-10 128-16,2 2-128 0,3-2 160 0,1 1-160 15,-1 9 0-15,5-13 128 0,2-1-128 0,1 1 0 16,1 1 0-16,-1 0 0 0,1 1 0 0,2-1 0 15,3 0 0-15,-1 0 0 0,1-1 128 0,-1 1-128 0,1 0 0 0,-1 2 0 16,1 2 0-16,-1 3 0 16,1 1 0-16,-1 3 0 0,-13 1 0 0,15 0 0 15,0 3 0-15,-1 4 0 0,-2-1 0 0,-1 5 0 0,1 0 0 0,0 3 0 16,0 4 0-16,-1-1 0 0,0 0 0 16,0 1 0-16,1 1 0 0,2 1 0 0,-1 0 0 0,2 1 0 15,0 0 0-15,4 1 0 16,3-3-544-16,1-2-208 0,-1 1-32 15</inkml:trace>
        </inkml:traceGroup>
      </inkml:traceGroup>
    </inkml:traceGroup>
    <inkml:traceGroup>
      <inkml:annotationXML>
        <emma:emma xmlns:emma="http://www.w3.org/2003/04/emma" version="1.0">
          <emma:interpretation id="{C64CB844-A3F1-4406-A8F0-5233F28D047B}" emma:medium="tactile" emma:mode="ink">
            <msink:context xmlns:msink="http://schemas.microsoft.com/ink/2010/main" type="paragraph" rotatedBoundingBox="13238,12954 26415,12510 26478,14380 13301,1482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6E2CC993-289A-448F-A73F-C9ED8CB707B9}" emma:medium="tactile" emma:mode="ink">
              <msink:context xmlns:msink="http://schemas.microsoft.com/ink/2010/main" type="inkBullet" rotatedBoundingBox="13243,13100 13331,13098 13334,13158 13245,13160"/>
            </emma:interpretation>
            <emma:one-of disjunction-type="recognition" id="oneOf7">
              <emma:interpretation id="interp7" emma:lang="" emma:confidence="0">
                <emma:literal>•</emma:literal>
              </emma:interpretation>
            </emma:one-of>
          </emma:emma>
        </inkml:annotationXML>
        <inkml:trace contextRef="#ctx0" brushRef="#br0" timeOffset="50732.5126">2946 8349 23039 0,'-3'-13'2048'0,"-3"-1"-1648"0,1 1-400 0,5 13 0 16,-3-12 2784-16,3 12 480 15,0 0 80-15,0 0 32 0,0 0-2784 0,0 0-592 0,15 5 0 0,0 2 0 16,-1 3-896-16,1 1-80 0,0 1-16 0,2 0 0 0</inkml:trace>
      </inkml:traceGroup>
      <inkml:traceGroup>
        <inkml:annotationXML>
          <emma:emma xmlns:emma="http://www.w3.org/2003/04/emma" version="1.0">
            <emma:interpretation id="{B8671AA1-BB2D-4AD9-8682-33F391ED7587}" emma:medium="tactile" emma:mode="ink">
              <msink:context xmlns:msink="http://schemas.microsoft.com/ink/2010/main" type="line" rotatedBoundingBox="14423,12914 26415,12510 26478,14380 14486,14784"/>
            </emma:interpretation>
          </emma:emma>
        </inkml:annotationXML>
        <inkml:traceGroup>
          <inkml:annotationXML>
            <emma:emma xmlns:emma="http://www.w3.org/2003/04/emma" version="1.0">
              <emma:interpretation id="{4784B2BF-F261-4511-99B1-E0A68C2FBA61}" emma:medium="tactile" emma:mode="ink">
                <msink:context xmlns:msink="http://schemas.microsoft.com/ink/2010/main" type="inkWord" rotatedBoundingBox="14433,13208 14903,13193 14920,13680 14449,13696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51241.9978">4139 8892 24879 0,'-4'-15'1088'16,"4"7"256"-16,0-2-1088 0,0 10-256 0,11-9 0 0,5 4 0 0,10 2 2656 0,6-5 480 31,3-4 80-31,5 2 32 0,4-2-2624 0,1 2-624 16,3-4 0-16,0 3 0 15,3 0-1856-15,-1 0-432 0</inkml:trace>
          <inkml:trace contextRef="#ctx0" brushRef="#br0" timeOffset="51083.8475">4312 8504 24879 0,'0'0'2208'0,"0"-12"-1760"0,-2-1-448 0,2 1 0 0,0 12 2944 0,5-12 496 16,-5 12 96-16,11-12 32 15,-1 2-2336-15,3 2-464 0,1 1-80 0,-4 2-32 0,1 0-448 0,3 0-80 0,1 1-128 0,0 1 176 0,2 1-176 0,0 2 0 32,0 2-160-32,6 0 160 15,-1-1-2496-15,-2 5-384 0,7 2-96 0,-7 4-16 0</inkml:trace>
        </inkml:traceGroup>
        <inkml:traceGroup>
          <inkml:annotationXML>
            <emma:emma xmlns:emma="http://www.w3.org/2003/04/emma" version="1.0">
              <emma:interpretation id="{6CBBD846-7169-4A4D-B05F-E9A63E9A124C}" emma:medium="tactile" emma:mode="ink">
                <msink:context xmlns:msink="http://schemas.microsoft.com/ink/2010/main" type="inkWord" rotatedBoundingBox="15751,12869 17458,12811 17521,14682 15814,14739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59355.6929">6607 8410 30351 0,'-22'-14'1344'0,"10"4"272"0,1-3-1296 0,4 1-320 0,7 12 0 0,0 0 0 0,0 0 432 0,0 0 16 16,0 0 0-16,0 0-14400 0</inkml:trace>
          <inkml:trace contextRef="#ctx0" brushRef="#br0" timeOffset="52427.11">5700 8374 14623 0,'0'0'640'0,"0"0"144"0,0 0-624 0,2-10-160 0,0-2 0 0,-2 12 0 15,0 0 816-15,0 0 128 0,1-13 16 0,-1 13 16 16,-1-14 160-16,1 14 16 0,-4-13 16 0,4 13 0 0,0 0-128 0,-7-15-16 15,1 0-16-15,-1 5 0 16,0-2-304-16,1 0-48 0,-5 0-16 0,1 0 0 16,0 1-304-16,0-3-64 0,-2 1-16 0,2-4 0 15,0 0-96-15,2-1-32 0,-2 2 0 0,1 3 0 0,1 0-128 0,-1 2 0 16,1 3 0-16,0 3 0 0,-2 0 0 0,10 5 0 16,-14 0-176-16,4 2 176 0,10-2 0 0,-12 5 128 15,0 1 0-15,4 5 0 16,0 0 1024-16,1 4 224 0,0 6 32 0,4 1 16 15,1-1-1808 1,4 3-384-16,1-1-64 0,4 3 0 0,1 1 832 0,4 1 0 0,3-1 0 0,4 2 0 0,3-2 288 0,3-2-32 16,3 2 0-16,3 3 0 0,-1 2 0 0,2-2 0 15,0 2 0-15,2 0 0 0,1 0-128 0,0-1-128 16,-1-3 192-16,-4-3-192 0,2-3 160 0,2-2-160 16,1-1 128-16,0-4-128 0,1-1 160 0,1-6-160 15,-2-1 192-15,-1-4-192 0,-2-1 160 0,0-2-160 16,-4-2 128-16,1-3-128 0,-4-3 128 0,-3-4-128 0,-3-3 0 0,-4-2 128 0,-5-3-128 15,-3-2 0-15,-4-3 144 0,-3-1-144 0,-3-1 0 0,-4 1 128 16,-2-1-128-16,-2 0 0 0,-5 0 0 16,1 2 128-16,0 3-128 0,0 3 0 0,-2 2 0 15,2 6 0-15,-2 2 0 0,2 1 0 0,0-1 0 0,0 4 0 16,-4 2 0-16,2 3 0 0,2 5 0 16,2 0 0-16,-1 0 0 0,4 3 0 0,2 3-128 0,3 2 128 31,5-13-128-31,0 17 128 0,3-2 0 0,4 2-128 15,0 1 128-15,4 2 0 0,6 1 0 0,3 1 0 0,4-2 0 0,5 0 0 16,3 2 0-16,6-4 0 0,6-1 0 0,7 0-15744 16</inkml:trace>
          <inkml:trace contextRef="#ctx0" brushRef="#br0" timeOffset="59168.0245">6760 8760 16575 0,'0'0'736'0,"-3"-16"160"0,-1 1-720 0,3 3-176 16,-1 2 0-16,2 10 0 0,3-10 4256 0,-3 10 816 0,5-8 176 0,-5 8 16 0,0 0-4256 0,14 2-864 16,-14-2-144-16,17 15 0 15,0 5 0-15,-1 5 192 0,1 4-32 0,2 3 0 16,-1 1-160-16,2 4 0 0,1-3 0 0,2 3 0 15,2 0 0-15,2 0 0 0,-1-2 0 0,-1 4 0 16,-3 0 0-16,0 5 0 0,-2 3 0 0,0 3 0 16,-3 4 0-16,0 0 0 0,-4-2 0 0,-3-2 0 15,-3-6 0-15,-2-2 0 0,-3-5 0 0,-1-3 0 16,1-7 0-16,-4-2 0 0,-1-5 0 0,-2 0 0 16,-2-1 0-16,-1-2 0 0,-4-2 0 0,0 0 0 0,-1 0 0 0,-2 0 0 15,-2 0 0-15,-5-3 0 0,-3-5 0 0,-4-2 0 16,-5-2 0-16,-1 2 0 0,-2-1 128 0,-2-2-128 0,-3-1 0 15,-1-1 128-15,-5-1-128 0,1-1 0 0,0-2 144 0,0-1-144 16,0-5 128-16,5-1-128 0,7-3 128 0,4 1-128 16,4-1 0-16,7 1 0 0,7-2 0 0,4-1 128 15,4 1 80-15,7-2 32 0,6 1 0 0,8-5 0 16,5 0 192-16,6-5 32 0,7-1 16 0,1-1 0 16,4-2-112-16,5-2-32 0,3-2 0 0,2 4 0 0,1 1-208 0,-1 5-128 31,-2 3 160-31,0 0-160 0,-3 3 0 0,-4-1 0 0,-4 4 0 0,-8 0 0 15,-4 0-2080 1,-7 0-352-16</inkml:trace>
        </inkml:traceGroup>
        <inkml:traceGroup>
          <inkml:annotationXML>
            <emma:emma xmlns:emma="http://www.w3.org/2003/04/emma" version="1.0">
              <emma:interpretation id="{011B11B3-A485-479F-9246-455A05AC9391}" emma:medium="tactile" emma:mode="ink">
                <msink:context xmlns:msink="http://schemas.microsoft.com/ink/2010/main" type="inkWord" rotatedBoundingBox="19139,13005 21487,12926 21530,14184 19182,14263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78897.0651">9096 8342 15311 0,'0'0'672'0,"-9"-6"160"0,1-1-672 0,8 7-160 16,0 0 0-16,-9-9 0 0,1 3 1408 0,8 6 256 16,-12-7 64-16,12 7 0 0,-12-7-352 0,2 2-64 15,10 5-16-15,-12-3 0 0,1 1-576 0,11 2-112 0,-14 5-32 0,1 4 0 16,-1 1-256-16,3-2-48 15,-3 2-16-15,2 4 0 0,0 2 160 0,1 5 32 16,-1 2 0-16,2 6 0 0,0-1 448 0,3 4 112 0,2 4 16 0,0 1 0 16,0 0-800-16,2 3-224 0,1 4 0 0,2-2 128 31,0 0-928-31,2-3-176 0,1-4-48 0,2-3 0 0,0-2 1664 0,3-3 320 0,2-3 64 0,6-2 0 31,0-4-1568-31,8-1-320 0,3-4-64 0,7-2-16 0,4-3 752 0,8-3 192 0,6-3 0 0,5-4 0 31,5-1-2128-31,-1-4-400 0</inkml:trace>
          <inkml:trace contextRef="#ctx0" brushRef="#br0" timeOffset="79733.7337">9452 8532 17103 0,'0'0'752'0,"0"0"160"0,0 0-720 0,0 0-192 0,0 0 0 0,0 0 0 16,0 0 1504-16,17 5 272 0,-3 0 48 0,1 2 16 0,0 2-752 15,-2 1-160-15,1 2-32 0,-1 1 0 0,1 2-416 16,-3 0-96-16,1 0 0 0,-2 1-16 0,-1 0-240 0,-3 0-128 16,-1-3 160-16,-1 0-160 0,-2 1 128 0,-2-4-128 15,0-10 0-15,-4 12 144 0,-1 0 192 0,0-2 48 16,5-10 0-16,-10 10 0 0,0-2 16 0,0-1 16 15,0-4 0-15,10-3 0 0,-12 4-112 0,12-4-32 16,0 0 0-16,0 0 0 16,0 0-16-16,-12-5 0 0,12 5 0 0,-7-9 0 0,7 9 0 0,-1-13-16 15,1-2 0-15,0-1 0 16,0 1-112-16,0 0-128 0,0-2 176 0,0 0-176 0,0 1 176 16,-2-3-176-16,-1-3 160 0,-2-3-160 0,-2 0 176 0,0 1-176 15,-1 1 192-15,-1-3-192 0,1 0 0 0,-2-3 0 0,0 2 0 16,0 2 0-16,0 1 128 0,3 4-128 0,2 0 0 0,0 1 0 15,1-1 0-15,3 2 0 0,-1 2 0 0,0 3 0 16,2 13 0-16,2-12 0 0,-2 12 0 0,0 0 0 16,7-13 0-16,1 3 0 0,2 1 0 0,2 3 0 15,0 0 0-15,3 5 0 0,2-3 0 0,0 3 0 0,-1-3 0 0,1 4 0 32,0 0 0-32,2 2 0 0,-3-2 0 0,1 3 0 15,-2 2 0-15,-1 2 0 0,-14-7 0 0,12 9 0 0,-12-9 0 0,8 11 0 16,-8-11 0-16,5 17 0 15,-5-2 0-15,-2-1 0 0,-3-1 0 0,0 1-144 0,-1-2 144 16,-3 1 0-16,-1-1 0 0,-2 0-128 16,0-4 128-16,1 4 0 0,1-2 0 0,0 2 0 0,-2-2 0 0,2 0 0 15,10-10 0-15,-14 10 0 0,1-3 0 0,1-2 0 16,0 3 0-16,2-1 0 0,10-7 0 0,-10 7 0 16,10-7 0-16,0 0 0 0,-10 15 0 0,3-2 0 0,2 1 0 15,5-14 0-15,-3 15 0 0,3 0 0 0,3-2 0 0,2 4 0 16,2 2 0-16,3-1 0 0,3-1 0 0,3-2 0 15,-3-1 0-15,2-1 0 0,2 1 0 0,2-1 0 0,1 0 0 0,0 3 0 32,2-5 0-32,1 1 0 0,1-2 0 0,1 0 0 15,2 2 0-15,0 0 0 0,2 1 0 0,-1 1 0 0,1-1 0 0,-2-1 0 16,0 0-176-16,0-2 176 16,-2 0-2128-16,-3-3-336 0,-6-2-64 0</inkml:trace>
          <inkml:trace contextRef="#ctx0" brushRef="#br0" timeOffset="80211.074">10137 8613 10127 0,'0'0'448'0,"-10"-7"96"0,2-1-544 0,8 8 0 15,0 0 0-15,0 0 0 0,0 0 3280 0,0 0 560 16,0 0 96-16,0 0 32 0,5-8-2720 0,-5 8-544 15,6-10-96-15,4 3-32 0,4 2 48 0,-1 0 0 16,2 1 0-16,2 1 0 0,2 0-336 0,-1 1-64 0,-1 0-16 0,2 1 0 0,-3-5-208 0,1 3 0 16,-2 0 0-16,1 1 0 0,-3-1 0 0,-13 3 0 15,13-4 0-15,-13 4 0 0,16-5 128 0,-16 5-128 16,11-5 0-16,-11 5 0 0,0 0 128 0,0 0-128 16,9-10 0-16,-9 10 144 15,5-13-144-15,-5 13 0 0,0-12 0 0,0 12 0 16,-5-14 128-16,0 6-128 0,5 8 128 0,0 0-128 15,-9-10 0-15,1 2 0 0,0-1 128 0,-1 2-128 0,9 7 0 0,-12-5 0 16,2-1 0-16,0 2 128 0,-2 1 0 0,1 1 0 16,-1 1 0-16,-2 1 0 0,-1 0-128 0,-2 3 0 15,-1 0 144-15,-2 4-144 0,-4 1 928 0,1 4 112 0,-1 2 32 16,-1-1 0 0,-2-1-1648-16,2 0-320 0,-2-2-64 0,3 2 0 0,1 1 960 0,6 0 0 15,3-1 144-15,6 2 0 0,3-1-144 0,3 1 160 0,6-1-160 0,4 1 160 31,5 1 32-31,4 0 16 0,5-5 0 0,3 0 0 0,4 0 160 16,3 0 16-16,3-1 16 0,6-1 0 0,2 4-400 0,3 0 128 0,-1-1-128 0,4 1 0 31,0 0-352-31,1-4-160 0,1-3-16 0,-1-3-16 16,1-4-1888-16,-4 2-384 0,-5-3-80 0</inkml:trace>
          <inkml:trace contextRef="#ctx0" brushRef="#br0" timeOffset="80561.3995">10983 8521 7359 0,'0'0'656'0,"-6"-14"-528"16,-1 1-128-16,0-1 0 0,0 2 3520 0,1 4 656 16,6 8 144-16,-7-10 32 0,2-2-2704 0,-2 4-544 0,7 8-96 0,-10-7-32 0,-2 2-416 0,2 2-96 15,10 3-16-15,-13-2 0 0,-1 0-256 0,3 4-48 16,11-2-16-16,-16 5 0 16,1 0-128-16,2 2 0 0,-1-1 0 0,1 3 0 15,-2-1 0-15,1 4 0 0,1 0 0 0,1 0 0 16,0-1 0-16,4 3 0 0,-1 1 0 0,4-3 0 0,5-12 0 0,-1 13 0 15,1 1 0-15,0-14 0 16,8 10 0-16,0 0-192 0,3-2 32 0,2-1 16 16,2 0-368-16,2 0-80 15,2 1-16-15,1 0 0 0,0 1 272 0,-2 1 48 0,1-2 16 0,-1 6 0 0,1 1 272 0,-1 5 0 0,-1 2 128 0,2 3-128 16,-2 2 480-16,-1 3 0 0,0 2 0 0,0 2 0 16,1 0 224-16,-2-2 32 0,1-2 16 0,-1 2 0 31,-2 0-192-31,-1 1-48 0,-4 3 0 0,-1-3 0 0,0-1-304 0,-1 0-64 15,1 0-16-15,0-3 0 0,1-2-128 0,-1-5 0 0,-2-5 0 0,0-2-176 32,0-5-512-32,2 0-96 0,1 0-32 0,-8-10-8096 0,16 3-1632 0</inkml:trace>
        </inkml:traceGroup>
        <inkml:traceGroup>
          <inkml:annotationXML>
            <emma:emma xmlns:emma="http://www.w3.org/2003/04/emma" version="1.0">
              <emma:interpretation id="{441863CA-9BAF-4258-97FC-64910A7547B2}" emma:medium="tactile" emma:mode="ink">
                <msink:context xmlns:msink="http://schemas.microsoft.com/ink/2010/main" type="inkWord" rotatedBoundingBox="21730,12896 26423,12738 26445,13387 21751,13545"/>
              </emma:interpretation>
              <emma:one-of disjunction-type="recognition" id="oneOf11">
                <emma:interpretation id="interp11" emma:lang="" emma:confidence="0">
                  <emma:literal>merit</emma:literal>
                </emma:interpretation>
                <emma:interpretation id="interp12" emma:lang="" emma:confidence="0">
                  <emma:literal>ment</emma:literal>
                </emma:interpretation>
                <emma:interpretation id="interp13" emma:lang="" emma:confidence="0">
                  <emma:literal>meat</emma:literal>
                </emma:interpretation>
                <emma:interpretation id="interp14" emma:lang="" emma:confidence="0">
                  <emma:literal>mart</emma:literal>
                </emma:interpretation>
                <emma:interpretation id="interp15" emma:lang="" emma:confidence="0">
                  <emma:literal>mint</emma:literal>
                </emma:interpretation>
              </emma:one-of>
            </emma:emma>
          </inkml:annotationXML>
          <inkml:trace contextRef="#ctx0" brushRef="#br0" timeOffset="81036.0767">11451 8428 5519 0,'0'0'496'0,"0"0"-496"0,0 0 0 0,0 0 0 16,0 0 3136-16,0 0 544 0,0 0 96 0,0 0 32 0,-12 2-2272 0,12-2-448 0,0 0-80 0,-6 15-32 16,2 0 0-16,4 0 0 0,4-1 0 0,1 1 0 31,0 0-64-31,1 0-16 0,3 0 0 0,1-1 0 15,0-1-368-15,0-1-80 0,0-2 0 0,4-2-16 0,-1-1-192 0,1-2-48 16,-14-5 0-16,15 5 0 16,2-1-64-16,-1-3-128 0,0 1 176 0,-1-2-176 15,0-3 144-15,-2-1-144 0,1 1 0 0,-3 0 144 16,-11 3-144-16,16-7 0 0,-5 0 0 0,0-1 0 0,-5-2 0 0,1-1 0 16,-4 1 0-16,1 0 0 0,-1 0 128 0,-1 0-128 15,-2 2 0-15,0 8 128 0,0 0-128 0,0-12 0 0,0 0 144 0,0 12-144 31,0 0 320-31,1-10 0 0,-1 10 0 0,0 0 0 0,0 0-16 0,7-8-16 16,-7 8 0-16,0 0 0 0,0 0-160 0,15 3-128 0,-1 0 144 0,-1 2-144 16,1 0 0-16,-1 0 128 0,1 1-128 0,2 0 0 15,3 1 128-15,-1 3-128 0,-1 0 176 0,2 2-176 16,-2-2 128-16,-1 2-128 0,-2-4 0 0,-1-1 0 16,-1 0 0-16,-12-7 0 15,14 6 0-15,-1-1 0 0,-13-5-144 0,15 4-144 0,-1-6-32 0,-14 2 0 31,13 0-1376-31,1-2-288 0,-14 2-48 0,15-5-6960 0,-2 4-1392 0</inkml:trace>
          <inkml:trace contextRef="#ctx0" brushRef="#br0" timeOffset="81221.2861">11840 8263 18431 0,'-9'-15'1632'0,"-1"0"-1312"0,0 0-320 0,2 1 0 16,-1-1 2752-16,3 2 496 0,1 1 80 0,5 12 32 16,-4-12-1776-16,4 12-368 15,0 0-64-15,0 0 0 0,0 0-880 0,0 0-272 0,12 5 160 0,1 4-10432 32,3 4-2080-32</inkml:trace>
          <inkml:trace contextRef="#ctx0" brushRef="#br0" timeOffset="83746.9819">12032 8585 7359 0,'0'0'320'0,"0"0"80"0,0 0-400 0,0 0 0 16,0 0 0-16,11-4 0 0,-11 4 2832 0,0 0 496 15,14 0 80-15,-14 0 32 0,0 0-1776 0,13 2-368 16,-13-2-64-16,0 0-16 0,14 3-448 0,-14-3-80 16,13 5-32-16,-13-5 0 0,12 7-320 0,-12-7-64 15,0 0-16-15,10 8 0 0,-10-8-96 0,0 0-32 16,7 11 0-16,-7-11 0 0,0 0-128 0,0 0 128 16,0 0-128-16,0 0 128 0,0 0-128 0,0 0 128 0,0 0-128 0,0 0 128 15,0 0 0-15,0 0 0 0,0 0 0 0,0 0 0 16,0 0 64-16,0 0 16 0,0 0 0 0,0 0 0 15,5-11-208-15,-5 11 128 0,5-13-128 0,-3 1 0 0,-2 2 128 0,0 0-128 16,0-2 0-16,0 0 0 0,-2 1 192 0,0 1-64 0,1-1-128 0,1 11 192 16,-2-11-192-16,0 1 0 15,0 0 0-15,2 10 0 16,0-9 0-16,0 9 0 0,0 0 0 0,0 0-160 16,0-10 160-16,0 10 0 0,0 0 0 0,0 0 0 15,0 0 0-15,0 0 0 0,0 0 0 0,14-5-128 16,-2 2 128-16,-12 3 0 0,15-4-144 0,2 1 144 15,-2 3 0-15,2 2 0 0,-1 1 0 0,1 0 0 0,-3-3-144 16,-1 0 144-16,1 4 0 0,-14-4 0 16,15 3 0-16,-15-3 0 0,0 0 0 0,0 0 0 0,0 0 0 0,8 12 0 15,-8-12 0-15,0 0 0 0,0 0 0 0,4 15 144 0,-4-15 16 0,-2 13 0 32,2-13 128-32,-5 12 32 0,5-12 0 0,0 0 0 0,0 0 0 0,0 0 16 15,-4 15 0-15,4-15 0 0,0 0-80 0,0 0-32 16,7 15 0-16,-7-15 0 0,0 0-224 0,12 12 176 0,1-3-176 0,3-3 160 15,-1 1-160-15,0-2 128 0,0-1-128 0,2 1 128 0,0-2-128 0,-1 0 0 16,1 1 0-16,0-3-176 16,-2-1-432-16,0 0-96 15,-1 2 0-15,-1-2-16 0,-13 0-512 0,0 0-112 0,14-2 0 0,-14 2-16 32,0 0 432-32,10-8 96 0,-10 8 0 0,7-12 16 0,-7 12 816 0,5-12 0 0,-2 1 0 0,-3 11 0 15,2-14 640-15,-1 4 48 0,1 0 0 0,-2 10 0 16,0 0 384-16,2-10 80 0,-2 10 0 0,0 0 16 15,0 0-160-15,10-7-48 0,-10 7 0 0,13-3 0 16,-1-2-512-16,-12 5-128 0,17 1 0 0,-2 1-16 16,-1-5-144-16,1 3-32 0,0 1 0 0,2 1 0 15,-1-2-128-15,1 0 160 0,0 0-160 0,0 0 160 0,0 0-160 16,-2 3 0-16,-2 2 0 0,1-3 0 16,-14-2 0-16,15-3 0 0,-2 1 0 0,-13 2 0 15,12-3-128-15,-12 3 128 0,12-4 0 0,-12 4 0 0,0 0 0 0,10-6-176 16,-10 6 176-16,0 0-128 0,0 0 128 0,0 0 0 0,5-14 0 0,-5 14-128 15,0 0 128-15,4-13 0 0,-4-1 0 0,0 14 0 32,-6-12 0-32,6 12 0 0,-8-10 0 0,8 10 0 15,-8-10 0-15,1 4 0 0,7 6 0 0,-10-5 0 16,10 5 0-16,-12-6-192 0,2 1 192 0,10 5-192 16,0 0 192-16,-12 0 0 0,12 0 0 0,-12 0 0 0,-1 2 0 0,1 1 0 0,0 3 0 15,2 0 0-15,-2 3 0 0,1-3 0 0,-1 1 0 0,0 3 0 16,0 4 0-16,1-1 0 0,-3-1 0 0,2 1 0 15,2 1 0-15,2-2-128 0,-1 1 128 0,4 2-128 16,2-1 128-16,3 1 0 0,0-15 0 0,5 13 0 16,3-3 0-16,4-1 0 0,3-2 128 0,4-1-128 15,4 1 0-15,4-2 144 0,4-2-144 0,2-1 0 16,1 0-128-16,1-4-144 0,1 0-32 0,-1 1 0 31,0-1-2368-31,1-1-464 0</inkml:trace>
          <inkml:trace contextRef="#ctx0" brushRef="#br0" timeOffset="84314.3574">13196 8403 20031 0,'0'0'896'0,"0"0"176"0,-12-2-864 0,12 2-208 0,0 0 0 0,0 0 0 0,0 0 752 0,-7 10 96 16,7-10 32-16,0 0 0 0,0 19 384 0,4-2 80 15,1-1 0-15,3 0 16 0,2-3-144 0,4 0-48 0,1 1 0 0,3-1 0 16,3 1-576-16,-3-1-112 0,-1-1-32 0,0-2 0 15,-2-1-240-15,-3-3-48 0,-12-6-16 0,0 0 0 16,0 0-144-16,0 0 0 0,0 0 0 0,0 0 0 31,0 0 0-31,0 0 0 0,0 0 0 0,0 0 0 16,0 0 0-16,0 0 0 0,-5-13 0 0,1-1 0 0,3 1 0 0,-1 1 0 16,-1 0 0-16,1 1 0 0,2-1 0 0,3 2 0 15,1-2 0-15,1 0 0 0,0-1 0 0,1 1 0 16,3 4 0-16,1 1-176 0,0 0 176 0,2 4 0 15,0-2 0-15,1 5 128 0,2 1-128 0,0 3-192 0,-1-1 64 0,-1 4 0 16,-1 3 128-16,0-2 0 0,0-1 0 0,-2 1 0 0,-10-8 0 0,10 11 0 16,-10-11 0-16,13 10 0 0,-13-10 0 0,14 10-128 15,-14-10 128-15,11 10-128 0,-11-10 128 0,0 0 0 16,11 8 128-16,-11-8-128 0,0 0 0 0,0 0 128 16,0 0-128-16,0 0 0 15,13 2 0-15,-13-2 0 0,0 0 0 0,0 0 0 16,0 0 0-16,0 0 0 0,0 0-144 0,7-12 144 15,-2-1 0-15,-4 1-144 0,-1-2 144 0,0 3 0 16,0 11-128-16,0-10 128 0,0 10 0 0,0 0 0 16,0-12 0-16,0 12-128 0,0 0 128 0,7-12 0 0,-7 12 0 0,12-8 0 0,1 1 0 15,3 4 0 1,0 1 304-16,1 4-48 0,-2 1 0 0,6 0 0 16,2 1-32-16,2-1-16 0,2 2 0 0,2 2 0 0,1 1 0 0,2 2 0 0,2 2 0 0,1-4 0 31,-1-1-208-31,-2 2 128 0,-4-3-128 0,-1 3 0 0,-2 1 128 0,-3 0-128 15,-3 0 0-15,-1 2 144 0,-1 0-368 0,-2-1-80 0,-1 1-16 16,-4-3 0 0,-10-9-1664-1,0 0-352-15,7 10-64 0,-7-10-6576 0,0 0-1328 0</inkml:trace>
          <inkml:trace contextRef="#ctx0" brushRef="#br0" timeOffset="85392.2089">14219 8590 11967 0,'0'0'1072'0,"0"0"-864"15,0 0-208-15,7-12 0 0,-1 0 1856 0,-6 12 336 0,7-12 64 0,1 2 16 0,1 2-784 16,-9 8-144-16,10-9-48 0,0 3 0 15,-10 6-528-15,14-7-96 16,-1 4-32-16,-1-1 0 0,-12 4 0 0,13-2-16 16,1 1 0-16,-1-3 0 0,-1 1 528 0,1 0 128 15,3 1 0-15,-3 0 16 16,0-1-1616-16,1 1-336 0,-1 1-64 0,1 1-16 0,-1-2 736 0,1 0 0 0,-1 1 240 0,-1-3-64 16,-12 4-176-16,15-3 0 0,-1-2 0 0,-14 5 0 15,0 0 0-15,15-5 0 16,-2-2 0-16,-3 2 0 0,-10 5 0 0,0 0 0 15,14-7 0-15,-14 7 128 0,8-7-128 0,-8 7 0 0,0 0 0 0,0 0 128 16,0 0-128-16,0 0 0 0,7-8 0 0,-7 8 0 16,2-12 0-16,-2 12 0 0,0 0 0 0,0 0 0 15,-7-13 128-15,-2 4-128 0,-2 4 0 0,-3 2 128 16,-1 1-128-16,-3 1 0 0,-3-3 0 0,-2 3 0 16,-2 1 0-16,-1 1 0 0,-1-1 0 0,4 2 0 0,1 1-128 0,0 1 128 15,0-3 0-15,5 3 0 16,2 1 0-16,2 0 0 0,1 0 0 0,12-5 128 15,-10 7 112-15,10-7 16 0,-9 11 0 0,9-11 0 16,-1 16-64-16,1-16 0 0,5 16 0 0,3 0 0 16,2-5-48-16,4-1-16 0,1 0 0 0,2 1 0 0,1-1-128 0,2 0 0 15,2-2 0-15,4 1 128 16,4-1-128-16,2 0 0 0,2 1 0 0,-1-2 0 16,1-2-384-16,1 0 0 0,2-5 0 0,-2 0 0 15,-3 0-256-15,-5-2-48 0,-3-3-16 16,-4-2 0-16,-3 0 400 0,-4-1 80 0,-4-4 16 0,-2 0 0 0,-2-1 208 0,-2 1 0 0,-3-1 0 15,0 1 0-15,0 4 224 0,0 8 96 0,-5-10 0 0,0 1 16 16,5 9 96-16,0 0 16 0,0 0 0 0,0 0 0 16,0 0-304-16,0 0-144 0,0 0 160 0,0 0-160 0,0 0 0 15,12 9 0-15,1-1 0 0,2 2 0 0,0 2 0 0,2 0 0 16,2 1 0-16,-2 2 0 0,-4 0 0 0,0-1 128 16,-1-2-128-16,-2-1 0 0,-1 1 0 0,-9-12 0 31,0 0 0-31,6 14 0 0,-6-14 0 0,0 0 0 15,0 0 0-15,0 0 0 0,0 0-192 0,0 0 64 0,0 0 128 0,0 0-208 16,-11-9 208-16,1-1 0 0,0-2 0 0,3-1-144 0,0-1 144 0,2-1 0 0,0-2 0 16,0 2 0-16,0 0 0 0,3 0 0 15,2 0 0-15,0 0 0 0,0 3 0 0,0 12 0 16,5-10 0-16,-5 10 0 0,12-9 0 0,-2 3 0 0,2 1 0 0,1 1 0 31,2 3 0-31,1 2 0 0,0 3 0 0,5 1 0 0,1 1 0 0,1 1 0 16,2-2 0-16,2 4 128 0,2 1-128 15,-1-2 0-15,3-1 128 0,-1 1-128 16,0 1 176-16,4-1-48 0,0 0 0 0,-1 3 0 0,-4-1-128 0,-2-2 128 0,-2 0-128 0,-3 1 128 16,-4-2-128-16,-2-1 0 0,-5 3 0 0,-1-2 0 15,-10-7 0-15,0 0 0 16,0 0-192-16,0 0 192 0,0 0-192 0,0 0 192 16,0 0-192-16,0 0 192 0,0 0-160 0,0 0 160 15,0 0 0-15,0 0-144 0,-11-6 144 0,11 6 0 0,-12-11 0 0,7-3 128 16,1-1-128-1,3 0 0-15,-1 0 0 0,5 0 128 0,2 0-128 0,2 1 0 0,-2 1 128 16,4-3-128-16,1 0 0 0,0-1 0 0,-2 2 0 0,-1 0 128 16,0-4-128-16,-4 0 176 0,0 1-176 0,-1-2 192 15,0 0 64-15,-2-2 32 0,0-2 0 0,-2 2 0 16,-1 2 48-16,-2-2 16 0,-4-1 0 0,3-1 0 16,-1 1-32-16,0 1 0 0,-3 3 0 0,2 1 0 15,-2 1-320-15,1 2 0 16,2 1 0-16,1 2 128 0,-1 1-128 0,7 11 0 15,-3-9 0-15,3 9 0 0,0 0 0 0,0 0 176 0,0 0-176 0,0 0 192 0,0 0-192 0,0 0 0 16,10 10 144-16,1 4-144 0,3 3 0 0,-1 3 0 16,1 3 0-16,1 3 0 15,2 2 0-15,0-1 0 0,-1-2 0 0,1 2 0 16,-2-1 0-16,2 0 0 0,2-2 0 0,-2 0 0 0,-2-4 0 0,-2 2 0 31,1 0 0-31,-3-1 0 0,0-2 0 0,-3 1 0 16,0 4 0-16,-1-1 128 15,-2-3-1392-15,-2 1-272 0,1-1-48 0</inkml:trace>
          <inkml:trace contextRef="#ctx0" brushRef="#br0" timeOffset="85582.3502">15622 8373 30527 0,'0'-21'1344'0,"2"10"288"0,-1-1-1312 0,3-2-320 0,1-1 0 0,3 2 0 15,2 1 1408-15,0 2 224 0,1 0 32 0,2 1 16 16,0 3-976-16,4 1-208 0,2 1-48 0,6 3 0 0,4 1-448 0,4 3 0 16,4 2 0-16,0 2 0 0,2-1 0 0,5 6 0 0,3 3 0 0,2 2-11216 31,-2-2-2352-31</inkml:trace>
        </inkml:traceGroup>
      </inkml:traceGroup>
    </inkml:traceGroup>
    <inkml:traceGroup>
      <inkml:annotationXML>
        <emma:emma xmlns:emma="http://www.w3.org/2003/04/emma" version="1.0">
          <emma:interpretation id="{355FC5AC-444D-464F-873D-3A8D581DDFA2}" emma:medium="tactile" emma:mode="ink">
            <msink:context xmlns:msink="http://schemas.microsoft.com/ink/2010/main" type="paragraph" rotatedBoundingBox="22842,13940 28231,13659 28270,14406 22881,14687" alignmentLevel="5"/>
          </emma:interpretation>
        </emma:emma>
      </inkml:annotationXML>
      <inkml:traceGroup>
        <inkml:annotationXML>
          <emma:emma xmlns:emma="http://www.w3.org/2003/04/emma" version="1.0">
            <emma:interpretation id="{EFC91D7B-7C82-4B43-8B2E-374952732157}" emma:medium="tactile" emma:mode="ink">
              <msink:context xmlns:msink="http://schemas.microsoft.com/ink/2010/main" type="line" rotatedBoundingBox="22842,13940 28231,13659 28270,14406 22881,14687"/>
            </emma:interpretation>
          </emma:emma>
        </inkml:annotationXML>
        <inkml:traceGroup>
          <inkml:annotationXML>
            <emma:emma xmlns:emma="http://www.w3.org/2003/04/emma" version="1.0">
              <emma:interpretation id="{483AC315-60C6-4FF4-BE28-E3397ABCF3E6}" emma:medium="tactile" emma:mode="ink">
                <msink:context xmlns:msink="http://schemas.microsoft.com/ink/2010/main" type="inkWord" rotatedBoundingBox="22842,13940 26718,13738 26752,14402 22877,14604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87078.8782">12750 9357 7359 0,'0'0'656'0,"0"0"-528"16,0 0-128-16,2-12 0 0,-2 12 2704 0,1-10 512 15,-1 10 112-15,-1-12 0 0,1 12-1584 0,0 0-320 16,-7-10-64-16,7 10-16 0,0 0-352 0,-7-8-80 16,7 8-16-16,0 0 0 0,0 0-192 0,0 0-32 0,-7-9-16 0,7 9 0 15,0 0-192-15,0 0-32 16,-5-8-16-16,5 8 0 0,0 0-128 0,0 0-32 0,0 0 0 0,0 0 0 15,-11 0-256-15,-1 3 0 16,0 4 0-16,0 1 0 0,-1 2 0 0,-1 4-144 16,-1-2 144-16,0 3 0 0,0 2 0 0,2 1 0 15,1 2 0-15,2 2 0 0,1 0 0 0,2 0 0 0,4-2 0 0,1 2 0 16,1 0 0-16,4 1 0 0,2-2 0 0,5-1 0 16,4 0 0-16,4 0 0 0,2-1 0 0,6-2 176 0,1-4-176 0,6-3 0 15,4-1 144-15,2-4-144 0,0-4 0 0,3 3 144 0,3-4-144 16,6 0 0-16,2-2 592 0,1 0 16 0,0 1 0 0,5-1 0 31,3-1-1952-31,1-3-400 0,-5 1-80 0,-4-1-16 16,-7-6 800-1,-5 0 144-15,-5-1 48 0,-3-2 0 0,-5-2 432 0,-6 3 96 0,-6-3 0 0,-7 2 16 16,-3 0 304-16,-4-2 0 0,-6 0 128 0,-4 1-128 16,-3-3 656-16,-3 1 48 0,-3-1 0 0,0 6 0 0,-5 3 0 15,1 1 0-15,-2-3 0 0,1 4 0 0,-3 0-352 0,-1 1-64 0,0 0-16 0,-1 2 0 16,3 0-128-16,-1 3-16 0,1 1-128 0,-1 2 192 31,2 4-64-31,4 2-128 0,1 2 176 0,2 2-176 0,0 3 128 0,1 1-128 16,1 0 0-16,3 2 0 0,3 1 0 0,0-1 0 0,2-3 0 0,2-1 0 15,3 2 0-15,3 0 0 16,2 1 0-16,2-5 0 0,3-1 128 0,2 1-128 0,-1-1 144 0,5-2-144 16,0-1 144-16,5-4-144 15,0 0 128-15,3-3-128 0,0-1 176 0,-1-1-48 0,1 0-128 0,-1-1 192 16,1-2-192-16,-1 2 128 15,-1-4-128-15,-2 0 0 0,-1-1 0 0,1-1 0 0,-1-1 0 0,1 2 0 0,-2-1 0 0,1 1 0 32,-1 1 0-32,1 2 0 0,-1 2 0 0,-1 1 0 0,-2 1 0 15,0 1 0-15,-1 1 0 0,-1 3 0 0,-13-4 0 0,17 6 0 0,-3 1 0 16,-3 0 128-16,-11-7-128 0,12 12 144 0,-3-1-144 0,-9-11 0 16,6 14 144-16,-6-14-144 0,5 15 0 0,-5-15 0 15,2 15 0-15,-2-15 0 16,0 0 0-16,0 0 0 0,0 0 0 0,0 0 128 15,0 0-128-15,0 0 0 0,0 0 0 0,0 0 128 0,0 0-128 16,0 0 176-16,-10-8-176 0,3-2 192 0,1-2-192 0,1 0 128 0,-1-1-128 0,3-1 128 16,0-1-128-16,-1 0 0 0,1-4 0 0,1 1 0 15,1-1 0-15,-1 2 0 0,0-3 0 0,4 2 0 32,1-1 0-32,2 4 0 0,0 2 0 0,4 3 0 0,-1 3 0 0,-8 7 128 0,14-4-128 15,1 3 128-15,2 2-128 0,3 3 0 0,3 3 0 16,4 4 0-16,4 3 0 0,2 3 0 0,3-1 192 0,-1 5-64 15,0-1-128-15,-1 2 192 0,-2 1-192 0,-3-1 192 16,-4-2-384-16,-2-1-80 0,-3-4-16 0,-1 2 0 31,-2 0-2144-31,-4-1-448 16</inkml:trace>
          <inkml:trace contextRef="#ctx0" brushRef="#br0" timeOffset="87663.5422">14202 9715 13823 0,'0'0'1216'0,"0"0"-960"15,0 0-256-15,0 0 0 0,0 0 2640 0,0 0 496 16,0 0 80-16,0 0 32 0,0 0-1584 0,0 0-304 16,10-7-64-16,2 1-16 0,1 1-400 0,2 0-96 0,2-2-16 0,2 0 0 15,-1 0-448-15,3 2-112 0,-1 2-16 0,2 0 0 16,-1-1-192-16,0 1 0 0,-3 0 128 0,-1-1-128 16,-2-1 0-16,-1 0 0 0,-14 5 0 0,13-8 0 0,-13 8-160 0,8-12 32 15,-1 0 0-15,-7 12 0 0,2-13 0 0,-2-1 0 0,-2 1 0 0,-1 1 0 16,-4 2 0-16,0 1 0 15,-1 1 0-15,8 8 0 16,-10-10 128-16,1 3-208 0,9 7 80 0,-8-5 128 16,8 5-160-16,0 0 160 0,0 0 0 0,0 0-144 15,0 0 144-15,0 0 0 0,0 0-144 0,8 14 144 0,3-4 0 0,4 2 0 16,2 1-144-16,1 0 144 16,1-1 0-16,-1 0 0 0,1 0 0 0,1 0 0 0,2-2 144 0,-2-2-144 0,0 0 128 0,-2-1-128 15,1 0 0-15,-2 0 0 0,-2-2 0 0,-2-2 0 16,-13-3 0-1,16 2 0-15,-16-2-128 0,13-4 128 0,-13 4-272 16,0 0 16-16,10-11 0 0,-7-1 0 0,-4-2 112 0,-3-1 144 16,-1 0-208-16,0-3 80 0,-3-6 128 0,0-3 0 15,-3-3 0-15,1-2 0 0,-1-3 0 0,-3 1 0 0,1-1 0 16,-3 1 0-16,0 0 0 0,1 1 0 0,3 1 0 0,2 1 0 0,0 1 0 0,3 3 0 31,0 0 0-31,2 4 128 0,2 2-128 0,1 5 0 0,0 1 0 16,1 3 0-16,1 12 0 0,0 0 0 0,0 0 0 0,0 0 0 0,0 0 0 15,0 0 0-15,0 0 0 0,0 0 0 0,0 0 160 16,0 0-32-16,11 13-128 0,3 4 192 0,-1 0 384 0,4 3 64 16,2 2 0-16,3 3 16 0,-1-1-176 0,5-1-32 15,-3 6-16-15,1-1 0 0,-1-1-288 0,4 2-144 16,2-2 160-16,-1-2-160 0,-2-1 192 0,-1 1-48 31,-2 0-16-31,1-1 0 0,0-4-128 0,-4-2 0 0,-3 3-160 0,-1-5 160 16,0-2-496-16,-5-1 0 0,-2-3 0 0,-9-10 0 15,5 12-1952-15,-5-12-400 16,0 0-80-16,0 0-8944 0</inkml:trace>
          <inkml:trace contextRef="#ctx0" brushRef="#br0" timeOffset="88111.279">14798 9355 12607 0,'0'0'560'0,"-4"-10"112"0,3-2-544 0,1 12-128 0,0-12 0 0,0 12 0 15,10-11 1408-15,0 4 240 0,2 0 48 0,3 2 16 16,3 2-576-16,1 1-112 0,-1 0-32 0,2 4 0 0,-1-2-464 16,3 4-80-16,0-1-32 0,1 2 0 0,1 0-144 0,-1 2-16 0,3-1-16 0,-1 3 0 31,0 1-240-31,-1 2 0 0,-4 0 128 0,-2 1-128 0,-1 4 128 0,-2-2-128 0,-5-2 176 0,-1 1-176 16,-2 1 0-16,-2-2 0 15,-2 1 0-15,-3-14-192 0,2 13 192 0,-2-13 0 0,-2 10 0 0,2-10-144 16,-3 11 144-16,3-11 256 0,0 0-64 0,-7 11-16 15,0-2 320-15,7-9 64 16,-8 10 16-16,8-10 0 0,0 0-64 0,-9 8-16 16,9-8 0-16,0 0 0 0,0 0-192 0,0 0-48 0,0 0 0 0,0 0 0 15,0 0-112-15,0 0-16 16,0 0-128-16,0 0 192 0,-5-12 16 0,5 12 0 0,-3-13 0 16,1 0 0-16,2-3-208 0,0 1 128 0,0 0-128 0,2 2 0 15,0-1 160-15,-1 2-160 0,1-1 160 16,1 1-160-16,1 2 144 0,-4 10-144 0,5-10 128 0,-5 10-128 0,0 0 256 0,10-7-16 0,0 4-16 15,-10 3 0-15,15 3 0 0,0 2 0 0,0 2 0 16,4 3 0-16,3 4 32 0,3-1 0 0,0 2 0 0,4 0 0 16,3 2-256-16,0 0 0 0,1 0 0 0,1 0 0 15,-2-2-128-15,2-2 128 0,-1-1-192 0,-1-2 192 32,-1 2-2112-32,-3-4-320 15,-1 1-64-15</inkml:trace>
          <inkml:trace contextRef="#ctx0" brushRef="#br0" timeOffset="88640.1324">15940 9478 8287 0,'0'0'736'0,"-5"-12"-592"0,0-1-144 0,2 3 0 0,3 10 2720 16,0 0 512-16,-5-9 96 0,5 9 32 0,-5-8-1088 0,5 8-224 0,-7-9-32 0,7 9-16 16,0 0-736-16,0 0-160 15,-14 0-16-15,3 4-16 0,11-4-752 0,-14 10-160 0,1 0-32 0,1 3 0 16,0 1-128-16,2-1 0 0,2 1 0 0,-1-1 0 0,1-1 0 0,1-2 0 31,7-10 0-31,-5 14 0 0,2-3 0 0,3-11 0 16,0 0 0-16,0 0 0 0,6 14 0 0,3-4 128 0,1-2-128 0,3-1 0 15,1-4 144-15,1 1-144 16,0-1 160-16,0-3-160 0,0-2 0 0,0 1-288 16,2-3 32-16,0 1 16 0,-2 0 240 0,0-2-144 0,-1 0 144 15,-1 0-128-15,-1 1 128 0,0-3 0 0,-2-1 0 0,-10 8 0 0,8-12 0 16,-8 12 0-16,7-10 0 0,-7 10 0 15,7-10 0-15,-7 10 0 0,0 0 0 0,0 0 0 0,0 0 0 0,0 0 0 16,0 0 128-16,0 0-128 16,0 0 0-16,0 0 0 0,0 0 0 0,0 0 0 15,15 7 128-15,0-2-128 0,-1-2 128 0,-1 2-128 0,1 2 176 16,1-2-48-16,0-3 0 0,0-1 0 0,0 3-128 0,0-3 0 16,2-2 0-16,-2 1 0 0,-1-2 0 0,-1 0 0 15,1-1 0-15,-14 3 0 16,11-5 0-16,-11 5 0 0,14-8 128 0,-4-1-128 0,-10 9 0 0,7-12 0 15,-4 1 0-15,-3 11 128 16,0-10-128-16,0-2 192 0,-2-2-192 0,1 3 192 16,1 11 224-16,-4-12 48 0,1 0 16 0,0 2 0 0,3 10 32 0,0 0 0 15,-4-9 0-15,4 9 0 0,0 0-288 0,0 0-48 16,0 0-16-16,0 0 0 0,0 0-160 0,0 0 0 0,15 7 0 0,0 3 0 16,-1 2 0-16,-1 2-176 15,1-1 48-15,1 0 0 16,0-1-2144-16,0 0-416 0,-1-2-96 0</inkml:trace>
          <inkml:trace contextRef="#ctx0" brushRef="#br0" timeOffset="88771.0529">16189 9231 20895 0,'-23'-21'928'0,"9"10"192"0,2-4-896 0,2 3-224 0,2 2 0 0,8 10 0 0,0 0 608 0,0 0 80 15,0 0 16-15,0 0 0 31,0 0-2080-31,15-5-416 0,2 3-64 0</inkml:trace>
        </inkml:traceGroup>
        <inkml:traceGroup>
          <inkml:annotationXML>
            <emma:emma xmlns:emma="http://www.w3.org/2003/04/emma" version="1.0">
              <emma:interpretation id="{CAB98981-2936-42FD-8982-210ED4882695}" emma:medium="tactile" emma:mode="ink">
                <msink:context xmlns:msink="http://schemas.microsoft.com/ink/2010/main" type="inkWord" rotatedBoundingBox="26829,13765 28233,13692 28270,14406 26866,14479"/>
              </emma:interpretation>
              <emma:one-of disjunction-type="recognition" id="oneOf13">
                <emma:interpretation id="interp17" emma:lang="" emma:confidence="0">
                  <emma:literal>at)</emma:literal>
                </emma:interpretation>
                <emma:interpretation id="interp18" emma:lang="" emma:confidence="0">
                  <emma:literal>not)</emma:literal>
                </emma:interpretation>
                <emma:interpretation id="interp19" emma:lang="" emma:confidence="0">
                  <emma:literal>ort)</emma:literal>
                </emma:interpretation>
                <emma:interpretation id="interp20" emma:lang="" emma:confidence="0">
                  <emma:literal>ot)</emma:literal>
                </emma:interpretation>
                <emma:interpretation id="interp21" emma:lang="" emma:confidence="0">
                  <emma:literal>rt)</emma:literal>
                </emma:interpretation>
              </emma:one-of>
            </emma:emma>
          </inkml:annotationXML>
          <inkml:trace contextRef="#ctx0" brushRef="#br0" timeOffset="89346.7181">16534 9321 3679 0,'0'0'320'0,"8"11"-320"0,-8-11 0 0,9 13 0 16,-9-13 2752-16,8 15 496 0,-1 2 80 0,-2-4 32 15,-5-13-1504-15,0 0-320 0,5 14-48 0,0-2-16 16,0-2-272-16,-5-10-64 0,7 13-16 0,1-1 0 0,1 0-464 0,-1-2-80 0,-8-10-32 0,10 8 0 15,-10-8-352-15,10 7-192 0,-10-7 192 0,0 0-192 16,14 7 144-16,-14-7-144 16,0 0 0-16,0 0 144 15,0 0-16-15,0 0-128 0,12-9 192 0,-6-2-64 0,-1-3-128 0,-3 1 0 16,-4-1 0-16,1 1 0 0,-1-1 0 0,0-1-144 16,-1 0 144-16,0 2-208 0,-1-3 208 0,1 5 0 15,-1 1 0-15,4 10 0 0,0 0 0 0,0 0 0 16,0-11 0-16,0 11 160 0,0 0 112 0,0 0 32 0,0 0 0 0,0 0 0 15,16 4-112-15,0 3 0 16,1 1-16-16,3 4 0 0,6 1-16 0,1 2 0 16,-2 2 0-16,2 0 0 0,1 0-160 0,3 0 0 0,-1-1 144 15,-1 0-144-15,-3 0 0 0,0-4 0 0,-1-3 0 0,-1-3 128 16,-4 1-128-16,-2-4 0 16,-1-3-128-16,-5 0 128 0,-2-1-320 0,0-3 32 15,-10 4 0-15,8-8 0 0,-3 0 64 0,-1-6 16 16,-4-4 0-16,-2-3 0 0,-3-2 16 0,-2-1 16 15,-1-1 0-15,-6-12 0 0,1 0 176 0,0 2 0 0,-1 3 0 0,-1 1 0 16,0-1 0-16,0 2 0 16,0 5 0-16,1 1 128 0,-1 1-128 0,1 1 128 15,1 2-128-15,0 3 128 0,1 2-128 0,3 5 0 0,1 0 128 0,8 10-128 0,0 0 448 16,0 0 32-16,-10-5 0 0,10 5 0 16,0 0 48-16,0 0 16 0,5 15 0 0,3 0 0 0,6 0 128 0,3 0 32 15,3 2 0-15,3 3 0 0,4 2-272 16,2 2-48-16,1-3-16 0,2 3 0 0,0-2-176 15,2 1-48-15,1 3 0 0,0-1 0 0,1 2-144 0,-3 0 160 16,-1 0-160-16,0 0 160 16,-1 0-160-16,-6 1 0 0,-7-3 0 0,-3-1 0 15,-1-2-736-15,-7 0-128 0,-4-6-32 0,-3-2 0 16,-3-1-2416-16,-1-2-480 16</inkml:trace>
          <inkml:trace contextRef="#ctx0" brushRef="#br0" timeOffset="89503.2779">17157 9320 7359 0,'0'0'320'0,"-7"-14"80"0,0-1-400 0,4 0 0 0,1 2 0 0,4-1 0 16,1-1 2832-16,2 2 496 15,0 1 80-15,4 3 32 0,1 3-1648 0,3-1-336 16,1 2-64-16,2 0-16 0,3 0-624 0,1 1-128 0,4 1-32 0,-1 3 0 16,2 0-448-16,1 3-144 15,-3 1 0-15,1-1-7888 16,-2 2-1664-16</inkml:trace>
          <inkml:trace contextRef="#ctx0" brushRef="#br0" timeOffset="89718.1001">17584 8906 24415 0,'0'0'1088'0,"0"0"208"0,17 3-1040 0,1 4-256 0,2 3 0 0,6 4 0 15,1 2 1664-15,1 3 256 0,1-1 64 0,-1 6 16 0,3 3-544 16,-3 1-112-16,-2 3-32 0,-3 2 0 0,-1 3-992 0,-5 7-320 16,-5 8 160-16,-6 4-160 0,-4 4 0 0,-7-3 0 15,-9-6 0-15,-6-4 0 16,-2-6-2064-16,-6-4-400 0</inkml:trace>
        </inkml:traceGroup>
      </inkml:traceGroup>
    </inkml:traceGroup>
    <inkml:traceGroup>
      <inkml:annotationXML>
        <emma:emma xmlns:emma="http://www.w3.org/2003/04/emma" version="1.0">
          <emma:interpretation id="{83CBBC87-0900-4DAE-8530-2A2D187C65F7}" emma:medium="tactile" emma:mode="ink">
            <msink:context xmlns:msink="http://schemas.microsoft.com/ink/2010/main" type="paragraph" rotatedBoundingBox="11500,16005 15183,15133 15468,16335 11785,1720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4659FA55-A9C5-49A8-8445-E435C63A5200}" emma:medium="tactile" emma:mode="ink">
              <msink:context xmlns:msink="http://schemas.microsoft.com/ink/2010/main" type="inkBullet" rotatedBoundingBox="11500,16005 12427,15785 12711,16987 11785,17207"/>
            </emma:interpretation>
          </emma:emma>
        </inkml:annotationXML>
        <inkml:trace contextRef="#ctx0" brushRef="#br0" timeOffset="111316.3586">1256 11441 23439 0,'0'0'1024'0,"-10"-3"240"0,10 3-1008 0,0 0-256 0,0 0 0 0,0 0 0 16,0 0 1344-16,0 0 208 0,0 0 48 0,-5-8 16 15,5 8-160-15,2-12-48 0,3 2 0 0,3 0 0 0,2 0-768 0,4-4-144 16,-1 2-48-16,2 1 0 0,1-3-304 0,0 1-144 0,1-2 128 0,-2-1-128 31,1 1 0-31,-1 2 0 0,1 1 0 0,0 0 0 16,-5 0 240-16,1-1-48 0,-2-2 0 0,-1 0 0 15,-3 3 176-15,-1 2 16 0,-1-2 16 0,-4 12 0 0,0 0-144 0,2-12-16 16,-4 1-16-16,2 11 0 16,0 0-80-16,0 0-16 0,0 0 0 0,0 0 0 0,0 0 64 0,0 0 16 15,0 0 0-15,0 0 0 0,0 0-208 0,0 0 144 0,0 0-144 0,7 13 128 0,-1 0-128 0,4 3 0 16,4-3 0-16,-1 1 0 0,1-3 128 0,3 1-128 31,1 0 128-31,2 0-128 0,0-2 0 0,-1 2 0 0,-4-1 0 16,0-1 0-1,2-1-1856-15,0-1-368 0,-2 1-64 0</inkml:trace>
        <inkml:trace contextRef="#ctx0" brushRef="#br0" timeOffset="111886.3186">1884 11081 25391 0,'0'0'1120'0,"0"0"240"0,0 0-1088 0,-5 14-272 0,5-14 0 0,-2 20 0 31,4 4 320-31,1-1 0 0,-1 1 0 0,3-2 0 0,0 1 608 0,2 6 128 0,1 4 32 0,4 4 0 16,1 4-256-16,2 6-32 0,2 5-16 0,4-1 0 15,-1-1-480-15,2-1-112 16,-2-2 0-16,2-5-16 0,0-5-176 0,-1 2 0 16,1 1 0-16,-3-1 128 0,-4-4-128 0,-2 0 0 15,-1 2 0-15,-3 2 0 0,-4 0 0 0,-4 0 0 0,-1-6 0 0,-5-1 0 0,-5-2 0 16,-2-6 0-16,-1-5 0 0,-4-8 0 16,-1-2 128-16,-4-6-128 0,-2-3 0 0,1-2 128 15,-3-6 160-15,1-2 32 0,0-4 0 0,0-1 0 16,-1-2 0-16,3-1 0 0,-1-4 0 0,2 0 0 0,2-1-176 15,3-3-16-15,2-6-128 0,2 6 192 0,1-1 0 0,5 0 0 0,2-4 0 16,4-1 0-16,1-1 160 0,5 1 32 0,1 2 0 0,6-2 0 16,2-2-144-16,4 0-32 0,4 2 0 0,2-1 0 31,1 1-208-31,3 0 176 0,3 0-176 0,1 0 160 0,0 2-160 0,0 4 0 16,0 3 0-16,-4 4 0 15,-1 4-528-15,-3 2-96 0,-6 3-16 0,-4 3-10832 16,-14 7-2176-16</inkml:trace>
      </inkml:traceGroup>
      <inkml:traceGroup>
        <inkml:annotationXML>
          <emma:emma xmlns:emma="http://www.w3.org/2003/04/emma" version="1.0">
            <emma:interpretation id="{7A05ECDD-0520-4922-A8D6-FE998F21982A}" emma:medium="tactile" emma:mode="ink">
              <msink:context xmlns:msink="http://schemas.microsoft.com/ink/2010/main" type="line" rotatedBoundingBox="14465,15312 15185,15142 15366,15904 14646,16074"/>
            </emma:interpretation>
          </emma:emma>
        </inkml:annotationXML>
        <inkml:traceGroup>
          <inkml:annotationXML>
            <emma:emma xmlns:emma="http://www.w3.org/2003/04/emma" version="1.0">
              <emma:interpretation id="{776FB31E-FA7A-4B3F-B3F9-18D93539D51A}" emma:medium="tactile" emma:mode="ink">
                <msink:context xmlns:msink="http://schemas.microsoft.com/ink/2010/main" type="inkWord" rotatedBoundingBox="14465,15312 15185,15142 15366,15904 14646,16074"/>
              </emma:interpretation>
            </emma:emma>
          </inkml:annotationXML>
          <inkml:trace contextRef="#ctx0" brushRef="#br0" timeOffset="114100.6169">4557 10607 11967 0,'0'0'1072'0,"-10"-7"-864"0,-1 0-208 0,2 1 0 16,1 1 2960-16,-1 1 560 15,-1 1 96-15,10 3 32 16,-12-2-1904-16,12 2-368 0,-15 0-80 0,0 2-16 0,2 5-256 0,-1 1-64 16,2 2-16-16,1 4 0 0,-1 1-176 0,0 3-16 0,2 1-16 15,2 4 0 1,-1 4 80-16,2 2 16 0,1 0 0 0,-1 4 0 0,2 1-320 0,0-2-64 15,0 1-16-15,0-4 0 0,0 0-288 0,0-1-144 0,-2-4 160 0,4-1-160 16,-1-1 144-16,3-2-144 0,1-4 128 0,3 0-128 16,2 1 144-16,2-2-144 0,1-3 160 0,6-2-160 0,1-1 384 15,5-3 0-15,5-2-16 0,4-1 0 0,3-1-96 0,1-2-16 32,3 0 0-32,1-2 0 0,3-1-256 0,-1-1 160 0,-2 1-160 0,0-2 128 15,-2 0-128-15,1 0 0 0,-3-2 0 0,-1-3 0 16,-2-2 0-16,1 0 0 0,-3-1 0 0,-2-2 0 0,-6-2 0 0,-5-1 0 15,-3-6-160-15,-6-3 160 0,-4-3-192 0,-5-6 48 16,-4-7 16-16,-5-4 0 0,-5-4-64 0,-5 2 0 16,-4-3 0-16,-5 5 0 0,-6 3 0 0,-6 6 0 15,-6 4 0-15,-8 7 0 32,-9 5-1408-32,-13 7-272 0,-14 5-64 0,-6 2-16 0</inkml:trace>
        </inkml:traceGroup>
      </inkml:traceGroup>
    </inkml:traceGroup>
    <inkml:traceGroup>
      <inkml:annotationXML>
        <emma:emma xmlns:emma="http://www.w3.org/2003/04/emma" version="1.0">
          <emma:interpretation id="{8F98F5FF-1F35-4FC9-8F3A-2B04DF73B3B2}" emma:medium="tactile" emma:mode="ink">
            <msink:context xmlns:msink="http://schemas.microsoft.com/ink/2010/main" type="paragraph" rotatedBoundingBox="9650,16754 16925,16961 16882,18455 9607,1824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5A623F-9786-4692-8FE6-8FF450E5139F}" emma:medium="tactile" emma:mode="ink">
              <msink:context xmlns:msink="http://schemas.microsoft.com/ink/2010/main" type="line" rotatedBoundingBox="9650,16754 16925,16961 16882,18455 9607,18248"/>
            </emma:interpretation>
          </emma:emma>
        </inkml:annotationXML>
        <inkml:traceGroup>
          <inkml:annotationXML>
            <emma:emma xmlns:emma="http://www.w3.org/2003/04/emma" version="1.0">
              <emma:interpretation id="{D40A94FF-ABE0-4F1F-B7B3-E8BE1A031C31}" emma:medium="tactile" emma:mode="ink">
                <msink:context xmlns:msink="http://schemas.microsoft.com/ink/2010/main" type="inkWord" rotatedBoundingBox="9648,16817 11697,16876 11667,17933 9618,17875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123313.146">-156 12099 1839 0,'0'0'0'0,"15"-3"160"0,-3 0-160 0,-1-2 0 16,-1-2 0-16,-10 7 0 0,11-9 3072 0,-11 9 592 15,8-8 112-15,-8 8 32 0,0 0-1216 0,0 0-240 16,0 0-48-16,0-10-16 0,0 10-496 0,-5-8-80 15,-4 1-32-15,1 2 0 0,0 1-528 0,-2 3-96 0,-2 1-32 0,-2 3 0 0,1 4-640 0,-2 0-144 16,-4-1-32-16,-1 6 0 16,-2 1-208-16,2 4 0 0,1 4 128 0,-1 2-128 15,-3 1 0-15,1-1 0 0,0 1 0 0,0-1 0 16,-3 1 0-16,0-2 128 0,-2-4-128 0,0-1 0 0,0-2 0 16,0 0 0-16,3 0 0 0,4-4 0 0,2-3 0 0,3 0 0 15,1 1 128-15,6-2-128 16,8-7 0-16,0 0 0 0,0 0 0 0,0 0 0 15,0 0-192-15,15 10 32 0,0-2 0 0,0-1 0 0,0 0 16 16,2-1 0-16,0 1 0 0,3 1 0 0,0 1 144 0,2 1 0 16,0 2 0-16,-2 1 0 15,-5-1 0-15,2 3 0 0,-2-1 0 0,-1 1-128 16,-6-2 128-16,1 1 0 0,-9-14 0 0,8 18 0 0,-3-1 0 0,-2 1 0 16,-1 1 0-16,-4-2 0 0,-1-2 0 0,-2-2 0 15,-2-3 0-15,1 4 0 0,-3 1 0 0,-1-2 0 0,-2-2 128 16,-1-1-128-16,-1 0 288 0,-1 0-16 15,-3 0 0-15,1 0 0 0,0 2 112 0,0 0 32 0,0 1 0 0,-1-1 0 16,1 0-160-16,-1-1-16 0,-4 1-16 0,3 0 0 16,2 1-224-16,2-1 128 0,3-2-128 0,4 0 0 0,1 0 0 0,7-10 0 31,-3 14 0-31,3-2 0 0,0-12 0 0,7 13 128 0,1 1-128 0,4-3 0 16,1-2 0-16,4-2 0 0,-2 3 128 0,5-4-128 15,2-1 0-15,2 0 0 0,3 1 0 0,1-3 0 0,3-3 0 16,-1 0 0-1,-1-2 0-15,1-1 0 0,2-1 0 0,1-1-288 0,1 0 64 0,0 0 16 16,-2 2-304 0,0 0-64-16,0-1-16 0,1 3-9840 0,1-3-1984 0</inkml:trace>
          <inkml:trace contextRef="#ctx0" brushRef="#br0" timeOffset="123920.1727">586 12493 6447 0,'0'0'272'0,"0"0"80"0,0 0-352 0,10-5 0 16,-10 5 0-16,0 0 0 0,0 0 3168 0,0 0 560 0,8-12 112 0,-8 12 32 16,0 0-1952-16,0 0-384 15,-6-12-64-15,6 12-32 0,-12-11-432 0,0 4-96 16,-1 4-16-16,-2-1 0 0,-2 3-208 0,0-1-48 0,-2 2-16 0,-1 2 0 16,-2 1-256-16,0 2-48 0,2 2-16 0,0 1 0 0,-2 2-128 0,0 2-32 31,-1 1 0-31,-4-1 0 0,-5 0-144 0,2 3 0 15,-1 2 144-15,3-2-144 0,-1 0 0 0,2 2 128 0,0 2-128 0,4-1 0 0,1 1 0 16,7-3 144-16,5-2-144 0,5-1 0 0,5-13 208 0,1 17-64 0,4-2-16 16,5-1 0-16,4-4 112 0,3-2 16 15,3-1 0-15,3-4 0 0,3 1-64 0,1-4 0 0,1-2 0 0,1-1 0 16,-4-1-192-16,2-1 128 16,-2 0-128-16,0-2 0 0,1-1 0 0,-3-2 0 15,-3 2 0-15,1-1 0 0,-1 1 0 0,-3-1 0 16,-4-2 0-16,-1-1 0 0,-2 0 0 0,-2 0 0 0,-3 0 0 15,-1 2 0-15,-1 0 0 0,-3 10 128 0,0 0-128 16,0 0 0-16,-5-13 0 0,2 3 128 0,-1 1-128 0,4 9 0 16,-3-8 208-16,3 8-48 15,0 0-16-15,0 0 0 0,0 0 128 0,0 0 32 16,0 0 0-16,0 0 0 0,0 0-128 0,0 0-32 0,13 2 0 0,3 3 0 16,-1 1 32-16,2 1 0 0,1-4 0 0,2 6 0 15,2-1 64 1,3 4 16-16,1 3 0 0,-1 0 0 0,0 0-256 15,-1 1 0-15,-1-3 128 0,-1 2-128 16,-3 2-288-16,-1 0-96 0,1 1-32 0,-4-1-11008 0,-2 0-2208 0</inkml:trace>
          <inkml:trace contextRef="#ctx0" brushRef="#br0" timeOffset="124292.3137">906 13074 22911 0,'0'0'1024'0,"13"-7"192"0,-1-3-960 0,1 0-256 0,-1-2 0 0,0 2 0 16,0 3 1408-16,-1 0 224 0,0-1 48 0,0 1 16 16,-1 0-32-16,1 1 0 0,-11 6 0 0,15-7 0 15,-2 2-960-15,-1 0-208 0,-12 5-48 0,13-7 0 16,-13 7-320-16,14-7-128 0,-4-1 0 0,0 1 144 16,2 1-144-16,-2-1 0 0,0-3 0 0,-2 0 0 15,-1-2 0-15,0-2 0 0,0 1 0 0,-1-1 0 0,-1 1 0 0,-1 0 0 16,-1-3 0-16,-1 1-176 0,-2 2 176 0,0 1-128 0,0 0 128 0,-2 4-128 31,2 8 128-31,0-10 0 0,0 10 0 0,0 0 0 16,0 0 0-16,0 0 192 0,0 0-64 0,0 0 0 0,0 0 32 0,0 0 16 15,0 0 0-15,0 0 0 16,15 11-176-16,-1 1 0 0,-4 0 0 0,2 2 0 16,-1-1 0-16,1 0 0 0,0 3 0 0,0-1 0 0,-2 0 0 0,-2 0 0 15,1 0 0-15,-3-1 0 16,-1-1-656-16,0 1-112 0,0-1-32 0,1 0-9792 15,0-2-1952-15</inkml:trace>
          <inkml:trace contextRef="#ctx0" brushRef="#br0" timeOffset="124446.4192">1177 12449 9215 0,'-26'-11'400'0,"9"0"96"0,1-2-496 0,0 1 0 16,3 2 0-16,3 5 0 0,10 5 4656 0,0 0 832 0,0 0 160 0,0 0 48 31,0 0-6192-31,0 0-1232 0,17 8-240 0</inkml:trace>
        </inkml:traceGroup>
        <inkml:traceGroup>
          <inkml:annotationXML>
            <emma:emma xmlns:emma="http://www.w3.org/2003/04/emma" version="1.0">
              <emma:interpretation id="{6F2969DF-6B25-4CDD-A78B-0870E7935F70}" emma:medium="tactile" emma:mode="ink">
                <msink:context xmlns:msink="http://schemas.microsoft.com/ink/2010/main" type="inkWord" rotatedBoundingBox="12738,17317 13409,17337 13400,17647 12729,17628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125011.1437">2442 12601 7359 0,'0'0'656'0,"0"0"-528"0,-9-7-128 0,9 7 0 16,-8-8 3952-16,8 8 752 0,0 0 160 0,0 0 16 16,-2-10-2192-16,2 10-448 0,0 0-96 0,17-7-16 15,2 0-1040-15,6 2-192 0,3 2-64 0,6-1 0 16,1 1-576-16,1 0-128 0,4-1-128 0,1 1 176 0,-1-1-176 0,0 1 0 0,-3 0 0 0,-1 3 128 31,-4 0-1232-31,-4 1-256 0,-1 1-48 0,-2 1-8448 16,-4-1-1664-16</inkml:trace>
          <inkml:trace contextRef="#ctx0" brushRef="#br0" timeOffset="125181.2353">2570 12803 8287 0,'0'0'736'0,"-10"6"-592"16,10-6-144-16,0 0 0 0,-9 10 3520 0,9-10 656 15,0 0 144-15,0 0 32 0,0 0-2304 0,0 0-464 16,14 6-96-16,2-3-16 0,8-1 240 0,6-2 32 15,6-4 16-15,6 3 0 16,6-1-2224-16,6-2-448 0,2-2-96 0,1-1-16 16,-1-1-304-16,-3-1-64 0,-2-1-16 0</inkml:trace>
        </inkml:traceGroup>
        <inkml:traceGroup>
          <inkml:annotationXML>
            <emma:emma xmlns:emma="http://www.w3.org/2003/04/emma" version="1.0">
              <emma:interpretation id="{21918323-B3A7-4B9B-B5AE-B895344BC117}" emma:medium="tactile" emma:mode="ink">
                <msink:context xmlns:msink="http://schemas.microsoft.com/ink/2010/main" type="inkWord" rotatedBoundingBox="14329,16887 16925,16961 16882,18455 14287,18381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125834.7248">4639 12199 21599 0,'0'0'960'0,"-8"-9"192"0,-2 2-928 0,-2 4-224 16,-2 0 0-16,-2 3 0 0,-6 3 336 0,-2 2 32 16,-1-1 0-16,-4 2 0 0,-3 3 192 0,-1-1 32 15,-1-1 16-15,0 1 0 0,1 2-48 0,1-1-16 16,0-4 0-16,5 2 0 0,2 1-320 0,4-1-64 0,5-1-16 0,2 3 0 15,4-2-16-15,10-7-128 16,0 0 192-16,-5 11-64 0,5-11-128 0,3 17 0 16,2-3 144-16,4-1-144 0,3-1 0 0,4 0 128 15,3-2-128-15,1 3 0 0,0-1 144 0,1 0-144 0,0 0 192 0,0-1-192 16,-5-2 272-16,1 1-48 0,0 0-16 16,-2-2 0-16,-15-8 16 0,15 14 0 0,-15-14 0 0,10 15 0 15,-10-15-96-15,6 15-128 0,-6-15 176 0,-4 20-176 0,-1-3 224 16,-3-3-64-16,-6-8-16 0,2 4 0 0,1-1 48 0,-3 1 0 0,-1 2 0 15,2-1 0 1,-1 1 64-16,-1 0 32 0,0 1 0 0,-2 1 0 0,-1-1 32 0,-1 2 0 16,2 2 0-16,0 0 0 0,1 0-112 0,0 0-16 15,0 1 0-15,0 2 0 0,0 2-32 0,0 0-16 16,1-2 0-16,2-1 0 0,-1-2-144 0,4-2 128 0,0 0-128 16,4 0 128-16,-1-3-128 0,2 1 0 0,5-13 144 0,0 17-144 15,1-3 208-15,4-3-16 0,-5-11-16 0,14 11 0 16,-1-5 0-16,6 1 0 0,3-4 0 0,3 1 0 15,2-1-176 1,5 0 192-16,3-1-192 0,4 0 192 0,3-2-192 0,3-2 0 16,6-1-192-16,1-2 192 15,0-2-464-15,5 0 16 0,6-1 16 0,2 3 0 16,4 1-560-16,9 3-112 0,7 1-32 0,0-5-13392 0</inkml:trace>
          <inkml:trace contextRef="#ctx0" brushRef="#br0" timeOffset="126459.786">5236 12340 911 0,'0'0'0'0,"-6"-10"0"15,-1-2 0-15,0 0 0 16,1 2 4064-16,-1-2 736 0,-2-3 128 0,3-2 48 0,-3-3-2864 0,3 2-560 15,-1-4-112-15,2 5-32 16,0 0-128-16,1 2-48 0,1 3 0 0,0 4 0 0,-1 1-448 0,4 7-80 16,0 0-32-16,0 0 0 0,0 0-272 0,0 0-48 15,0 0-16-15,5 17 0 0,-1 3-336 0,1 4 0 0,0 3 0 0,-2 0 0 0,-1 1 0 0,1 2 144 32,2 1 0-32,-1-1 0 0,-4-1 400 0,1-2 80 0,-1 3 16 0,2 2 0 15,0 0 112-15,1-4 16 0,0-1 16 0,2 2 0 0,0 3-272 0,1 0-48 16,0-2-16-16,3-1 0 0,2-4-240 0,3-1-48 31,3-3-16-31,1 0 0 0,1-3-144 0,3-3 128 0,1-1-128 0,2-4 128 16,2-2-128-16,2-3 0 15,3-5 0-15,2 2 128 0,-1 0-128 0,1-6 0 16,1-2 0-16,-3-5 0 0,-3 1-208 0,-4-1 80 0,-1-5 128 0,-6 1-208 0,-4-2 48 16,-4-1 16-16,-4-2 0 0,-2 0 0 15,-4-4 144-15,-4 0 0 0,-2 1-144 0,-4 1 144 16,-2 2-240-16,0 0 32 0,-5-1 0 0,2 5 0 15,-2 1 208-15,2 3 0 0,2 0 0 0,1 5 0 16,2 2 0-16,10 5 0 0,0 0 0 0,0 0 0 16,0 0-224-16,0 0 48 0,0 0 16 0,3 17 0 15,5 2-592-15,4-1-112 0,3 2-32 0,4 2-9600 16,3 2-1936-16</inkml:trace>
          <inkml:trace contextRef="#ctx0" brushRef="#br0" timeOffset="126833.2393">5963 12853 15663 0,'0'0'1392'0,"0"0"-1120"0,-4-8-272 0,4 8 0 0,0 0 2736 0,0 0 480 31,0 0 112-31,0 0 0 0,9-9-1456 0,2 3-288 16,5-1-64-16,2 3-16 0,2-1-800 0,4 4-144 0,-1 1-48 0,1 0 0 15,1 1-384-15,-1-1-128 16,-1-1 0-16,-1-1 0 0,-2-3 0 0,-1 0 0 0,-4 0 0 0,0-2 0 15,0-1 128-15,-3-2-128 0,-3-5 192 0,-3 1-192 16,-1 1 0-16,-1-3 0 16,-1 1 0-16,-3-1 0 0,-2-5 0 0,-1 4 0 15,-4 2 128-15,1 0-128 0,-1-3 0 0,0 3 0 16,-1 3 128-16,1 0-128 0,2 0 0 0,-2 4 160 16,0 1-160-16,7 7 128 0,-8-8 224 0,8 8 32 0,0 0 16 15,0 0 0-15,0 0-16 0,0 0-16 0,0 0 0 0,0 0 0 16,0 0-368-16,5 20 0 0,2-3 0 0,3-2 128 15,3-2 0-15,4 1 16 0,3 3 0 0,2-1 0 0,0 0-144 0,0 0 0 0,2 0 144 16,-1-3-144 0,1-3 0-16,-4 0 0 0,-2 0 0 0,1 0 0 15,-2-3-480-15,-2-2-160 16,-15-5-48-16,0 0-10528 0,12 5-2112 0</inkml:trace>
          <inkml:trace contextRef="#ctx0" brushRef="#br0" timeOffset="128131.3085">6188 12688 12255 0,'0'0'544'0,"0"0"112"0,0 0-528 0,10-8-128 0,-10 8 0 0,12-7 0 0,-2 2 1392 0,-10 5 240 16,12-5 48-16,-12 5 16 15,13-5-992-15,1 2-208 0,-1 1-48 0,1 0 0 16,-14 2-32-16,17-1-16 0,-1-1 0 0,-1 0 0 0,-1-1 112 0,-2-2 0 16,-12 5 16-16,15-5 0 0,-2 0 128 0,-3-2 32 15,1-1 0-15,-3 1 0 0,-8 7 320 0,0 0 64 0,7-10 16 0,-7 10 0 16,0 0 80-16,0 0 32 15,0 0 0-15,0 0 0 0,0 0-480 0,0 0-80 16,-14 8-32-16,2 6 0 0,2 9-352 0,0 2-64 16,0 4 0-16,3 5-16 0,1 3 80 0,1 5 0 15,0 0 16-15,3-4 0 0,2-2-80 0,0 1-32 0,2-4 0 0,1-1 0 16,2-3-160-16,2-2 0 0,1-3 144 0,1-1-144 0,-1-1 0 0,2-2 0 16,2 2 0-16,1 0 128 0,-1 1-128 0,2 1 0 15,-1-4 0-15,0 5 128 0,1 2-128 0,-1 0 0 16,1 0 0-16,-2 0 0 0,-2 0 0 0,-2 0 0 15,-1 0 0-15,-4-4 0 0,-3-2 0 0,-1-1 0 16,-3-2 0-16,-3-3 0 0,-3-1 0 0,-1-1 0 0,-5-4 0 0,0-2 128 16,-3-2-128-16,-3-2 128 0,-1-1-128 0,-3-1 128 31,0-2-128-31,-1-3 0 0,0-1 0 0,0-2 128 16,2 1-128-16,-2-3 0 0,0-1 0 0,0 0 128 0,2-2-128 0,-1 1 0 0,1 0 0 0,1 1 0 15,3-3 0-15,2 5 128 0,6-1-128 0,3 2 0 16,3 1 0-16,7 6 128 15,0 0-128-15,8-12 0 0,6 0 128 0,1 0-128 16,2 1 128-16,3-1-128 16,3-2 0-16,4-3 0 0,0 2 0 0,4-5 0 0,0-3 0 0,1-3 0 15,2 3-160-15,-2-2 160 0,-2-4-272 0,1 2 48 0,-1 3 16 16,-1 4 0-16,-3 2 16 0,-2 3 16 0,-5 3 0 0,-4 3 0 16,-4 1 0-16,1 3 0 15,-12 5 0-15,17 0-11024 0,-3 0-2192 16</inkml:trace>
          <inkml:trace contextRef="#ctx0" brushRef="#br0" timeOffset="127012.7578">6170 12254 22111 0,'-5'-30'1968'0,"3"13"-1584"16,2 0-384-16,0 2 0 0,2 2 2624 0,1 4 448 0,-3 9 96 0,0 0 16 16,0 0-1984-16,13-3-400 15,1 5-80-15,-1 4-16 16,-1 6-1424-16,0 1-304 0,0 6-48 0</inkml:trace>
          <inkml:trace contextRef="#ctx0" brushRef="#br0" timeOffset="128439.6949">6117 12172 10127 0,'0'0'448'0,"0"0"96"0,9-9-544 0,1 3 0 0,-10 6 0 0,10-7 0 0,-10 7 4736 0,0 0 832 15,0 0 160-15,0 0 32 0,0 0-3056 0,0 0-608 0,0 0-128 0,0 0-32 31,0 0-1136-31,8 12-224 0,-1 1-64 0,-2 2 0 16,-1 2-512-16,-1 0-176 0,-1 0 0 0,-1 0 0 16,1 1-2000-1,-2-1-384-15</inkml:trace>
        </inkml:traceGroup>
      </inkml:traceGroup>
    </inkml:traceGroup>
    <inkml:traceGroup>
      <inkml:annotationXML>
        <emma:emma xmlns:emma="http://www.w3.org/2003/04/emma" version="1.0">
          <emma:interpretation id="{71D5ABBD-A05F-4BC0-B176-819D35002262}" emma:medium="tactile" emma:mode="ink">
            <msink:context xmlns:msink="http://schemas.microsoft.com/ink/2010/main" type="paragraph" rotatedBoundingBox="4272,17931 29180,17808 29186,19199 4278,193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EB9AC4A-CCA1-4D5A-95FD-2621FAD902F1}" emma:medium="tactile" emma:mode="ink">
              <msink:context xmlns:msink="http://schemas.microsoft.com/ink/2010/main" type="line" rotatedBoundingBox="4272,17931 29180,17808 29186,19199 4278,19321"/>
            </emma:interpretation>
          </emma:emma>
        </inkml:annotationXML>
        <inkml:traceGroup>
          <inkml:annotationXML>
            <emma:emma xmlns:emma="http://www.w3.org/2003/04/emma" version="1.0">
              <emma:interpretation id="{6064D386-6FD0-4D7A-A744-6183171A5C2A}" emma:medium="tactile" emma:mode="ink">
                <msink:context xmlns:msink="http://schemas.microsoft.com/ink/2010/main" type="inkWord" rotatedBoundingBox="4272,18016 7383,18001 7387,18812 4276,18827"/>
              </emma:interpretation>
              <emma:one-of disjunction-type="recognition" id="oneOf17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132155.6334">-6010 13297 19631 0,'0'0'864'0,"0"0"192"0,0-11-848 0,0-1-208 0,0 2 0 0,0 10 0 16,0-12 1664-16,0 12 304 0,0-12 48 0,0 12 16 15,0-12-704-15,0 12-144 0,0 0-32 0,0 0 0 0,0 0-288 0,0 0-64 32,0 0-16-32,0 0 0 0,0 0-464 0,-3 19-112 15,-2 1-16-15,2 7 0 0,-1 5-192 0,1 7 0 0,-2 3 0 0,2 6 0 16,-1 10 0-16,6-4-128 0,0-4 128 0,3-1 0 0,3-2 0 16,4-5 0-16,1-5 0 0,4-2 0 0,3 1 0 0,4-4 0 15,1-7 0-15,7-2 0 0,3-2-208 0,7-3 16 0,4-1 0 16,6-4-9888-16,3-3-1968 15</inkml:trace>
          <inkml:trace contextRef="#ctx0" brushRef="#br0" timeOffset="132756.3816">-4960 13240 15663 0,'0'0'1392'0,"-5"-10"-1120"0,-1 2-272 0,6 8 0 16,-11-7 2400-16,11 7 416 16,-11-5 96-16,-3 5 16 0,1-2-1920 0,1 2-384 0,0 0-80 15,0 0-16-15,1 0 0 0,1 2 0 0,-2 1 0 0,12-3 0 16,-12 9-240-16,4 1-48 0,-1 0-16 0,2 0 0 15,7-10-224-15,-6 17 0 0,1 1 128 0,3 2-128 0,0 1 0 16,2 0 0-16,2 0 0 0,1 2 0 0,2 1 0 0,0-1 0 16,0 4 0-16,2-2 0 15,2-1 0-15,1 0 0 0,0-1 0 0,3-1 0 16,4-2 0-16,-2-1 0 0,0-6 0 0,2 2 0 0,2 2 0 0,-2 0 0 16,-1-7 0-16,1 2 0 0,0 1 0 0,0-1 0 15,0-2 0-15,0 0 0 0,-4-1 0 0,0 1 0 16,1-2 0-16,-1 1 0 0,-13-9 0 0,0 0 0 15,10 11 0-15,-10-11 0 0,0 0 0 0,2 16 0 16,-2-16 0-16,-7 13 0 0,-4-5 0 0,-5 1 0 16,-4-2 0-16,-3-1 0 0,-6 1 144 15,-3 1-144-15,-5-1 128 0,-3 2-128 0,-2-4 0 0,0-2 0 16,-2 0 0-16,0-1 0 0,4-2 0 0,-2 0 0 0,-4 0 0 16,6-2 128-16,5 2-128 0,4-1 0 0,6-1 0 0,5 0 0 15,5-1 0-15,15 3-224 0,0 0 32 0</inkml:trace>
          <inkml:trace contextRef="#ctx0" brushRef="#br0" timeOffset="133827.778">-4423 13720 1839 0,'0'-8'160'16,"0"8"-160"-16,0-9 0 0,0 9 0 0,0-10 2752 0,0 10 528 16,0 0 112-16,0 0 0 0,-5-7-1920 0,5 7-400 15,0 0-80-15,0 0-16 16,-13 2-240-16,1 3-48 0,0 2-16 0,0 0 0 0,-1 1-112 0,-1 3-32 0,1 0 0 16,-1 1 0-16,1 4-176 0,-1-1-32 0,-1-1-16 0,2-2 0 31,1-2-176-31,4 0-128 0,8-10 144 0,0 0-144 15,-7 14 160-15,7-14-160 0,0 0 160 0,0 0-160 0,0 0 144 0,0 0-144 16,12 10 128-16,-12-10-128 16,17 7 192-16,-1-6-64 0,3-2 0 0,-2-3 0 15,1-1 0-15,1 0-128 0,-1-3 192 0,1 1-64 0,-2-2-128 0,-1 2 0 16,0-1 0-16,-3-1 128 0,-1-1-128 0,-2 2 0 16,-2-1 0-16,1 1 128 0,-9 8-128 0,6-14 0 15,-1 2 0-15,1 0 0 0,-1 0 0 0,-5 12 0 16,8-12 0-16,-8 12 0 0,0 0 0 0,15-5 0 15,-3 0 0-15,1 5 0 0,-13 0 0 0,17 9 0 16,-2 1-160-16,0 2 160 0,2-2-144 0,2 4 144 16,-1 1-128-16,2 0 128 0,1-1 0 0,-1 1 0 0,-2-1 0 0,1-2 0 15,-1-2 0-15,-1-1 0 0,-3 1 0 0,-1 0 0 16,-13-10 0-16,0 0 176 16,14 12-16-16,-14-12 0 0,0 0-160 0,0 0 192 15,0 0-192-15,0 0 192 0,0 0-16 0,0 0 0 0,0 0 0 0,0 0 0 16,0 0 16-16,-14-5 0 0,-1-2 0 0,0-2 0 0,1 1-192 15,3-1 0-15,2-1 144 0,2 0-144 16,2 0 128-16,5 10-128 0,0 0 128 0,0-14-128 0,0 14 0 16,5-12 0-16,-5 12 0 0,11-8 0 0,-1 1 0 0,-10 7-160 15,15-2 160-15,0 4-208 0,0 1 48 0,0 2 16 0,0-1 0 0,1 1 0 16,-1 0 144-16,0 0 0 0,-2 0 0 0,1 0 0 16,-14-5 0-16,17 9 0 0,-2-4 0 0,-2 0 0 15,-13-5 0-15,14 5 0 0,-14-5 0 0,0 0-128 31,13 4 128-31,-13-4 0 0,0 0 0 0,0 0 0 0,0 0 0 0,0 0 0 16,8-9 0-16,-8 9 0 0,7-12 0 0,-7 12 0 16,0 0 0-16,5-12 0 15,-1 0 0-15,-1 0 128 0,0 0-128 0,-3 12 0 0,0 0 192 0,7-10-16 0,-7 10-16 16,10-8 0-16,0 1 144 0,-10 7 16 16,15-2 16-16,2 2 0 0,2 0-336 0,1 2 0 15,2 0 0-15,1 3 0 0,1 2 0 0,1-1 0 0,0-1 0 0,-1 1 0 0,-2 0 0 0,1 1 0 31,-1 0 0-31,-2 0 0 0,-1-2 0 0,-1 0 0 0,-1 0 0 0,-3 0 0 16,-14-5 0-16,13 5 0 0,-13-5 0 0,0 0 0 0,0 0 0 0,0 0 0 31,0 0 0-31,14 7 0 0,-14-7 0 0,0 0 0 16,13 5 0-16,-13-5 0 0,0 0 0 0,14 4 0 0,-1-3 0 0,1 1 0 16,-1-2 0-16,0 0 0 15,3-2 0-15,-1 1 0 0,-2-1 0 0,2 0-208 0,0-1 16 0,1 0 16 0,-3-1-32 0,1 1-16 16,-3-2 0-16,-11 5 0 0,12-6 224 0,-12 6-176 15,12-10 176-15,-12 10-160 0,10-12 160 0,-10 12 0 0,0 0 0 16,0 0 0 0,2-13 0-16,-2 13 0 0,0 0 0 0,-5-12 0 0,-2 2 0 0,-3 3 128 0,-2 2-128 0,-1 1 0 15,-3 2 0-15,1 1 144 0,-2 2-144 0,2-1 0 16,0 0 320-16,0 0-64 0,2 4 0 0,1-2 0 16,12-2-80-1,0 0-32-15,0 0 0 0,0 0 0 16,0 0 144-16,0 0 32 0,0 0 0 0,0 17 0 0,0-17-16 0,12 15 0 15,1-1 0-15,5-1 0 0,4-3-32 0,4 1 0 0,-1-3 0 16,2 4 0-16,1 0-272 0,4 0 128 0,2 0-128 0,3-2 0 31,0-3-224-31,5 5-160 0,2 0-16 0</inkml:trace>
        </inkml:traceGroup>
        <inkml:traceGroup>
          <inkml:annotationXML>
            <emma:emma xmlns:emma="http://www.w3.org/2003/04/emma" version="1.0">
              <emma:interpretation id="{52EC3097-3190-4646-ACD1-EF8F433C2DDF}" emma:medium="tactile" emma:mode="ink">
                <msink:context xmlns:msink="http://schemas.microsoft.com/ink/2010/main" type="inkWord" rotatedBoundingBox="8253,18049 13555,18022 13561,19276 8259,19302"/>
              </emma:interpretation>
              <emma:one-of disjunction-type="recognition" id="oneOf18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0" timeOffset="134631.9743">-1618 13819 6447 0,'0'0'272'0,"0"0"80"0,0 0-352 0,0 0 0 15,-2-12 0-15,2 12 0 0,-7-12 3584 0,1 4 640 16,-3 0 128-16,-1 1 16 0,-2 2-2672 0,1 1-544 16,-1 1-96-16,0 0-32 0,0 1-208 0,1 2-48 0,-3 2-16 0,1-1 0 15,-1 1-256-15,2 3-48 16,1 2-16-16,-1 0 0 0,-2-1-272 0,-1 3-160 15,-3 2 192-15,-1 3-192 0,-1-2 160 0,0 1-160 0,1 1 128 0,1 1-128 16,-1 0 0-16,-1 0 0 0,-2 2 0 0,4 0 0 16,1-2 0-16,3-2 0 0,8-1 0 0,6-12 0 15,0 0 0-15,0 0 0 0,0 0 0 0,0 0 0 16,10 10 0-16,3-5 0 0,2-5 128 0,1-1-128 16,-1-5 0-16,2 1 128 0,-1-3-128 0,1 1 128 0,0-1-128 15,1 1 0-15,4 0 0 0,-1-1 0 0,-6 0 0 0,2-1 0 16,-2 1 0-16,0 1 0 0,0 2 160 0,0 0-160 15,-1 3 192-15,-1 1-192 0,2-3 448 16,0 3-32-16,-1-1 0 0,1 0 0 16,3 0 16-16,1 1 0 0,-1-1 0 0,1 2 0 15,-1 2-192-15,1-1-48 0,1 1 0 0,0 2 0 0,-1 1-192 0,-1-2 0 0,1 0 0 0,-2 1 0 32,-2-1 0-32,-2 2 0 0,-13-5 0 0,17 8 0 15,-2-1-320-15,-1 0-96 0,-3 1-32 0,-11-8-14736 0</inkml:trace>
          <inkml:trace contextRef="#ctx0" brushRef="#br0" timeOffset="135114.9589">-910 13863 12895 0,'0'0'1152'0,"0"0"-928"0,0 0-224 0,-5-10 0 15,-2-1 2384-15,7 11 432 16,-11-8 96-16,-1 1 16 0,0 1-1712 0,-1 1-352 15,-1 1-64-15,1 2-16 0,-2 1-144 0,-1 1-16 0,1 0-16 0,0 3 0 0,0 2-192 0,2 0-32 16,1 0-16-16,2 2 0 16,1 1-368-16,9-8 128 0,-12 9-128 0,4-1 0 0,0 2 0 0,8-10 0 15,-10 16 0-15,3-3 0 16,7-13 0-16,-4 17 0 0,4-17 0 0,4 15 0 16,-4-15 0-16,8 12-208 0,-8-12 16 0,12 10 16 0,-12-10-112 0,17 5-32 15,-2-3 0-15,-2-2 0 16,1-4 48-16,-2-1 0 15,-1-2 0-15,1-1 0 0,0-2 80 0,0-2 32 0,0 0 0 0,-1 1 0 16,1-1 160-16,-2 0 0 0,-1 0 0 0,-1-3 0 0,0-2 0 0,-1-1 0 16,0-2 0-16,-2-2 0 15,-2 2 0-15,1-6 176 0,-4-2-48 0,0-4 0 16,-4 0-128-16,1-5 0 0,-2-2 0 0,0 0 0 0,-2 2 0 0,0 0 128 16,-1 4-128-16,-2 1 128 0,0 1 144 0,0 6 32 15,1 2 0-15,1 6 0 0,-4 2-16 0,2 3 0 16,3 5 0-16,7 7 0 0,0 0-64 0,0 0-16 15,0 0 0-15,-8 10 0 0,8-10-208 0,-2 20 0 16,2 4 0-16,5 1 0 0,4 4 0 0,2 1 0 16,1 7 0-16,3 3 0 0,2 6 0 0,3-2 0 0,4-4 0 0,-1 4 0 15,3-2 0-15,-1-3 0 0,2-4 0 0,0-1 0 16,-2-3 0-16,2 1-240 0,0 0 48 0,5 2-8624 31,3 0-1728-31</inkml:trace>
          <inkml:trace contextRef="#ctx0" brushRef="#br0" timeOffset="135472.4602">-326 13809 7359 0,'0'0'320'0,"0"0"80"0,0 0-400 0,0 0 0 0,0 0 0 0,0 0 0 15,0 0 3360-15,0 0 592 0,0 0 112 0,0 0 32 0,0 0-3168 0,0 0-624 16,7 20-128-16,-1-1-32 15,0-1 624-15,0 1 128 0,3 4 32 0,-1 1 0 0,1-1-352 0,-1 4-80 16,0 5-16-16,1 3 0 16,-1 4-352-16,-1-2-128 0,-2 0 0 0,-2 0 144 15,-1 4-144-15,-4-4 0 0,-1-7 0 0,-2-2 128 16,-4-1-128-16,-1-1 0 0,-3-6 0 0,-1-2 0 0,1-1 0 0,-2-3 0 16,-2-3 144-16,2-2-144 0,1-4 0 0,3 0 128 15,-1-2-128-15,12-3 0 0,-12-1 0 16,12 1 144-16,-12-4-144 0,12 4 0 0,-11-7 176 0,11 7-176 15,0 0 160-15,-4-11-160 0,4 11 304 0,4-15-48 0,1-2 0 16,1 2 0-16,4-1-80 0,2 1-32 0,0-2 0 0,1-1 0 16,3-2-144-16,-1-5 0 0,2-6 0 0,-1-1 0 15,3 0 0-15,-1-1 0 0,-1-3 0 0,0 3 128 16,-2 4-320-16,-1 0-80 16,-3 1-16-16,-2 3-12896 0</inkml:trace>
          <inkml:trace contextRef="#ctx0" brushRef="#br0" timeOffset="135674.937">-575 13590 28095 0,'17'-23'1248'0,"0"11"256"0,3 0-1200 0,5 4-304 0,4 3 0 0,-1-1 0 15,-1 0 192-15,0 4-32 0,0 4 0 0,-2 1 0 32,-3 0-1520-32,-2 6-304 0,1 6-64 0,-5 0-16 0</inkml:trace>
          <inkml:trace contextRef="#ctx0" brushRef="#br0" timeOffset="136090.8722">103 13827 9215 0,'0'0'400'0,"0"0"96"0,0 0-496 0,0 0 0 15,0 0 0-15,0 0 0 0,0 0 3904 0,0 0 704 16,0 0 128-16,0 0 16 0,0 0-3168 0,0 0-640 16,0 0-128-16,3 19-32 0,-3-19-336 0,5 18-80 15,-5-18-16-15,7 19 0 0,0-4-144 0,-7-15-16 0,8 18-16 0,-8-18 0 16,10 14-176-16,-10-14 0 15,12 10 144-15,-12-10-144 0,15 10 0 0,-15-10 144 16,17 7-144-16,0-4 0 0,0-4 176 0,0-1-176 16,-2 0 160-16,2-3-160 0,-2-3 128 0,0-1-128 0,-2 1 0 0,1-2 0 15,-1 1 128-15,1 1-128 0,-4 0 0 0,0-1 0 16,0-1 128-16,-2 0-128 0,-1-2 0 0,0 2 0 0,-7 10 0 0,7-12 128 0,-4 1-128 16,-3 11 0-1,0 0 128-15,0 0-128 0,0 0 176 0,0 0-176 0,0 0 448 0,0 0 0 16,0 0-16-16,0 0 0 0,0 0-272 0,0 0-160 0,0 0 192 0,0 0-192 31,0 0 0-31,13 10 0 0,-1 1 0 0,-2 3 0 16,0-2 0-16,1 1 0 0,-1 1-144 0,1 1 144 15,1 0-896-15,0 0-112 0,-2 0-16 0,0 0-8448 0,-1 0-1680 0</inkml:trace>
          <inkml:trace contextRef="#ctx0" brushRef="#br0" timeOffset="136620.228">601 14033 21935 0,'0'0'960'0,"0"0"224"0,0 0-944 0,0 0-240 16,0 0 0-16,0 0 0 0,0 0 1360 0,10-9 240 15,-10 9 32-15,10-8 16 0,0-1-368 0,0 1-80 16,2 1-16-16,0 2 0 0,0-2-624 0,0 2-128 16,1-1-32-16,1 1 0 0,-1 1-400 0,-1-1 0 0,-2-2 0 0,-10 7 0 15,10-10 0-15,-10 10 0 16,7-11 0-16,-4 0 0 0,-3 11-272 0,0-11-48 15,-3-1 0-15,3 12 0 16,0 0-64-16,0 0-32 0,-5-10 0 0,5 10 0 0,0 0 224 0,0 0 64 0,0 0 0 0,0 0 0 16,0 0 128-16,0 0 0 0,0 0 0 0,0 0-128 0,0 0 0 15,0 0 0-15,13 7 0 0,-1 1 0 0,-12-8 128 0,17 10 0 16,0-2 0-16,-1 1 0 0,1-1 0 0,2-1 0 16,-3-2 0-16,3 0 0 0,-2-1 0 0,-2-4 0 15,-15 0 0-15,15-2 0 16,-1-2 0-16,-14 4 0 0,13-8 0 0,-13 8-128 31,10-10-272-31,-3 0-48 0,-2-2-16 0,-5 12 0 16,0-13-96-16,0-1-16 0,-2 1 0 0,1-1 0 15,-3 1-256-15,-1 1-64 0,0-3-16 0,-2 0 0 0,1-2-160 0,-3 0-16 0,1-5-16 16,-1-1 0-16,-1-3 720 0,0-2 128 0,2-1 48 0,-2-3 0 0,0-1 208 0,-1 1 0 16,1 5 0-16,4 5 0 0,1 7 576 0,1 3 144 0,4 12 48 0,0 0 0 31,0 0 128-31,0 0 16 0,0 0 16 0,0 0 0 15,-3 18-656-15,3 3-128 0,5 0-16 0,0 3-128 0,0 0 512 0,3-1-16 16,3 1 0-16,2-2 0 0,0-2-64 0,4 0-16 16,2-2 0-16,1 1 0 0,0-2-240 0,4 0-48 15,1-1-128-15,0 1 192 0,2-5-192 0,0 1 128 0,2 1-128 0,-2-2 0 16,-2 0-208-16,-2-1-144 0,-2-2-32 0,-3 1 0 16</inkml:trace>
          <inkml:trace contextRef="#ctx0" brushRef="#br0" timeOffset="136802.5325">1133 13779 9215 0,'0'0'816'0,"0"0"-656"0,7-12-160 0,-7 12 0 15,8-9 2624-15,-8 9 512 0,10-8 80 0,-10 8 32 16,13-7-1952-16,-1 2-384 0,0 2-80 0,1 1 0 0,1 4-272 0,-1 1-48 0,3 1-16 0,0 1 0 31,1 1-496-31,0 1-192 0,0 0 16 0</inkml:trace>
          <inkml:trace contextRef="#ctx0" brushRef="#br0" timeOffset="138138.2425">1404 13854 13823 0,'0'0'608'0,"0"0"128"0,13-1-592 0,1-1-144 0,1 0 0 0,0 2 0 0,-2 2 2880 0,1 1 560 16,-14-3 96-16,17 7 32 0,-2 0-2496 0,0 1-496 16,-2 1-112-16,-1-1-16 0,-2 4-272 0,0-1-176 0,-10-11 192 0,14 16-192 15,-2-1 128-15,-2-2-128 0,-10-13 0 0,8 12 0 0,-8-12 144 0,7 10-144 16,-7-10 0-16,0 0 144 15,0 0-144-15,0 0 0 16,0 0 0-16,0 0 128 0,0 0-128 0,0 0 192 16,0 0-192-16,1-13 192 0,-1-1-192 0,2 1 160 0,2 1-160 0,-1 0 160 15,-1-1-160-15,1 1 0 0,-3 12-160 0,8-12 160 16,1 2 0-16,-9 10 0 0,12-7 0 0,-2 1 0 16,0 1-128-16,-10 5 128 0,13 0 0 0,1 3-144 15,-1 2 144-15,-1 0-160 0,-12-5 160 0,15 10-160 0,-1 0 160 0,-3 0 0 16,-1 0 0-16,0 2 0 0,-1 2 0 0,-1-4 0 15,-8-10-144-15,10 10 144 16,-1 0 0-16,-9-10 0 0,0 0 0 0,8 10 0 0,-8-10 0 0,0 0 0 16,0 0 0-16,0 0 0 0,0 0 144 0,0 0-144 15,0 0 160-15,10-7-160 0,-10 7 128 0,10-10-128 16,-3 0 0-16,-2-2 144 0,-1-3-144 0,-1 3 0 0,-3 12 0 0,5-11 128 16,-2-1-128-16,-3 12 0 15,7-12 0-15,-7 12 128 16,0 0-128-16,0 0 0 0,8-10 0 0,-8 10-176 15,0 0 176-15,0 0 0 0,0 0 0 0,14-2-128 0,-14 2 128 0,13 5 0 16,-13-5 0-16,19 7 0 0,-2 1 384 0,1 3 0 16,1-3 0-16,3 0 0 0,-1 2-144 0,5 1-32 15,-1 0 0-15,2-1 0 0,-2-1-208 0,0-1 0 16,-1 1 0-16,-1-1 0 0,1-1 0 0,0 0-160 16,-3-2 32-16,-2 0 0 15,-2-2-512-15,-2 0-80 0,-2-1-32 0,-13-2 0 16,0 0 48-16,14-2 0 0,-14 2 0 0,0 0 0 0,0 0 496 0,10-6 208 0,-10 6-176 0,0 0 176 15,7-10 0-15,-7 10 0 16,5-12 0-16,-5 12 0 0,6-9 320 0,-6 9 16 0,0 0 0 16,9-8 0-16,-9 8 48 0,10-7 16 0,0 2 0 0,0 0 0 15,0 0-224-15,2 0-48 0,0 2-128 0,1-1 192 16,-1 1-192-16,2 0 0 16,-1 1 0-16,-13 2 0 0,15-3 0 0,-1 1 0 0,-14 2 0 0,13-5 0 15,-5-2 0-15,-8 7 0 0,0 0 0 0,12-7 0 16,-12 7 0-16,10-8 0 0,-10 8 0 0,0 0 0 15,9-10 128-15,-9 10-128 0,5-14 0 0,-5 14 0 16,0 0 128-16,0 0-128 0,0-15 0 0,0 15 0 16,0 0 0-16,-5-12 0 0,5 12 0 0,-9-8 0 0,-1 1 144 0,0 4-144 15,0 0 128-15,-2 1-128 16,-1 2 192-16,1 3-64 0,0 1 0 0,0 1 0 0,12-5-128 0,-11 8 0 16,1 1 0-16,1-1 0 0,9-8 0 0,-8 13 0 15,1-1 0-15,7-12 0 0,-5 15 0 0,2 0 0 16,3-15 0-16,0 16 0 0,0-16 0 0,3 15 0 15,-3-15 0-15,7 15 0 0,1-2 0 0,1-3 0 0,-9-10 0 0,11 9 0 16,1-1 0-16,2-4 0 16,-1-4 0-16,-13 0 0 0,15-2 0 0,-1-3 0 0,-1-2 0 0,-1 0 0 0,-2 1 0 0,2-1 0 15,-2 0 0-15,2 1 0 16,-2-3 0-16,0 1 0 16,0-4 0-16,2 2 0 0,-1 0 0 0,1 3 0 0,-12 7 128 0,14-5-128 15,-1 0 0-15,1 2 0 0,-14 3 0 16,15-2 0-16,-15 2 0 0,15 0 0 15,-2 3 0-15,-13-3 0 0,14 7-176 0,-1 1 176 0,-13-8-128 0,15 14 128 0,-3-1-128 0,0-3 128 16,0-1-128-16,1 1 128 0,-1 2 0 0,1-2 0 16,-1 0 0-16,2 0 0 0,-1-2 0 0,1-1 0 15,-14-7 0-15,15 7 0 0,-2-2 0 0,1-3 144 16,-14-2-16-16,15-4-128 0,-3 1 0 0,-12 3 0 16,13-9 0-16,-3 1 0 0,-3 0 160 0,-2-3-160 0,0 0 128 15,-2-1-128 1,-3 0 0-16,2-1 0 0,0-1-144 0,-2 1 144 15,-2-1-352-15,0 1 32 0,1-2 16 0,-3 1 0 0,1 1 48 0,0-4 16 16,-2-2 0-16,-1 3 0 0,0 0 96 0,-3 0 16 16,-2-3 0-16,0 1 0 0,1-4-224 0,-1-3-32 15,-1-2-16-15,-2-4 0 0,-1-2 32 0,0 1 16 16,0 0 0-16,0 5 0 0,-2 3 144 0,0 4 16 16,0 3 16-16,2 5 0 0,2 4 304 0,3 5 64 0,10 3 16 15,0 0 0-15,0 0 400 0,0 0 80 0,0 0 16 0,-7 15 0 31,3 2-432-31,8 3-80 0,1 2 0 0,7 5-16 0,5 5 96 0,1-2 32 16,4-2 0-16,3 3 0 0,4-1-48 0,1-1 0 16,0-4 0-16,-1 0 0 0,-2-3-256 0,-2 0 0 15,-1-4 0-15,-3 1 0 0,1-2 0 0,0 0 0 16,-2-2 0-16,-3-2 0 0,-2 1-256 0,-3-1-96 16,-3 2-32-16,-9-15-8192 15,0 0-1632-15</inkml:trace>
          <inkml:trace contextRef="#ctx0" brushRef="#br0" timeOffset="138280.1144">3120 13794 19343 0,'0'0'1728'0,"0"0"-1392"31,0 0-336-31,0 0 0 0,8-12 1792 0,1 5 272 0,-9 7 64 0,15-2 16 0,2-1-1632 0,-1 1-336 16,3 6-176-16,1 1-8000 15,0 0-1696-15</inkml:trace>
        </inkml:traceGroup>
        <inkml:traceGroup>
          <inkml:annotationXML>
            <emma:emma xmlns:emma="http://www.w3.org/2003/04/emma" version="1.0">
              <emma:interpretation id="{51ECF938-9C52-49C9-B508-8F30D083A51A}" emma:medium="tactile" emma:mode="ink">
                <msink:context xmlns:msink="http://schemas.microsoft.com/ink/2010/main" type="inkWord" rotatedBoundingBox="14225,18385 15172,18380 15175,18845 14228,18850"/>
              </emma:interpretation>
              <emma:one-of disjunction-type="recognition" id="oneOf19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0" timeOffset="139016.574">3914 14044 17503 0,'0'0'768'0,"0"0"176"0,0 0-752 0,0 0-192 0,0 0 0 0,17 2 0 16,-4-4 1088-16,1 1 176 16,-1-1 32-16,1-1 16 15,-1 1-1024-15,1-1-288 0,1-2 0 0,0-1 128 16,-2 0-128-16,1 1 0 0,-1-2 0 0,-1 0 0 0,-4-1 0 0,-8 8 0 16,9-12 0-16,-2 0 128 0,-4-1-128 0,-1 1 0 15,-2 0 0-15,-2 0 0 0,-1-1 192 0,-1 1-32 16,1 0-16-16,3 12 0 0,-2-13 592 0,2 1 112 15,0 12 32-15,4-10 0 0,-1-2 80 0,-3 12 0 16,0 0 16-16,12-11 0 0,1 2-96 0,2 4-32 16,2 7 0-16,2-1 0 0,1 1-416 0,3 3-96 15,3 0-16-15,1 2 0 0,-2 3-80 0,0 0-32 16,0 0 0-16,-1 2 0 0,-4 0-208 0,-2-2 0 0,-4 2 0 0,-4-1 0 16,-2 1 0-16,-8-12 0 15,6 17 0-15,-5-2 0 16,-2-1-320-16,1-14-128 0,-9 13 0 0,-1-3-9552 15,-5-5-1904-15</inkml:trace>
          <inkml:trace contextRef="#ctx0" brushRef="#br0" timeOffset="139180.4443">4257 13679 8287 0,'0'-20'736'0,"0"5"-592"0,0-2-144 0,1 2 0 16,3 1 3968-16,-4 6 752 0,0 8 144 0,0 0 48 15,-5-10-3776-15,5 10-752 0,0 0-160 0,0 0-32 0,-12 0-192 0,12 0-160 16,-15 13 32-16,5 3-7696 16,4 0-1536-16</inkml:trace>
          <inkml:trace contextRef="#ctx0" brushRef="#br0" timeOffset="139519.3793">4298 13992 21311 0,'0'0'944'0,"0"0"192"0,0 0-912 0,0 0-224 16,0 0 0-16,0 0 0 0,0 0 1488 0,0 0 256 0,0 0 48 0,0 0 16 16,5-10-672-16,3 2-144 15,4 1-32-15,5 0 0 0,5-1-560 0,1-1-112 16,1 1-32-16,-1 1 0 0,2 1-256 0,-1-1 0 0,-2-2 0 16,0 3 0-16,-2-1 0 0,-2 0 0 15,-1-1 0-15,-2-1 0 0,-3 3 0 0,-2-1 0 0,-10 7 0 16,9-10 0-16,-9 10 0 0,5-12 0 0,-5 12 0 15,0-15 0-15,-4 1 0 0,-1 3 0 0,5 11 0 0,-5-10 0 16,-3-2 0-16,8 12 0 0,-9-9 0 0,9 9 0 16,-8-10 192-16,8 10-192 0,0 0 192 0,0 0-192 0,0 0 192 0,0 0-64 15,0 0 0-15,0 0-128 0,12 7 0 0,1 3 0 0,2 0 0 16,2 4 0-16,2-1 0 0,-1 1 0 0,1-1 0 0,1 2 0 16,-2 0 0-16,1 2 0 15,0-3 0-15,-3 2 0 31,-1 1-352-31,-1 0-80 0,-1 0-16 0,-1 0-9024 0,-2 0-1792 0</inkml:trace>
        </inkml:traceGroup>
        <inkml:traceGroup>
          <inkml:annotationXML>
            <emma:emma xmlns:emma="http://www.w3.org/2003/04/emma" version="1.0">
              <emma:interpretation id="{83B84E01-2CD9-4534-9164-ABA1DD41A518}" emma:medium="tactile" emma:mode="ink">
                <msink:context xmlns:msink="http://schemas.microsoft.com/ink/2010/main" type="inkWord" rotatedBoundingBox="15652,18149 19909,18128 19913,18996 15656,19017"/>
              </emma:interpretation>
              <emma:one-of disjunction-type="recognition" id="oneOf20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0" timeOffset="140827.5509">5341 13812 11055 0,'0'0'976'0,"0"0"-784"15,0 0-192-15,0 0 0 0,13 0 2320 0,1 0 432 16,-14 0 64-16,17 2 32 16,-1 0-1376-16,0 1-288 0,-1 2-48 0,0-2-16 0,0 2-224 0,2 2-64 15,-2 2 0-15,0-1 0 0,-1 0-176 0,-1 1-32 16,-13-9-16-16,13 10 0 0,-13-10-304 0,14 10-64 16,-14-10-16-16,0 0 0 0,0 0-48 0,0 0-16 15,0 0 0-15,0 0 0 0,8 10 240 0,-8-10 48 0,0 0 16 0,0 0 0 0,0 0-16 0,-8-7 0 16,-1 1 0-16,1-1 0 0,0-2-320 0,-1 3-128 31,1-3 0-31,-1 1 144 0,3-1-144 0,-1 1 0 0,7 8 144 0,-10-12-144 16,1 0 0-16,1 4 0 0,0 1 0 0,1-1 128 0,0-2-128 0,7 10 0 31,0 0 0-31,-5-12 0 0,3-1 0 0,2 13 0 0,0 0 0 16,2-16 0-16,-2 16 0 0,7-13 0 0,-7 13 0 0,10-8 0 15,-10 8 0-15,13-9 0 0,-1 2-144 0,-12 7 144 16,0 0-160-16,15-3 160 0,-15 3-208 0,14 0 80 15,-14 0 128-15,0 0-128 0,0 0 128 0,15 5-128 16,-3 2 128-16,-12-7 0 0,0 0 0 0,11 8 0 0,-11-8 0 16,12 9 0-16,-2-1 0 0,0 1-128 0,-10-9 128 0,14 10 0 15,-2-4 128-15,-1 1-128 0,-11-7 0 0,17 8 0 16,-2-2 0-16,-1-1 0 16,-14-5 0-16,15 6 0 0,0-1 0 0,-15-5 0 0,17 2 0 0,-2 3 0 15,-15-5 0-15,17 5 0 16,-4 0 0-16,-13-5 0 0,16 7 0 0,-1 0 0 15,-2-2 0-15,-13-5 0 0,15 1 128 0,-15-1-128 16,17 9 0-16,-3-1 0 0,-14-8 0 0,15 9-192 0,0-1 192 16,-2 0 0-16,-13-8 0 0,15 7 0 0,-1-2 0 0,-14-5 0 15,17 2 0-15,-2-2 0 0,-15 0 0 0,17-3 0 16,-2 1 0-16,0-2 0 0,-2 1 0 0,1-2 0 16,-2-2 0-16,0 1 128 0,-2-1-128 0,1 0 0 15,-1-1 0-15,1-2 128 0,-1 0-128 0,-2-1 0 16,0 0 0-16,-8 11 0 0,7-12 0 0,-7 12 0 15,7-15 0-15,-4 0 0 0,-3 15 0 0,2-17 0 16,-4 2 0-16,2 15 0 0,0 0 0 0,-6-16 0 0,-3 5 0 0,1 1 0 0,-2 1 0 0,10 9 0 16,-14-5 0-16,2 2 0 0,12 3 0 0,-11 3 0 31,11-3 0-31,-9 9 0 0,9-9 0 0,-6 13 0 0,0 2 0 16,5 0-128-16,1-15 128 0,1 14 0 0,3 1-144 0,3 0 144 15,1 0 0-15,2-1 0 16,2-1-144-16,1 2 144 0,2 0 0 0,2-1 0 0,2-6 0 0,1 1 0 15,2 2 0-15,3 0 0 0,4-5 0 0,4 1 0 16,4 0-368-16,4-2-16 0,-1-2 0 0,0 1 0 16,1-4-640-16,-1-2-144 0,-3 0-32 15,-1 0 0-15,-3-1-208 0,-1 0-32 0,-1-2-16 0,-3-2 0 32,-3 0 320-32,-3 1 64 0,-3-3 16 0,-4 1 0 0,-5-2 656 0,-2 0 128 0,-1-2 16 0,-7 12 16 15,0-17 240-15,0 3 0 0,0 14 0 0,-5-13 160 16,-2 0 512-16,-1 1 96 0,0 0 32 0,-3 4 0 0,0 1 288 0,1 2 64 15,-1-2 16-15,11 7 0 0,-15-3-432 0,15 3-96 16,-13-7 0-16,13 7-16 16,0 0-368-16,0 0-80 0,0 0-16 0,0 0 0 0,0 0-160 15,0 0 0-15,-4 10 0 0,4-10 0 0,4 15 0 0,1-1 0 16,2-1 0-16,1 1 0 0,0-1 0 0,3 2 0 0,-1 0 0 0,0 2 0 16,2 0 0-16,-1 1 0 0,1 1 0 0,0-1 0 15,1-2 0-15,-1 2 0 0,0 2 0 0,-2 2 0 16,-2 0 0-16,1-2 0 0,-1 0 0 0,-1 4 128 15,0 0-128-15,-2-3 0 0,-2-4 0 0,-3 0 0 0,0 0 0 0,0-5 0 16,0-12 0-16,0 10 0 16,-2 0-1648-16,2-10-256 0,0 0-48 0,0 0-8992 15</inkml:trace>
          <inkml:trace contextRef="#ctx0" brushRef="#br0" timeOffset="141411.9803">7113 13750 9215 0,'0'0'816'0,"0"0"-656"0,0 0-160 0,0 0 0 0,0 0 2896 0,0 0 560 15,0 0 96-15,0 0 32 16,0 0-2368-16,0 0-448 0,0 0-112 0,-4 17-16 16,2-2-160-16,2-15-32 15,6 20-16-15,0-3 0 0,-6-17 144 0,14 17 16 0,-1 0 16 0,1-4 0 16,-14-13-320-16,16 13-64 0,3-1-16 0,-2-2 0 0,-2-1-208 0,-2 1 176 15,-13-10-176-15,16 7 160 16,-3-4-160-16,-13-3 160 0,17-2-160 0,-2 1 160 16,-2-1-160-16,1-1 128 0,-4-4-128 0,2 0 128 15,1 0-128-15,1-1 160 0,-3-2-160 0,3 0 160 16,-1 0-160-16,1 1 192 0,-2 1-192 0,1-2 192 16,1-4-192-16,-1 4 0 0,0 2 0 0,1-1 0 15,-2 1 0-15,1 1 0 0,-1 2 0 0,-12 5 192 0,15-3 128 0,-15 3 16 16,14 0 16-16,-1 1 0 0,0 3-352 0,-13-4 144 15,14 5-144-15,-2 2 0 0,-2 1 0 0,-10-8 0 16,10 10 0-16,0 0 0 0,-10-10 0 0,12 14 0 16,-12-14 0-16,10 13 0 0,-10-13 0 0,10 10 0 15,-10-10 0-15,12 9 0 0,-12-9 0 0,10 8 0 0,-10-8 0 0,0 0 0 16,13 5 0-16,-13-5 0 0,14 2 0 0,-14-2 0 16,13 0 0-16,-13 0 0 0,15-2 0 0,-1 0 0 0,-2-3 0 15,-12 5 0-15,13-5 0 0,-13 5 0 0,10-6 0 0,-10 6 0 31,12-7 0-31,-12 7 0 0,12-10 0 0,-2 1 0 16,-10 9 0-16,0 0 0 0,12-8 0 0,-12 8 0 0,0 0 0 16,8-10 0-16,-8 10 288 0,0 0-48 0,0 0-16 15,0 0 0-15,0 0 224 0,0 0 64 0,10-5 0 0,-10 5 0 16,0 0-368-16,12 0-144 0,-12 0 128 0,0 0-128 16,15 1 0-16,-15-1 0 0,13 6 0 0,-13-6 0 15,14 6 0-15,-14-6 0 0,13 5 0 0,-13-5 0 0,0 0-192 0,0 0-64 0,14 5 0 16,-14-5-16-1,0 0-1696-15,0 0-336 16,0 0-64-16</inkml:trace>
          <inkml:trace contextRef="#ctx0" brushRef="#br0" timeOffset="142397.2116">7828 13636 8287 0,'0'0'368'0,"-5"-17"80"0,-1-2-448 0,5 7 0 0,1 12 0 0,0 0 0 0,3-11 2768 0,-3 11 480 16,0 0 80-16,0 0 32 0,14 3-2016 0,1 4-384 0,2 1-96 0,1 2-16 15,1 4-336-15,1-1-80 16,0 1-16-16,4-1 0 0,-1 2-160 0,2 0-48 0,2-1 0 0,0 3 0 16,0 1-64-16,-2 1-16 15,1-3 0-15,-3 0 0 0,-3 0-128 0,-1 0 0 0,-2-5 0 0,-4 1 0 16,-3-2 208-16,-10-10 64 16,0 0 16-16,10 12 0 0,-10-12 64 0,0 0 16 15,0 0 0-15,0 0 0 0,0 0 80 0,0 0 0 16,0 0 16-16,0 0 0 0,0 0 80 0,0 0 16 0,0 0 0 0,0 0 0 15,0 0-336-15,0 0-64 0,0 0-16 0,0 0 0 16,0 0-144-16,14-5 0 0,-2 0 0 0,-12 5 0 16,13-5 0-16,-13 5 0 0,15-7 0 0,-3 2 0 0,-12 5-192 0,13-5 192 15,-13 5-192-15,16-3 192 16,-3-1 0-16,-13 4 0 0,13 0 0 0,-13 0 0 16,14 0 0-16,-14 0-176 0,13 4 176 0,-13-4-128 0,14 3 128 0,-1 0 0 15,1 2 0-15,-1 1 0 0,-13-6 0 0,19 5 0 0,1 0 0 0,-2-2 0 16,1-3 0-16,1 3 0 15,2 2 0-15,-2-1 0 0,-1-6 0 0,-1 2 0 16,-1-2 0-16,-2 2 0 0,0-1 0 0,-1-1 0 0,-2-1 0 16,-1-2 0-16,-1-2 0 0,-10 7 0 0,11-10 0 0,-3 1 0 15,-8 9 0-15,0 0 0 0,7-15 0 0,-1 3 0 16,-6 12 0-16,0-15 128 0,-1 2-128 0,1 13 0 31,-5-10 0-31,5 10 0 0,-9-12 0 0,9 12 0 16,-8-10 128-16,8 10-128 0,0 0 128 0,0 0-128 15,-12-3 0-15,12 3 0 0,0 0 0 0,0 0 0 0,-8 10 0 16,8-10 0-16,0 0 0 0,-2 15 0 0,2-15 0 16,5 15 0-16,-5-15 0 0,8 17 0 0,-1-4 0 0,2-3 0 15,-9-10 0-15,15 12 0 0,-2-2 0 0,2-1 0 16,2-3 0-16,2 3 0 0,-1-3 576 0,2 1 160 16,1-5 32-16,0 1 0 15,3-1-2240-15,1 0-432 0,0-1-80 0,2 1-32 16,0 0 432-16,2-2 96 0,1 0 16 0,0 0 0 0,-1-4 512 0,0 1 96 15,-1 0 32-15,-3-3 0 0,-1 1 656 0,-4 0 176 0,-1 0 0 0,-4 0 0 0,-15 5 512 0,10-8 128 16,-10 8 16-16,0 0 16 0,0 0 416 0,0 0 96 16,-3-12 16-16,3 12 0 0,0 0-240 0,-12-8-64 15,-3 1 0-15,0 5 0 0,-1 1-528 0,1-1-112 16,0 0-32-16,3 4 0 16,12-2-224-16,-13 3 0 0,1-1 0 0,12-2 0 15,0 0 0-15,0 0 0 0,0 0 0 0,0 0 0 16,0 0 0-16,0 0 0 0,0 0 0 0,9 12 0 0,-9-12 0 0,15 10 0 15,0-3 0-15,0-2 0 16,-2-4 0-16,3-1 0 0,0 0 0 0,0 0 0 16,-16 0-320-16,15-3-176 0,-2 0-16 15,1-2-16-15,1-2-16 0,-5 0 0 0,-2-1 0 0,1-1 0 0,-9 9 160 0,6-15 48 16,-2-2 0-16,-1 2 0 16,-3 2 64-16,-2-4 16 0,-3-5 0 0,-1 0 0 0,-1 0 256 0,0-6 0 0,0-8 0 0,-3-1 0 15,0 0 288-15,0 2 160 0,-2 1 48 0,1 4 0 31,-3 1 128-31,2 6 16 0,1 1 16 0,1 5 0 0,1 4 0 16,2 6 0-16,7 7 0 0,0 0 0 0,0 0-208 0,0 0-32 0,-3 17-16 0,6 3 0 16,4 0-400-16,5 7 0 0,0 2 0 0,3 4 0 15,3 3 0-15,2-1 0 0,2 2 0 0,0-3 0 0,0-1 0 0,2-2 0 32,-1-5 128-32,1 0-128 0,-2-1 768 0,-2-3 112 0,-2-2 16 0,-1-1 16 31,0-3-2352-31,-2-2-480 0,-1-2-80 0,-14-12-32 0</inkml:trace>
          <inkml:trace contextRef="#ctx0" brushRef="#br0" timeOffset="142505.7145">9470 13893 6447 0,'0'0'576'0,"0"0"-576"0,0 0 0 0,0 0 0 16,17 5 1856-16,-1-2 272 0,0-1 48 0,0 1 16 0,3-1-1824 0,1 0-368 0,0-2 0 0</inkml:trace>
        </inkml:traceGroup>
        <inkml:traceGroup>
          <inkml:annotationXML>
            <emma:emma xmlns:emma="http://www.w3.org/2003/04/emma" version="1.0">
              <emma:interpretation id="{FEC7EB16-020B-4938-9FDC-4A2319D22280}" emma:medium="tactile" emma:mode="ink">
                <msink:context xmlns:msink="http://schemas.microsoft.com/ink/2010/main" type="inkWord" rotatedBoundingBox="20995,17949 22387,17942 22392,18974 21000,18981"/>
              </emma:interpretation>
              <emma:one-of disjunction-type="recognition" id="oneOf21">
                <emma:interpretation id="interp29" emma:lang="" emma:confidence="1">
                  <emma:literal/>
                </emma:interpretation>
              </emma:one-of>
            </emma:emma>
          </inkml:annotationXML>
          <inkml:trace contextRef="#ctx0" brushRef="#br0" timeOffset="143183.16">10685 13849 23327 0,'0'0'1024'0,"0"0"224"0,0 0-992 0,0 0-256 16,0 0 0-16,0 0 0 0,16-3 496 0,-1 1 48 16,-1 0 16-16,-1 2 0 0,1 2-304 0,-1 0-48 15,-13-2-16-15,15 2 0 0,-1-1-48 0,-14-1-16 16,13 2 0-16,-13-2 0 15,0 0-128-15,14-2 0 0,-14 2 144 0,0 0-144 0,0 0 128 0,12-7-128 16,-12 7 160-16,0 0-160 0,6-13 160 0,-2 1-160 16,-4 12 160-16,0-13-160 0,-2-2 224 0,0 3-48 15,2 12-16-15,-1-14 0 0,-1 3 288 0,2 11 64 16,0 0 16-16,3-14 0 0,-3 14 176 0,0 0 16 16,9-10 16-16,-9 10 0 0,15-2-416 0,0 4-96 15,-1 3-16-15,1 2 0 0,0 1-208 0,2 2 0 0,-1 2 0 0,1 2 0 16,0-1 0-16,0 2 0 15,-2-1 0-15,0 1 0 0,-1 0 0 0,-3-3 0 16,-11-12 0-16,14 10-160 0,-2 0-1936 0,-12-10-384 16</inkml:trace>
          <inkml:trace contextRef="#ctx0" brushRef="#br0" timeOffset="143330.9202">10981 13531 11055 0,'-9'-23'976'16,"-1"-1"-784"-16,0 1-192 0,2 2 0 0,-1 6 2880 0,1 2 544 0,-1 3 96 0,3 1 32 16,-1 2-2848-16,7 7-560 0,0 0-144 0,0 0-7040 15,0 0-1424 1</inkml:trace>
          <inkml:trace contextRef="#ctx0" brushRef="#br0" timeOffset="144083.3002">11231 13143 11455 0,'0'0'512'0,"14"6"96"0,-2 1-480 0,-1 0-128 0,-11-7 0 0,16 11 0 0,-5 0 1968 0,1 2 368 0,0 1 80 0,0 1 16 31,-1 0-432-31,3 3-80 0,1 2 0 0,2 6-16 0,1 2-576 0,3 4-112 16,0 0-32-16,1 5 0 15,2 5-864-15,-2 0-192 0,-2 2-128 0,2-5 192 0,0-4-192 0,-2 1 0 16,-2-1 0-16,-1-1 0 0,-2-3 848 0,-1 0 144 15,-2-1 32-15,-1-1 0 16,-2-1-1648-16,-3-3-320 0,1-4-64 0,-2 2-16 16,0 2 848-16,0 1 176 0,0-1 0 0,0-5 0 15,0 0 0-15,1-3 0 0,-1-2 0 0,1-3 0 16,1-2 0-16,0 2 128 0,-1-2-128 0,-6-10 0 0,14 7 128 0,-1-2-128 16,3-2 0-16,0 2 144 0,5-5-144 0,-1-1 0 15,2-1 144-15,0-1-144 0,3-1 0 0,-3 1 144 16,-4-4-144-16,2-1 0 0,-1-1 0 0,-2-1 0 0,-4-3 0 0,-3 1 0 15,-1 0 0-15,-4 0 0 0,-5 1-240 0,-4-3 80 32,-2 2-240-32,-6-1-48 0,-5-1-16 0,-3 1 0 15,-4-1-64-15,-3-1-16 0,-5 2 0 0,0-1 0 0,-1 1 384 0,-1-1 160 0,0-1-128 0,1 2 128 0,-3-2 0 0,3 1 0 32,-3 1 0-32,3 1 0 0,1-1 208 0,3 1-16 0,4 0-16 0,5 2 0 15,3 3 80-15,4-1 0 0,2-1 16 0,11 9 0 16,-6-10-16-16,6 10 0 0,0 0 0 0,0 0 0 15,0 0-256-15,13-8 128 0,1 1-128 0,2 4 0 0,5 3 0 0,4 0 0 16,2 1 0-16,5 1 0 0,1 0 0 0,4 1 0 0,4 2 0 16,4 0 0-1,4 0-2048 1,5-5-304-16</inkml:trace>
        </inkml:traceGroup>
        <inkml:traceGroup>
          <inkml:annotationXML>
            <emma:emma xmlns:emma="http://www.w3.org/2003/04/emma" version="1.0">
              <emma:interpretation id="{527438BC-0745-4066-AC62-2F94E46C4081}" emma:medium="tactile" emma:mode="ink">
                <msink:context xmlns:msink="http://schemas.microsoft.com/ink/2010/main" type="inkWord" rotatedBoundingBox="23323,18010 25229,18001 25233,18762 23327,18772"/>
              </emma:interpretation>
              <emma:one-of disjunction-type="recognition" id="oneOf22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145896.5589">14083 13518 20559 0,'0'0'896'0,"0"0"208"0,0-14-880 0,0 2-224 0,0 12 0 0,0-13 0 0,0 1 1152 0,0 12 176 16,-3-10 32-16,3 10 16 16,0 0-176-16,-7-8-48 0,0-1 0 0,-1 4 0 15,-2 0-512-15,-2 4-96 0,-3 1-32 0,-2 1 0 16,-3 3-352-16,-4 1-160 0,-1 1 128 0,0 3-128 0,-2 1 896 0,0 3 112 15,0 2 16-15,0 2 0 32,0 2-1648-32,2 3-320 0,3 1-64 0,2-3-16 0,0-1 832 0,5-1 192 0,1 1 0 0,6-1 0 15,1-1 0-15,2-2 0 0,2 1 0 0,3-1 0 0,0-15 832 16,6 13 144-16,-6-13 48 0,12 12 0 16,2-2-1648-16,-1-3-320 0,1-6-64 0,1 1-16 0,2 0 1680 15,-1-2 336-15,1-4 64 0,0 3 16 16,2-3-1648-16,-1 1-336 0,-1-2-64 0,1 0-16 0,1 0 816 0,-2 2 176 15,-2-2 0-15,2-1 0 0,-1 0 0 0,0-1 144 0,-5 0-144 16,1 1 128-16,0-3-128 0,-12 9 0 0,13-3 0 0,-13 3 0 16,14-9 368-16,-2 4 32 15,-12 5 16-15,13-5 0 0,-13 5-32 0,15-3-16 16,-1 1 0-16,-1 2 0 0,-13 0-240 0,19 4-128 0,-1-1 160 0,2 2-160 16,2 0 0-16,-2 0 0 0,-1 0 0 0,1 2 0 15,-1 1 0-15,-1 1 0 0,-1-1 0 0,-2 2 0 31,-1 0-1248-31,-3-1-240 0,-11-9-48 0</inkml:trace>
          <inkml:trace contextRef="#ctx0" brushRef="#br0" timeOffset="146476.7843">14366 13312 24015 0,'-22'-18'1056'0,"10"10"224"0,0-1-1024 0,12 9-256 0,0 0 0 0,0 0 0 16,0 0 528-16,0 0 48 0,16 2 16 0,4 3-8064 16,5 2-1616-16</inkml:trace>
          <inkml:trace contextRef="#ctx0" brushRef="#br0" timeOffset="146297.8252">14329 13938 19119 0,'0'0'832'0,"0"0"192"0,13 4-816 0,2 1-208 0,2 0 0 0,2-3 0 16,-1-2 704-16,6 0 112 0,1 0 16 0,4 1 0 0,3-1-128 0,1 2-32 16,3 0 0-16,1-1 0 15,-2-1-352-15,-1-1-80 0,-4-1-16 0,-6-1 0 16,-6-3-224-16,-3 0 176 0,0-3-176 0,-6-1 160 0,-3-2-160 0,-4-1 160 0,-5 0-160 16,-2-1 160-16,-2 1-160 0,-3-1 0 0,-5-1 144 0,-2 3-144 15,2-1 128-15,-4-1-128 0,-1-1 160 0,0 2-160 16,-2 3 448-16,4 0 0 15,1-2 0-15,3 3 0 0,14 9 160 0,0 0 32 16,0 0 0-16,0 0 0 0,0 0-96 0,0 0-16 0,0 0 0 0,0 0 0 16,14 15-528-16,4 1 0 0,4-3 0 15,2 1 0-15,-1-1 128 0,2 0-128 0,1 1 144 0,-3-2-144 16,1-1 128-16,-2-2-128 16,-2-1 0-16,0 2 144 0,-1 0-144 0,-4-1 0 15,-15-9 0-15,11 8 0 0,-11-8 0 0,0 0 0 0,0 0 0 0,0 0 0 16,0 0 0-16,0 0-224 0,0 0 32 0,0 0 0 15,0 0-2304-15,-11 0-464 0,-6-3-96 16,17 3-16-16</inkml:trace>
          <inkml:trace contextRef="#ctx0" brushRef="#br0" timeOffset="145462.6081">13378 13227 8287 0,'0'0'736'0,"0"0"-592"15,0 0-144-15,10-7 0 0,-10 7 2080 0,0 0 384 16,10-8 80-16,-10 8 16 0,11-7-336 0,-11 7-64 16,0 0-16-16,0 0 0 0,0 0-480 0,0 0-80 0,0 0-32 0,0 0 0 15,0 0-432-15,0 0-96 16,0 0 0-16,0 0-16 0,0 0-608 0,-12 0-112 16,-2 1-32-16,-3 3 0 0,-6 1-256 0,-4 2 0 0,-3 1 0 0,1 2 0 15,2-1 0-15,2-1 0 16,0-1 0-16,3-1 0 0,3 4 0 0,3 4 0 15,2-1 0-15,6 3 0 0,1-1 0 0,4 0 0 16,1 0 0-16,4 0 0 0,1-1 0 0,2-1 0 0,2 2-128 0,3-1 128 0,0-1 0 0,2 1 0 16,-2-3 0-16,2 3 0 0,1 1 0 0,-1-2 0 0,0-2-160 0,-2 2 160 15,-4 2-144-15,1-1 144 0,0-4-192 0,1 0 192 16,1 3-128-16,-3-3 128 0,-6-10 0 0,4 15 0 31,-3 2 0-31,-1-3-128 0,-1-2 128 0,-3-1 0 0,-2-1 0 0,-3 4 0 0,-3-2 0 0,2-1 0 16,0 0 0-16,-2-1 0 0,1-2 0 0,-1 0 0 31,2-1 0-31,1 2 0 0,-1-1 0 0,0-1 0 0,10-7 0 0,-12 6 0 16,12-6 0-16,-11 7 0 0,11-7 0 0,-12 9 0 15,12-9 0-15,-12 6 0 0,0 1 0 0,2 0 0 0,10-7 0 0,-12 10 0 16,2 0 0-16,2 0 0 16,-2-2 0-16,10-8 0 0,0 0 0 0,-7 14 0 15,7-14 0-15,0 0 0 0,2 15 0 0,-2-15 0 16,7 15 0-16,3-3 0 0,5-2 0 0,3-1 0 15,6-3 0-15,4-2 0 0,4-8 0 0,7 4 144 0,3-1-16 0,4-1 0 16,-1 0-128-16,2 2 0 0,2 0 0 0,-2-3 0 16,-3-4 0-16,-2-1 0 0,0-2-144 0,-2-2 144 31,1 2-720-31,-3 0-96 0,-1-2-16 0,-3 0 0 0</inkml:trace>
        </inkml:traceGroup>
        <inkml:traceGroup>
          <inkml:annotationXML>
            <emma:emma xmlns:emma="http://www.w3.org/2003/04/emma" version="1.0">
              <emma:interpretation id="{E3964EDA-10DE-493D-9208-FBB4E7454199}" emma:medium="tactile" emma:mode="ink">
                <msink:context xmlns:msink="http://schemas.microsoft.com/ink/2010/main" type="inkWord" rotatedBoundingBox="25937,17978 26597,17975 26602,18900 25942,18903"/>
              </emma:interpretation>
              <emma:one-of disjunction-type="recognition" id="oneOf23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0" timeOffset="146807.0622">15626 13659 12895 0,'0'0'1152'0,"14"-8"-928"16,-1-1-224-16,1-1 0 16,-1 0 2560-16,4 0 480 0,1-2 96 0,4-1 0 15,3-1-1408-15,2 4-304 0,2 0-48 0,3 2-16 0,2 1-464 0,-1 2-112 16,1 2-16-16,3 1 0 15,2 7-448-15,-2-2-80 0,-2-4-32 0,-5-1 0 32,-5-1-880-32,-1 3-176 0,-5 1-48 0,-4 3 0 0</inkml:trace>
          <inkml:trace contextRef="#ctx0" brushRef="#br0" timeOffset="146994.8963">15757 13770 7359 0,'0'0'320'0,"0"0"80"0,0 0-400 0,0 0 0 16,0 0 0-16,0 0 0 0,0 0 4832 0,0 0 880 16,0 0 176-16,0 0 48 0,16-2-3808 0,5 2-752 0,6 0-160 0,7 2-16 15,6 0-864-15,4 1-160 0,5 2-48 0,1 2 0 16,3 0-128-16,-3-4 0 0,-5-1 0 0,-4-2 0 31,-8-4-2080-31,-6-1-448 0</inkml:trace>
          <inkml:trace contextRef="#ctx0" brushRef="#br0" timeOffset="147246.7177">15779 13174 24127 0,'0'0'1072'0,"0"0"208"0,0 0-1024 0,0 0-256 0,14 6 0 0,-1 2 0 16,1 2 880-16,-3 4 112 0,1 2 32 0,0 1 0 0,1 2 48 0,1 4 16 15,-1 6 0-15,-1 3 0 16,0 1-832-16,0 8-256 0,-2 3 160 0,2 1-160 0,-2 0 0 0,-2-1 0 0,0-3 0 0,1-3 0 16,-1 3 0-16,6-6 0 15,1-3 0-15,3 0 0 16,3 2 0-16,-1-4 0 0,-2-2 0 0,-1 3 0 16,-2 1 128-16,0-4-128 0,-3-4 128 0,-2-4-128 15,-3 2-688-15,-4-7-208 0,-3-1-64 0</inkml:trace>
        </inkml:traceGroup>
        <inkml:traceGroup>
          <inkml:annotationXML>
            <emma:emma xmlns:emma="http://www.w3.org/2003/04/emma" version="1.0">
              <emma:interpretation id="{46CBD04A-084F-4512-B4B9-625681E5E978}" emma:medium="tactile" emma:mode="ink">
                <msink:context xmlns:msink="http://schemas.microsoft.com/ink/2010/main" type="inkWord" rotatedBoundingBox="27262,17818 28512,17812 28517,18705 27266,18712"/>
              </emma:interpretation>
              <emma:one-of disjunction-type="recognition" id="oneOf24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0" timeOffset="147994.9704">17302 13144 22223 0,'0'0'976'0,"0"0"224"16,0 0-960-16,0 0-240 0,13 0 0 0,-13 0 0 15,0 0 1232-15,0 0 208 0,0 0 32 0,0 0 16 0,0 0-784 0,-11 15-176 16,-6 4-16-16,-3-1-16 0,-4-1-176 0,-3 0-48 16,-3-2 0-16,0-1 0 0,1-3-272 0,2 1 128 15,2 2-128-15,1 1 0 0,2 0 0 0,4 0 0 16,-1-3 0-16,4 1 0 0,2 1 176 0,4-2-176 16,4-1 160-16,5-11-160 0,0 0 0 0,5 14 0 15,2-1 0-15,3 1 0 0,2-3 0 0,1 3 0 0,3-1 0 0,0 1-160 16,1 1 160-16,-2 0 0 0,0 0 0 0,1-1 0 15,-1-4 0-15,-2 3-160 0,-3-1 160 0,-1-2 0 0,-1 0-128 0,-8-10 128 16,7 14 0-16,-4-1 0 16,1-1 0-16,-4-12 0 0,-4 12 0 0,1 0 0 15,-2 1 0-15,0-1 0 0,5-12 0 0,-9 13 0 0,1-3 0 0,1 2 176 16,0-2-176-16,-1 2 160 16,-2-4-160-16,2 1 0 0,-3-2 0 0,1-1 128 15,-1-1-128-15,0 2 0 0,1 0 0 0,0-1 0 0,-1 0 0 0,11-6 0 16,-14 5 0-16,14-5 0 0,-12 3 128 0,12-3-128 15,0 0 0-15,0 0 128 16,0 0-128-16,0 0 160 0,0 0-160 0,0 0 160 0,0 0-160 16,15 8 0-16,1-3 144 0,2 0-144 0,2-1 192 0,4 1-48 15,1 2 0-15,7-2 0 0,3 1-144 0,6 3 0 16,2-2 0-16,6-2 0 0,3-2 0 0,6 2-224 0,2-2 80 0,-1 1 16 31,-3-4-400-31,-6-4-80 0,-4-2-16 0</inkml:trace>
          <inkml:trace contextRef="#ctx0" brushRef="#br0" timeOffset="148459.6738">17822 13035 23327 0,'0'0'1024'0,"-7"-7"224"0,7 7-992 0,-8-10-256 15,1 2 0-15,7 8 0 0,0 0 1184 0,0 0 192 16,0 0 32-16,0 0 16 0,-12 6-816 0,4 4-160 16,3 7-48-16,1 2 0 0,1 1-400 0,1 5 128 0,2 4-128 0,2 1 0 0,0 5 0 0,1 2 0 15,2 0 0-15,2 2 0 16,0 3 0-16,-1 4 0 0,-1-1 0 0,0-1 0 0,0-2 0 0,0-3 0 15,2-4 0-15,0 0 0 0,0-6 0 0,1-2 0 0,-1-4 0 16,1-4 0-16,-1-6 0 0,1-1 128 0,-8-12-128 0,10 12 0 31,-10-12 128-31,16 7-128 0,-1-2 128 0,0-2-128 16,2 0 320-16,0-3 0 0,-1-1-16 0,3-1 0 0,1-1-128 0,-1-2-32 16,-3-2 0-16,3 2 0 0,1 0-144 0,0-2 128 15,-1-5-128-15,-2 0 128 0,-2 2-128 0,-2-3 0 0,-1-2 0 16,-5 0 0-1,-4-1 128-15,-3 1-128 0,-5 2 0 0,-3-1 128 0,-8-1 64 0,0 0 0 16,-6 0 0-16,-2 0 0 0,-1 0-64 0,0 3 0 0,0 5 0 16,3 4 0-16,3-1-128 0,4 8-224 15,2 4 48-15,4 2-14592 0</inkml:trace>
        </inkml:traceGroup>
        <inkml:traceGroup>
          <inkml:annotationXML>
            <emma:emma xmlns:emma="http://www.w3.org/2003/04/emma" version="1.0">
              <emma:interpretation id="{9B860718-3795-411E-BE7E-2C58C1593B3F}" emma:medium="tactile" emma:mode="ink">
                <msink:context xmlns:msink="http://schemas.microsoft.com/ink/2010/main" type="inkWord" rotatedBoundingBox="28707,17931 29180,17929 29186,19118 28713,19120"/>
              </emma:interpretation>
              <emma:one-of disjunction-type="recognition" id="oneOf25">
                <emma:interpretation id="interp33" emma:lang="" emma:confidence="0">
                  <emma:literal>j</emma:literal>
                </emma:interpretation>
                <emma:interpretation id="interp34" emma:lang="" emma:confidence="0">
                  <emma:literal>S</emma:literal>
                </emma:interpretation>
                <emma:interpretation id="interp35" emma:lang="" emma:confidence="0">
                  <emma:literal>i</emma:literal>
                </emma:interpretation>
                <emma:interpretation id="interp36" emma:lang="" emma:confidence="0">
                  <emma:literal>;</emma:literal>
                </emma:interpretation>
                <emma:interpretation id="interp37" emma:lang="" emma:confidence="0">
                  <emma:literal>s</emma:literal>
                </emma:interpretation>
              </emma:one-of>
            </emma:emma>
          </inkml:annotationXML>
          <inkml:trace contextRef="#ctx0" brushRef="#br0" timeOffset="148818.8583">18468 13624 18431 0,'0'0'816'0,"0"0"160"0,0 0-784 0,0 0-192 16,0 0 0-16,0 0 0 0,0 0 2656 0,15 6 480 16,-1 3 112-16,1 4 16 0,3 4-2336 0,4 5-464 0,2 2-80 0,1-1-32 15,2 4-352-15,0 2 0 0,0-1 0 0,-2 3 128 16,0 2-128-16,-1 1 0 0,-2-2 0 0,-1 1 0 0,-2 8 0 0,-1-1 0 0,-1-3 0 0,-5 2 0 15,-7 0 0-15,-3-4 0 0,-4-8 0 0,-3-7 0 32,-5-5 0-32,-4 0 0 0,-1-5 0 0,-3-3 0 15,-4-2 0-15,-3-5 0 0,-2-3 128 0,-2-2-128 16,-1 0 176-16,-2-4-48 0,-2-2 0 0,1 1 0 16,-3 1-128-16,4 1 160 0,5-6-160 0,2 4 160 0,3 2-160 0,5-1 0 0,6 1 0 15,4 1 0 1,7 7 160-16,0 0-160 0,2-13 192 0,3-1-192 15,3 1 352-15,6 3-32 0,2 0-16 0,6 1 0 0,3-1-304 16,4 2 0-16,3 1 128 0,2-3-128 0,-2-4-176 0,-2-1-80 16,-1-3-32-16,-4-2-9632 15,-2-6-1920-15</inkml:trace>
          <inkml:trace contextRef="#ctx0" brushRef="#br0" timeOffset="148992.3253">18566 13134 11967 0,'0'0'1072'0,"0"0"-864"16,-9-7-208-16,9 7 0 0,0 0 3200 0,0 0 608 15,0 0 112-15,0 0 32 0,0 0-2592 0,0 0-512 16,0 0-96-16,0 0-32 0,14 5-576 0,-1 2-144 0,0 0 0 0,1 3 0 31,-1 2-1392-31,1-2-304 0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8:49.83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FE3167C4-8179-4B1A-BC6B-7DC3F940F695}" emma:medium="tactile" emma:mode="ink">
          <msink:context xmlns:msink="http://schemas.microsoft.com/ink/2010/main" type="writingRegion" rotatedBoundingBox="10896,11873 14111,13783 13715,14450 10500,12540"/>
        </emma:interpretation>
      </emma:emma>
    </inkml:annotationXML>
    <inkml:traceGroup>
      <inkml:annotationXML>
        <emma:emma xmlns:emma="http://www.w3.org/2003/04/emma" version="1.0">
          <emma:interpretation id="{2588B278-DD72-4D53-85DE-34AB680D4E4C}" emma:medium="tactile" emma:mode="ink">
            <msink:context xmlns:msink="http://schemas.microsoft.com/ink/2010/main" type="paragraph" rotatedBoundingBox="10896,11873 14111,13783 13715,14450 10500,125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22E216-60FD-49B8-ADCF-DB45526D0A48}" emma:medium="tactile" emma:mode="ink">
              <msink:context xmlns:msink="http://schemas.microsoft.com/ink/2010/main" type="line" rotatedBoundingBox="10896,11873 14111,13783 13715,14450 10500,12540"/>
            </emma:interpretation>
          </emma:emma>
        </inkml:annotationXML>
        <inkml:traceGroup>
          <inkml:annotationXML>
            <emma:emma xmlns:emma="http://www.w3.org/2003/04/emma" version="1.0">
              <emma:interpretation id="{AFD08299-36DB-454D-A00E-F5C9EC01A35E}" emma:medium="tactile" emma:mode="ink">
                <msink:context xmlns:msink="http://schemas.microsoft.com/ink/2010/main" type="inkWord" rotatedBoundingBox="10768,12090 11515,12534 11314,12873 10567,1242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527-507 14111 0,'0'0'624'0,"0"0"128"0,0 0-608 0,0 0-144 16,0 0 0-16,0 0 0 0,0 0 864 0,10 12 144 15,-10-12 16-15,10 12 16 0,-10-12 448 0,12 13 96 0,-2 3 16 0,0-5 0 16,-10-11 48-16,12 19 16 0,-4-2 0 0,-8-17 0 0,10 18-640 0,-1-1-112 16,-9-17-16-16,8 17-16 15,-8-17-624-15,7 18-112 0,-7-18-16 0,0 0-128 0,0 0 128 0,0 0-128 16,0 0 0-16,0 0 0 0,0 0 128 0,0 0-128 16,0 0 0-16,0 0 0 0,0 0 336 0,0 0 16 15,0 0 0-15,0 0 0 0,0 0-160 0,0 0-48 16,0 0 0-16,-5-10 0 15,0 0-144-15,1 0 0 0,4 10 0 0,-3-13 0 0,0-1 0 0,1 1 0 16,0-2 0-16,4-1 0 16,1 1 0-16,1 2 0 0,1-1-192 0,2 3 192 0,-7 11-240 0,11-9 80 0,1 4 16 0,0 0 0 15,-12 5 144-15,17-5-192 0,-2 2 192 16,-2 3-192-16,-13 0 192 0,17 3-128 0,0 2 128 0,-2 0-128 16,-1 2 128-16,1 0 0 0,-2 1 0 0,2 0 0 15,-1 1 0-15,-1-1 0 0,-1 2 0 0,1-1 0 16,1 1 0-16,-2 0 0 15,-1 0 128-15,1 0-128 0,-12-10 0 0,14 14 128 0,-1-4-128 0,-13-10 0 16,12 11 0-16,-12-11 128 16,0 0-128-16,8 16 0 0,-8-16 0 0,0 0 0 15,0 0 0-15,0 0 0 0,0 0 0 0,0 0 0 16,0 0 0-16,0 0 0 0,0 0 0 0,0 0 128 0,0 0-128 16,0 0 0-16,0 0 144 0,0 0-144 0,0 0 192 0,0 0-192 15,0 0 144-15,5-12-144 0,-1 0 0 0,-1-1 144 16,1-1-144-16,-4 1 0 0,0 13 0 0,-2-17 0 15,0-2 0-15,0 2 0 0,1 1 0 0,1 2 0 16,1 1 0-16,-1 13 0 16,0 0 0-16,0 0 0 0,2-12 0 0,-2 12 0 15,0 0 0-15,0 0 0 0,0 0 0 0,14-2 0 0,-1 2 0 0,2 4 0 0,0 1 0 0,4 0 0 16,-1 0 0-16,3 2 0 0,0-1 208 0,3 3-32 16,1-1-16-16,-1 2 0 15,-1 2-160-15,-2 0-144 0,-1-2 144 0,-2 2-208 16,-1-2 208-16,0 3 0 0,-2 1 0 0,-2 1 0 15,-1 3 0-15,-2 1 0 0,-1-2 0 0,-1 4 0 16,-1 3-1840-16,-2 1-272 16</inkml:trace>
        </inkml:traceGroup>
        <inkml:traceGroup>
          <inkml:annotationXML>
            <emma:emma xmlns:emma="http://www.w3.org/2003/04/emma" version="1.0">
              <emma:interpretation id="{68B9184F-B1EF-46B5-BFD1-F93FE8180EB1}" emma:medium="tactile" emma:mode="ink">
                <msink:context xmlns:msink="http://schemas.microsoft.com/ink/2010/main" type="inkWord" rotatedBoundingBox="12266,12687 14111,13783 13715,14450 11870,1335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639.4416">2787 826 11967 0,'0'0'528'0,"0"0"112"0,0 0-512 0,0 0-128 16,0 0 0-16,0 0 0 0,0 0 2944 0,0 0 576 0,0 0 96 0,0 0 32 16,0 0-1872-16,0 0-368 0,0 0-80 0,0 0-16 15,13-5-432-15,-3 2-96 0,0-2-16 0,4-1 0 16,-1 0-480-16,1-1-96 0,-3 0-32 0,3 1 0 15,-1-1-160-15,1 0 0 0,-4-3 144 0,0 2-144 0,0-1 0 0,-2 1 0 0,1-1 0 0,-1 1 0 32,-1 0 0-32,-2-1 0 0,0-1 0 0,-5 10 0 15,3-12 0-15,-3 12 0 0,0-10 0 0,0 10 0 16,0-10 0-16,0 10 0 0,-3-8 0 0,3 8 0 0,-5-10 224 0,5 10-32 16,-5-6 0-16,5 6 0 15,0 0 368-15,0 0 64 0,0 0 16 0,0 0 0 0,0 0-496 0,0 0-144 16,0 0 0-16,0 0 0 0,13 16 160 0,3-1-160 15,-1-2 128-15,3 1-128 0,1-3 0 0,1 1 0 16,0 5 0-16,-1-2 0 0,-1-1-320 0,1-1-32 16,1-1-16-16,-3-2-15520 15</inkml:trace>
          <inkml:trace contextRef="#ctx0" brushRef="#br0" timeOffset="2211.4867">3473 599 14735 0,'0'0'640'0,"0"0"160"0,-8 12-640 0,1 3-160 16,2 3 0-16,1 6 0 0,4 3 2496 0,2 1 448 15,2-1 112-15,2 4 16 0,3 2-1456 0,1 3-272 16,0-3-64-16,3 1-16 0,2-1-464 0,1 1-96 0,0 3 0 0,1-2-16 16,0 1-496-16,0 1-192 0,-2 2 176 0,0-1-176 15,-1 3 144-15,-3-4-144 0,-2 0 128 0,-1-2-128 0,-1 0 0 16,-2-3 0-16,-5-3 0 0,-2-4 0 0,-3-3 0 0,-1-3 0 16,-1-6 0-16,-2-3 0 0,-2-2 128 0,-3-1-128 15,-1-3 0-15,0-4 128 0,0-2-128 0,-2-3 128 16,0 0-128-16,2-4 128 0,0-2-128 0,0-1 192 15,-2-3-192-15,2-4 192 16,0-4-192-16,1-3 0 0,2-1 144 0,4 1-144 16,0-3 320-16,2 4-16 0,3-2 0 0,3 0 0 15,3-2 256-15,3 6 48 0,0 3 16 0,4-2 0 0,2 0-192 0,3 2-48 16,4-1 0-16,3 1 0 0,1 2-240 16,4 1-144-16,2 3 160 0,-1 3-160 0,1 2 0 0,-2 2-336 15,-2 2 48-15,-1 2-11184 16,-4 0-2240-16</inkml:trace>
          <inkml:trace contextRef="#ctx0" brushRef="#br0" timeOffset="1279.7453">1851 390 24351 0,'0'0'1088'0,"0"0"208"0,3-12-1040 0,-3 12-256 0,9-10 0 0,1 4 0 0,2 1 368 15,1 0 16-15,-1-1 0 0,1 3 0 16,-13 3-208-16,17-3-48 0,-3-1 0 0,-1 3 0 0,2 1 464 0,0 1 96 15,1 3 16-15,0-1 0 0,0 2-240 0,-1 4-32 0,0-1-16 0,0 5 0 16,-2 3-224-16,-1 0-32 0,-2 3-16 0,-1-2 0 0,-4-4 864 0,0 2 160 16,0 2 48-16,-2 0 0 31,-3-2-1696-31,0-1-336 0,0-14-64 0,-1 15-16 0,-1-3 736 0,2-12 160 0,0 0 0 0,0 0 0 16,-7 10 0-16,7-10 192 15,0 0-64-15,-12 0-128 0,12 0 224 0,-11-7-64 0,2-2-16 0,2-1 0 16,1-1-144-16,1-1 0 0,0-3 0 0,1 0 128 15,3-1-128-15,1 0 0 16,1-5 144-16,4 3-144 0,0 1 0 0,2 2 128 0,0-2-128 0,3 2 0 0,2 0 0 0,1 1 0 16,2 1 0-16,2 1 0 15,0 2 0-15,1 2 0 0,1 1 0 0,-1 2 0 16,-1 0 0-16,0 1 0 0,0 3 0 0,-2 1-192 16,-15 0 192-16,15 1 0 0,-15-1-144 0,14 5 144 0,-14-5 0 15,13 2 0 1,-13-2 0-16,0 0 0 0,0 0 0 0,0 0 0 0,0 0 0 0,0 0 0 0,0 0 0 15,0 0 0-15,0 0 0 0,0 0 0 0,0 0 0 0,0 0 0 16,0 0 0-16,0 0 0 0,0 0 288 0,0 0 32 16,0 0 0-16,0 0 0 0,0 0-32 0,0 0 0 15,0 0 0-15,0 0 0 0,-12 7-288 0,12-7 0 16,-10 10 0-16,10-10 0 0,-8 10 0 0,8-10 0 16,-9 10 0-16,9-10 0 0,-6 17 0 0,2 0 0 0,3 0 0 0,-1-1 0 31,2 0 0-31,0-16 0 0,2 16 0 0,3-2 0 15,1 3 0-15,5 0 0 0,0-2 0 0,4 0 0 0,4-2 0 0,1-1 0 0,0-2 0 0,2 0 0 16,3-1 0 0,4-3 0-16,1-1 0 0,2-1 0 15,-3-1-432-15,3-1-192 0,0-2-32 0,0 0-14320 16</inkml:trace>
          <inkml:trace contextRef="#ctx0" brushRef="#br0" timeOffset="1796.2871">2965 355 28671 0,'-25'-22'1280'0,"10"9"256"0,-4-1-1232 0,2 2-304 0,2 1 0 0,2 2 0 16,3 2 304-16,10 7 0 15,-12-6 0-15,12 6 0 0,0 0-432 0,0 0-96 0,0 0-16 0,0 0-8432 32,8 10-1696-32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8:47.11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EDB12AA8-B014-4AFC-8503-255C8788AC70}" emma:medium="tactile" emma:mode="ink">
          <msink:context xmlns:msink="http://schemas.microsoft.com/ink/2010/main" type="writingRegion" rotatedBoundingBox="9627,14079 14185,15258 13783,16813 9225,15634"/>
        </emma:interpretation>
      </emma:emma>
    </inkml:annotationXML>
    <inkml:traceGroup>
      <inkml:annotationXML>
        <emma:emma xmlns:emma="http://www.w3.org/2003/04/emma" version="1.0">
          <emma:interpretation id="{DB230FEB-7E5C-403F-A58A-92FF365ABA33}" emma:medium="tactile" emma:mode="ink">
            <msink:context xmlns:msink="http://schemas.microsoft.com/ink/2010/main" type="paragraph" rotatedBoundingBox="9627,14079 14185,15258 13783,16813 9225,156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8CFE5C-36AA-4200-952F-084BAFE93C01}" emma:medium="tactile" emma:mode="ink">
              <msink:context xmlns:msink="http://schemas.microsoft.com/ink/2010/main" type="line" rotatedBoundingBox="9627,14079 14185,15258 13783,16813 9225,15634"/>
            </emma:interpretation>
          </emma:emma>
        </inkml:annotationXML>
        <inkml:traceGroup>
          <inkml:annotationXML>
            <emma:emma xmlns:emma="http://www.w3.org/2003/04/emma" version="1.0">
              <emma:interpretation id="{59072B25-0CC6-456D-AB1D-B820253C0D3A}" emma:medium="tactile" emma:mode="ink">
                <msink:context xmlns:msink="http://schemas.microsoft.com/ink/2010/main" type="inkWord" rotatedBoundingBox="9627,14079 12293,14769 11891,16323 9225,1563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-118 1339 27983 0,'-37'-22'1232'0,"12"9"272"0,-7-1-1200 0,0 3-304 0,0 2 0 0,2 4 0 16,-2 0 304-16,2 2 0 0,1 1 0 0,5 2 0 16,4-2-304-16,5 4 0 0,2 1 0 0,13-3 0 15,0 0-1648-15,0 0-336 0,5 14-64 0</inkml:trace>
          <inkml:trace contextRef="#ctx0" brushRef="#br0" timeOffset="-166.8418">-439 1832 9215 0,'0'0'816'0,"0"0"-656"0,0 0-160 0,13 2 0 0,-13-2 3472 0,15 3 672 16,-1 1 128-16,-14-4 16 16,0 0-2592-16,0 0-528 0,0 0-96 0,0 0-32 15,0 0 304-15,0 0 64 0,0 0 16 0,0 0 0 16,0 0-688-16,0 0-144 0,10-7-16 0,-10 7-16 0,0 0-368 0,0 0-64 16,10-10 0-16,0 1-128 0,-1-1 0 0,-1 2 0 0,0-1 0 0,3 3 0 31,-3-3 0-31,4 3 0 0,-2-1 0 0,2 0 0 0,-2-1 0 0,1 1 0 15,1-1 0-15,-2 1 0 0,0-2 0 0,-10 9 0 16,11-8-208-16,-11 8 80 0,8-12 128 0,-8 12 0 16,7-13 0-16,-7 13-128 0,0 0 128 0,0 0 0 15,5-14 0-15,-5 14 0 0,0 0 304 0,0 0-16 16,0 0 0-16,0 0 0 0,0 0-32 0,0 0 0 16,0 0 0-16,15 0 0 0,-15 0-256 0,15 5 0 0,-3 0 0 0,0 2 0 15,-12-7 0-15,13 12 0 0,-1-2 0 0,0 0 0 16,-1 0 0-16,-1 0 0 0,-10-10 0 0,16 14-144 31,-1-3-1616-31,0 0-320 0,-2-1-64 0</inkml:trace>
          <inkml:trace contextRef="#ctx0" brushRef="#br0" timeOffset="380.4627">276 1810 15663 0,'-25'-1'1392'0,"10"1"-1120"0,-1 0-272 0,5 0 0 0,11 0 2128 0,0 0 368 15,0 0 80-15,0 0 16 0,0 0-1904 0,0 0-384 16,0 0-80-16,0 0-16 0,0 0 208 0,13-9 32 16,6 1 16-16,4 1 0 15,4 4-464-15,5-2 0 0,5-2-208 0,3-2-11872 16</inkml:trace>
          <inkml:trace contextRef="#ctx0" brushRef="#br0" timeOffset="583.2863">882 1613 1839 0,'0'0'0'0,"-7"-6"160"0,7 6-160 0,0 0 0 16,-9-5 0-16,9 5 0 0,0 0 6016 0,0 0 1152 16,0 0 256-16,0 0 32 0,0 0-4688 0,0 0-928 15,0 0-192-15,0 0-48 0,12 16-1024 0,0 3-192 0,1-2-64 0,1 1 0 16,-1-1-320-16,3 3 0 0,-1 1 0 0,-2-1 0 31,-3 3-1104-31,-3 1-304 0</inkml:trace>
          <inkml:trace contextRef="#ctx0" brushRef="#br0" timeOffset="207.4728">338 1696 25631 0,'-17'-12'1136'0,"9"7"224"0,-2-2-1088 0,10 7-272 0,0 0 0 0,-9-10 0 16,3 0 928-16,6 10 128 0,-2-13 32 0,2 13 0 15,0 0-416-15,10-14-80 0,0 2-16 0,2 4 0 0,-12 8-416 16,18-3-160-1,1 1 0-15,-1 2 144 16,3 0-1376-16,-1 5-288 0,-2-2-48 0,-1 2-10976 0</inkml:trace>
          <inkml:trace contextRef="#ctx0" brushRef="#br0" timeOffset="65069.9712">293 2677 9215 0,'0'0'816'0,"-14"-10"-656"0,1 0-160 0,1 1 0 0,5 1 2784 0,7 8 528 16,0 0 96-16,0 0 32 0,0 0-2288 0,0 0-464 0,7-9-96 0,-7 9-16 31,14-5 512-31,-1 0 80 0,0 0 32 0,3 4 0 16,0-1-256-16,3 2-48 0,1 2-16 0,2 1 0 0,2 0-208 0,1 1-32 15,-2 2-16-15,3 4 0 0,-3 2-144 0,-1 2-32 16,-4-1 0-16,1 2 0 0,-2 2-112 0,0 2-16 0,-4 2-16 0,-3 0 0 16,-1-1-96-16,-3 2-16 0,-1 0 0 0,-1-2 0 15,-4-2-16-15,-2 4-16 0,-1 2 0 0,-2-2 0 16,-2-2-160-16,-1-2 128 0,-4 1-128 0,0-1 128 15,0-1-128-15,-1-2 0 16,-2-1 0-16,-1-1 128 0,3 1-128 0,0-4 0 16,-3-2 0-16,1-3 128 0,2-1-128 0,-1-4 0 15,3-2 0-15,11 2 128 0,-12-3-128 0,12 3 0 0,-10-5 144 0,3-2-144 0,0 0 0 16,2-1 144-16,2-2-144 0,1-1 0 0,2 0 128 0,3-1-128 16,-3 12 0-16,11-19 0 0,0-1 0 0,4 2 0 15,2-1 0-15,0 4 0 0,0 0 0 0,0 1 0 16,0 1 0-16,1 1 0 0,2 0 0 0,-1 1 0 15,-2 1 0-15,1 1 0 0,-1-1 0 0,1 2 0 16,-1 1 0-16,-2-2 0 0,-1 3 0 0,-1-3 0 16,-1-2 0-16,0 2 0 0,-2 2 0 0,-10 7 0 15,10-8 0-15,-10 8 0 16,9-8 0-16,-9 8 0 0,0 0 0 0,0 0 0 16,0 0 0-16,3-12 0 0,-3 12 0 0,0 0 0 15,-3-12 0-15,-1 4 0 0,1-1 0 0,-1 1 0 16,4 8 0-16,-1-12 0 0,-1 2 0 0,2 0 0 0,2-2 208 0,1 2-64 15,0 2-16-15,3-1 0 16,-1-1 64-16,0 0 0 0,0 0 0 0,0 1 0 16,-5 9-192-16,6-10 192 0,-1 2-192 0,-5 8 192 0,6-10-192 15,-6 10 0-15,0 0 0 0,0 0 0 16,0 0 0-16,0 0 0 0,0 0 0 0,0 0 128 0,-6-7-128 0,6 7 0 16,-10-3 0-16,10 3 0 0,-15 5 0 0,2 2 0 0,-2-1 0 0,3 4 0 0,2 0 0 0,-2 2 0 15,0 0 0-15,0 3 0 0,-1 0 0 0,3 2 0 31,1 2 0-31,3 1 0 0,-3 2 0 0,3 1 0 0,-3 2 0 0,2 1 0 16,2-4 0-16,0 1 0 0,0 1 0 0,2 1 128 16,1 0 0-16,1-3-128 0,-1-3 192 0,0 1-64 15,2-3-128-15,2-2 192 0,1-2-192 0,6 1 192 16,1-3 0-16,8-1 16 0,8-3 0 0,7-3 0 16,8-1 176-16,11-3 16 0,12 0 16 0,11-2 0 15,8 1-288-15,3-3-128 0,1-1 128 0,1 2-128 31,-3 1-1856-31,-2 2-448 0,-4 0-80 0,-3-2-32 0</inkml:trace>
          <inkml:trace contextRef="#ctx0" brushRef="#br0" timeOffset="65906.0205">1454 2848 26719 0,'-12'-16'2368'0,"2"-3"-1888"16,1 1-480-16,4 2 0 0,4 3 1808 0,1 13 272 15,0 0 48-15,13-3 16 0,2-1-1824 0,4 4-320 16,3 4-176-16,1 1 32 31,2 5-1536-31,4 2-304 0,5 3-64 0</inkml:trace>
          <inkml:trace contextRef="#ctx0" brushRef="#br0" timeOffset="66500.4151">1842 2761 32479 0,'-18'-24'1440'0,"9"11"288"0,4-1-1376 0,5 3-352 0,5 1 0 0,6 1 0 16,4 6 688-16,3-1 64 0,2 3 16 0,4-1 0 16,-1 0-768-16,4 1-368 15,2 1 48-15,0 1-15040 0</inkml:trace>
        </inkml:traceGroup>
        <inkml:traceGroup>
          <inkml:annotationXML>
            <emma:emma xmlns:emma="http://www.w3.org/2003/04/emma" version="1.0">
              <emma:interpretation id="{439FE523-0F8A-440B-9B2A-B70B73C7FBAF}" emma:medium="tactile" emma:mode="ink">
                <msink:context xmlns:msink="http://schemas.microsoft.com/ink/2010/main" type="inkWord" rotatedBoundingBox="13236,15369 14098,15592 13880,16437 13017,1621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67175.9037">3200 2579 21311 0,'-17'-12'944'0,"9"6"192"0,-2-3-912 0,1 3-224 15,3-1 0-15,6 7 0 0,-5-9 1600 0,5 9 288 0,0 0 48 0,0 0 16 0,0 0-768 0,0 0-160 31,10-6-16-31,2 4-16 0,-12 2-640 0,20 2-128 0,0 1-32 0,3 4 0 16,1-1-32-16,1 3-16 0,0-1 0 0,2 2 0 0,0 2-144 0,2-2 0 16,1-1 0-16,2 1 128 15,0 0-128-15,2 2 160 0,-2-1-160 0,0 3 160 0,-2 1 80 0,-1 0 16 16,-2-1 0-16,-4-3 0 0,-3 3 32 0,-1-1 16 0,-4-1 0 0,-3 2 0 16,-4-1-112-16,-1 2-32 0,-4-3 0 0,-3 0 0 15,-3 1-160-15,-4-1 128 0,-1 0-128 0,-4 1 128 16,-3 2-128-16,-2-1 128 0,-3-4-128 0,-2 2 128 15,-3-1-128-15,-2 3 0 0,-2 3 144 0,-1-4-144 32,-4 1 208-32,1 1-16 0,-3 0-16 0,1 0 0 0,0-1 32 0,-1 2 16 15,1 1 0-15,0 2 0 0,1-1-224 0,4-3 0 0,4 2 0 0,6-2 0 32,3-1 0-32,4-1 0 0,1-1 0 0,4 2 0 15,1-1-304-15,7-13-48 0,-3 15-16 0,3-15-16208 0</inkml:trace>
          <inkml:trace contextRef="#ctx0" brushRef="#br0" timeOffset="67436.5734">3895 3133 7359 0,'0'0'320'0,"0"0"80"0,0 0-400 0,0 0 0 16,0 0 0-16,14 0 0 0,-14 0 2176 0,0 0 336 0,0 0 80 0,0 0 16 0,0 0-1712 0,-7 17-320 15,-2-1-80-15,-2 1-16 16,-5-2 672-16,-2 2 128 0,-6 0 16 0,-3 0 16 0,-3-2-112 0,-2 0-32 16,0-1 0-16,-3 1 0 0,-2 2-416 0,-3 3-96 15,-4 2-16-15,2 3 0 16,0-2-512-16,0 4-128 0,-2 4 0 0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38:17.84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14DEE77C-D9E3-43B1-89AC-22BC2D92746B}" emma:medium="tactile" emma:mode="ink">
          <msink:context xmlns:msink="http://schemas.microsoft.com/ink/2010/main" type="writingRegion" rotatedBoundingBox="9170,13999 8802,9345 10604,9202 10972,13856"/>
        </emma:interpretation>
      </emma:emma>
    </inkml:annotationXML>
    <inkml:traceGroup>
      <inkml:annotationXML>
        <emma:emma xmlns:emma="http://www.w3.org/2003/04/emma" version="1.0">
          <emma:interpretation id="{CB39F5B6-7AF2-47A4-94CC-1E521FF81B3C}" emma:medium="tactile" emma:mode="ink">
            <msink:context xmlns:msink="http://schemas.microsoft.com/ink/2010/main" type="paragraph" rotatedBoundingBox="9170,13999 8802,9345 10604,9202 10972,1385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F8FF03-71DA-4C79-81EC-DCF102B3FAF7}" emma:medium="tactile" emma:mode="ink">
              <msink:context xmlns:msink="http://schemas.microsoft.com/ink/2010/main" type="line" rotatedBoundingBox="9170,13999 8802,9345 10604,9202 10972,13856"/>
            </emma:interpretation>
          </emma:emma>
        </inkml:annotationXML>
        <inkml:traceGroup>
          <inkml:annotationXML>
            <emma:emma xmlns:emma="http://www.w3.org/2003/04/emma" version="1.0">
              <emma:interpretation id="{BE175343-5534-434D-8004-76C25E23CFAF}" emma:medium="tactile" emma:mode="ink">
                <msink:context xmlns:msink="http://schemas.microsoft.com/ink/2010/main" type="inkWord" rotatedBoundingBox="9117,12482 9054,11691 9830,11630 9893,1242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-572-1106 8287 0,'0'0'368'0,"0"0"80"0,0 0-448 0,0 0 0 0,0 0 0 0,14-6 0 15,-1-3 3136-15,-1 3 560 0,-2-1 96 0,3 0 32 16,3-1-2064-16,-1-1-416 15,0 1-64-15,2 1-32 0,3 0-512 0,0 4-96 0,2 1-32 0,2 2 0 16,-1 2-448-16,2 0-160 0,-1-1 0 0,-4 3-8448 16,-3 1-1792-16</inkml:trace>
          <inkml:trace contextRef="#ctx0" brushRef="#br0" timeOffset="-1414.6588">-832-1092 1839 0,'0'0'0'0,"0"0"160"0,0 0-160 0,2-10 0 0,-2 10 0 0,3-12 0 16,-3 12 3440-16,3-12 656 0,-3 12 128 0,4-12 16 16,-4 12-2016-16,2-11-416 0,-1-3-80 0,3 4 0 0,-4 10-272 0,5-10-48 15,-5 10-16-15,0 0 0 0,0 0-416 0,0 0-80 16,0 0 0-16,0 0-16 0,0 0-528 0,15 5-96 0,-15-5-32 0,15 14 0 0,-5 1 224 0,0 2 32 31,-3 1 16-31,0 2 0 0,-1-1-32 0,3 4 0 16,-3 4 0-16,3-2 0 0,-1 4-192 0,1 1-32 0,-3 2-16 0,-1 4 0 0,-1-1-80 15,-1 4-16-15,1-2 0 0,1 0 0 16,-2 0-128-16,-1-4 128 16,-1-1-128-16,-1-1 128 0,0-6-128 0,-1-2 128 0,-3-2-128 15,-1-3 128-15,-1-1-128 0,-3 0 0 0,-3-2 144 0,1-2-144 16,-1 1 128-16,-2-4-128 0,1-3 128 0,-2-1-128 0,1 1 128 16,1 0-128-16,-2-4 128 0,-1-1-128 0,1 0 288 0,0-4-16 15,0 0 0 1,0 2 0-16,1-5-272 0,1 0 0 0,-2-2 0 0,3-1 0 15,2-4 0-15,2-1 160 0,-1-2-160 0,2-2 128 0,2-2-128 0,2 1 0 0,1-2 0 16,2-2 0-16,2-2 0 0,1-1 128 16,2-4-128-16,2-1 0 0,2 3 0 0,1 2 0 0,3 3 0 0,-1 2 0 15,1 3 0-15,3 3 0 0,-3 1 0 0,2 0 0 16,0 2 0-16,2 3 0 0,0 1-144 0,-2 1 144 31,-3 1-448-31,-12 5-16 0,15-4-16 0,-15 4 0 16,0 0-2048-16,15 7-416 0,-15-7-64 15</inkml:trace>
        </inkml:traceGroup>
        <inkml:traceGroup>
          <inkml:annotationXML>
            <emma:emma xmlns:emma="http://www.w3.org/2003/04/emma" version="1.0">
              <emma:interpretation id="{C4130039-B014-445F-98F8-940743665468}" emma:medium="tactile" emma:mode="ink">
                <msink:context xmlns:msink="http://schemas.microsoft.com/ink/2010/main" type="inkWord" rotatedBoundingBox="9170,13999 8802,9345 10604,9202 10972,13856"/>
              </emma:interpretation>
            </emma:emma>
          </inkml:annotationXML>
          <inkml:trace contextRef="#ctx0" brushRef="#br0" timeOffset="27221.1171">63 3 7711 0,'0'0'336'0,"-14"0"80"0,2-1-416 0,1-1 0 0,-1 2 0 0,12 0 0 0,-12 0 0 0,12 0 128 16,0 0-128-16,0 0-2256 15,0 0-512 1</inkml:trace>
          <inkml:trace contextRef="#ctx0" brushRef="#br0" timeOffset="28112.8003">470-108 10767 0,'0'0'464'0,"0"0"112"0,0 0-448 0,0 0-128 15,0 0 0-15,0 0 0 0,0 0 784 0,0 0 144 16,0 0 32-16,0 0 0 0,0 0-256 0,0 0-64 15,0 0 0-15,0 0 0 0,0 0-176 0,0 0-32 0,0 0-16 0,0 0 0 16,0 0-416-16,0 0 0 0,0 0 0 0,0 0 0 0,0 0 0 16,0 0 0-1,-9 9 0-15,9-9 0 0,-10 10 0 0,0-2 0 16,-2-3 0-16,12-5 0 0,-13 7 144 0,-1 0 0 16,-2-1 0-16,-1 1 0 0,0-2 224 0,-2 2 32 0,-1 1 16 15,-2-1 0-15,1-2-96 0,0 3-32 0,1 1 0 0,0-1 0 16,-2-1-48-16,0 1-16 0,-1 1 0 0,-1 1 0 15,1-2-48-15,-1 2-16 0,2 2 0 0,0 2 0 16,0-3 16-16,0 1 0 0,1-2 0 0,0 4 0 0,1-2 16 16,2 1 0-16,1-1 0 0,0 3 0 0,0-3-192 0,2 0 160 15,0-1-160-15,0 1 160 0,0-2-160 0,1 0 128 16,1 0-128-16,1 2 128 0,2-3-128 0,1 1 0 0,9-10 0 0,0 0 0 31,0 0 0-31,-6 13 128 0,6-13-128 0,0 0 0 16,0 0 544-16,12 14 32 0,3-4 0 0,1-5 0 0,3 0 112 15,3-2 16-15,3-3 16 0,2 0 0 0,2-2-256 16,3 1-48-16,1-1-16 0,3 2 0 0,1 2-208 0,0-2-64 0,1 1 0 0,-1 3 0 16,0-1-128-16,2 2 0 0,1 0 144 0,-3 2-144 15,-5 1 0-15,-1-1 144 0,-4 3-144 0,-2 2 0 16,-2 0 320-16,-4 1-32 0,-6 1-16 0,-3-1 0 16,-5 2-144-16,-3 2-128 0,-5 0 192 0,-4 0-192 15,-3-2 128-15,-3 2-128 0,-4 0 0 0,-3-1 0 16,-1 1 144-16,-2 0-144 0,-2-4 0 0,-2 1 144 15,-4-1-144-15,-1 1 0 0,-1-2 144 0,-1-1-144 16,-1 3 0-16,-4-2 144 0,-1-1-144 0,-2 3 0 0,-4 1 128 0,-1 0-128 16,0 2 0-16,-2-2 0 0,-5 0 144 0,-1 0-144 31,-4 1 0-31,5-5 144 0,4-2-144 0,2 1 128 0,5 0-128 16,4 2 128-16,5 0-128 0,6-1 0 0,4-2 0 0,6-1 0 15,3 1 0-15,4-1 0 0,11-8-144 0,0 0 144 0,0 0 0 0,0 0 0 16,2 17 0-1,7-5 0-15,4-4 0 0,6-1 256 0,4-2-64 0,6 0 0 16,6-2 320-16,5 1 48 0,4-3 16 0,2 1 0 0,2-2-288 16,3 0-48-16,1 0-16 0,-3 0 0 0,-4-2-224 15,2 1 176-15,0-3-176 0,4 2 160 0,-1 1-16 0,3 1 0 16,-1 0 0-16,5 0 0 0,5-2-16 0,-1 0 0 0,-4-1 0 0,-2 0 0 16,-2-4-128-16,-3 0 128 0,-4 1-128 0,-4-1 128 15,-2 2-128-15,-5 1 0 16,-6 3 0-16,-7 1 128 0,-7 0-128 0,-15 0 0 15,0 0 0-15,0 0 0 32,-14 15-1664-32,-7 0-256 0,-8 0-48 0</inkml:trace>
          <inkml:trace contextRef="#ctx0" brushRef="#br0" timeOffset="-1013.3731">-410-1144 24639 0,'0'0'1088'0,"0"0"240"0,0 0-1072 0,-4-9-256 0,4 9 0 0,0 0 0 15,0 0 384-15,0 0 0 0,0 0 16 0,0 0 0 16,-8-11 16-16,8 11 0 0,0 0 0 0,0 0 0 15,0 0-416-15,0 0 0 0,0 0 0 0,0 0 0 16,0 0-1632 0,0 0-352-16,0 0-80 0</inkml:trace>
          <inkml:trace contextRef="#ctx0" brushRef="#br0" timeOffset="983.9654">-205-3466 6447 0,'0'0'272'0,"-3"-10"80"0,3 10-352 0,-2-10 0 0,2 10 0 0,0 0 0 16,3-10 2480-16,-3 10 416 0,0 0 96 0,0 0 16 0,10-11-2304 0,-10 11-464 31,0 0-96-31,0 0-16 0,14-5 352 0,-14 5 64 0,0 0 16 0,0 0 0 15,0 0 272-15,13 9 48 0,-13-9 16 0,14 12 0 0,-4-1 0 0,-2 3 16 16,-8-14 0-16,10 17 0 0,-1 1 0 0,-1 1 0 16,1-1 0-16,-3 1 0 0,-1-1-384 0,0 1-80 15,-1-2 0-15,1 1-16 0,-2-3-224 0,1-1-32 16,-1-4-16-16,-3-10 0 0,0 0-160 0,0 0 128 16,0 0-128-16,0 0 128 15,0 0-128-15,0 0 0 0,0 10 144 0,0-10-144 0,0 0 160 0,0 0-32 16,0 0-128-16,0 0 192 15,0 0-192-15,0 0 176 0,0 0-176 0,-5-15 160 16,2-4-160-16,-1 1 0 0,1-1 0 0,1-1 0 16,-1-2 0-16,1-1 128 0,2-1-128 0,0 0 0 0,-2 1 0 0,4-1 0 15,0 4 0-15,1 2 0 16,1 1 0-16,2 0 0 0,1 4 0 0,1 1 0 0,3 2 0 16,2 0 0-16,2 3 0 0,2 3 0 0,1 4 0 15,4-3 0-15,2 1 0 0,1 1 0 0,2-1 0 0,3 4 192 0,1 4-32 0,2 8 0 16,4 3-160-16,0 3 128 0,-3 2-128 0,0 6 128 31,-2 6-992-31,-6 10-208 0,-2 3-32 0</inkml:trace>
          <inkml:trace contextRef="#ctx0" brushRef="#br0" timeOffset="-844.2213">-516-964 15887 0,'0'0'704'0,"0"0"144"0,0 0-672 15,0 0-176-15,0 0 0 0,0 0 0 0,0 0 1488 0,14-4 272 0,-1-1 48 0,4 0 16 0,2-1-752 0,4-1-160 16,2 0-16-16,4 0-16 0,1 1-480 0,6-1-80 16,-3 2-32-16,-1-4 0 0,-1-1-288 0,-1 0-256 15,0 2 64-15,-1 1-11472 0</inkml:trace>
          <inkml:trace contextRef="#ctx0" brushRef="#br0" timeOffset="-562.7378">121-1279 3679 0,'0'0'320'0,"0"0"-320"0,0 0 0 0,0 0 0 16,0 0 3024-16,0 0 544 0,0 0 96 0,0 0 32 16,0 0-2992-16,0 17-576 0,0-17-128 0,-1 17 0 0,-1-4 1312 0,2 1 288 15,0-1 64-15,2 2 16 0,1 0 112 0,4 2 32 0,1 0 0 0,4 2 0 16,3-1-928-16,2-1-176 0,3 3-32 0,4-1-16 16,1-3-672-16,0 1 0 0,0-3-256 0</inkml:trace>
          <inkml:trace contextRef="#ctx0" brushRef="#br0" timeOffset="-20958.1789">-136-3186 9503 0,'0'0'416'0,"0"0"96"0,0 0-512 0,0 0 0 0,0 0 0 0,0 0 0 15,0 0 832-15,9-9 80 16,-9 9 16-16,10-6 0 0,-10 6-432 0,0 0-96 15,13-5-16-15,-13 5 0 0,0 0-224 0,0 0-160 16,0 0 192-16,0 0-192 0,0 0 176 0,0 0-176 16,12-7 160-16,-12 7-160 0,0 0 368 0,0 0-32 15,0 0 0-15,0 0 0 0,0 0 224 0,0 0 32 0,0 0 16 0,0 0 0 16,0 0 48-16,0 0 16 0,0 0 0 0,0 0 0 0,0 0-64 0,0 0-16 31,0 0 0-31,0 0 0 0,0 0-112 0,0 0-32 0,0 0 0 0,0 0 0 0,0 0-176 0,0 0-32 0,0 0-16 16,0 0 0-1,0 0-224-15,0 0 0 0,0 0 0 0,0 0-160 0,0 0 160 0,0 0 0 0,0 0 0 0,0 0 0 16,-10-2 0-16,0 2 0 16,-2 2 128-16,0 0-128 0,1-1 0 0,-1 3 0 15,0-1 0-15,-3 2 0 16,-2 0 0-16,1 0 128 0,-1-1-128 0,0-3 0 16,-2 3 144-16,3-1-144 0,-1 0 192 0,0 1-192 15,2 1 192-15,-2-2-64 0,0 0 0 0,1 1-128 0,0-4 224 16,0 3-64-16,-1-1-16 0,-2 1 0 0,1 2-144 0,-1-1 0 0,1-3 0 0,-2 3 0 31,-2-1 0-31,0 2 0 0,0 2-144 0,2-2 144 16,-2-2 0-16,2 1 0 0,-2 2 0 0,2 1 0 0,0-4 0 0,1 2 0 0,1-1 0 15,-1 1 0-15,3 0 0 0,-1 0 0 0,0 0 0 0,2 0 0 16,0-2 0-16,1 1 0 16,1-1 0-16,0-1 0 0,1 0 0 0,2 1 0 0,10-3 0 0,0 0 0 15,-10 8 0-15,10-8 0 0,-9 7 0 0,9-7 144 16,-10 10-144-16,10-10 0 0,-8 15 0 0,1-1 0 15,0-1 0-15,1-3 0 16,6-10 0-16,-11 15 0 0,1-1 0 0,2-1 0 16,0-3 0-16,1 1 0 0,7-11 0 0,-3 11 0 15,3-11 0-15,0 0 0 0,0 0 0 0,0 0 0 0,0 0 0 0,0 0 0 16,0 0 0-16,0 0 0 0,0 0 0 0,0 0 0 16,8 12 256-16,-8-12 80 15,0 0 16-15,13 10 0 0,1-3-80 0,-1-2-16 0,1-2 0 16,2 1 0-16,3-1-128 0,-1 0-128 0,3 1 144 0,0-1-144 15,3 1 144-15,1-3-144 0,2 1 128 0,5 0-128 16,2-1 224-16,1 3-32 0,2-3-16 0,0 3 0 16,0 1 0-16,0 1 0 0,-2 3 0 0,2 1 0 0,2 2 160 0,-3 0 48 15,-2-1 0-15,0 1 0 0,-1 0 16 0,-4 0 16 16,-2-1 0-16,-4 3 0 0,-3-2-176 0,-1-1-48 0,-4 0 0 0,-2-1 0 16,-4 0-192-16,-1 0 0 0,-8-10 128 0,7 15-128 15,-4-2 0-15,-1-3 144 16,-2-10-144-16,-2 14 128 0,-1-1 0 0,-2 1-128 0,-2-4 192 15,-1 0-64 1,-1 4 112-16,-1-3 16 0,-3-2 0 0,-2 1 0 16,-4 0-64-16,1 0 0 0,-2-2 0 0,-1 1 0 15,0-1-64-15,-3 1 0 0,2-1-128 0,0 0 192 0,-1-1-64 16,-1 0-128-16,1 1 176 0,1 1-176 0,0-3 176 0,0 5-176 16,2 0 160-16,0-1-160 15,-2 1 128-15,0 0-128 0,1 1 0 0,-1 2 0 0,0-3 0 0,0 3 0 0,-1-2 0 0,1 3 0 0,2 2 0 16,-1 1 0-1,3 2 0-15,-1 0 0 0,-1 1 0 0,3 1 128 0,1-1-128 0,1-2 0 0,3-1 192 0,2-1 0 16,1-2 0-16,3 1 0 0,1-5 80 0,1-1 16 16,2 2 0-16,2-12 0 0,2 12-96 0,2-2 0 31,-4-10-16-31,3 12 0 0,0 0-176 0,-1-2 192 16,0 1-192-16,-2 1 192 0,-2 2-192 0,-1-1 0 0,-2 1 144 0,-2-1-144 15,-2 1 0-15,1 1 0 0,0-2 0 0,-1 1 0 16,2-3 0-16,7-11 0 0,-8 10 0 0,8-10 128 15,0 0-128-15,0 0 0 16,0 0 0-16,0 0 0 0,10 12 0 0,-10-12 0 0,17 4 0 0,1-1 0 0,1-3 0 0,1-2 144 0,-1-1-144 0,1 0 0 31,2-1 208-31,-1 3-64 0,1-1-16 0,2-2 0 0,3-2 32 0,0 1 0 0,-1 1 0 16,3 1 0 0,1-2 16-16,4 2 0 0,3 1 0 0,5 0 0 15,3-1 16-15,7-1 0 0,2 1 0 0,8-2 0 16,0-3-192-16,4 1 128 0,1 2-128 0,0 1 128 0,-1 3-128 0,-1-1 0 15,-1 2 0-15,-2-2 128 0,-3 1-128 0,0-4 0 16,-4-2 0-16,-4-1 0 0,-6-3 0 0,-5 5 0 16,-6-1 0-16,-6 4 0 0,-4-1 0 0,-7 3 0 15,-17 1 128-15,0 0-128 16,0 0 0-16,0 0-176 0,-9 10 48 0,-4 5 0 16,-7 5-1664-16,-4 0-336 0,-3 0-64 0,-3 1-14800 0</inkml:trace>
          <inkml:trace contextRef="#ctx0" brushRef="#br0" timeOffset="-1217.0645">-1083-1225 21183 0,'-10'-42'944'0,"5"15"192"0,0 0-912 0,0 0-224 0,-1 2 0 0,3 5 0 16,3 1 1616-16,3 6 288 15,-1 1 48-15,3 2 16 0,0 3-1840 0,-5 7-352 16,0 0-80-16,0 0-7888 16,0 0-1568-16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36.34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EFB1BE35-B7CF-4123-A441-2BCF6B89C07D}" emma:medium="tactile" emma:mode="ink">
          <msink:context xmlns:msink="http://schemas.microsoft.com/ink/2010/main" type="inkDrawing" rotatedBoundingBox="14037,6539 15647,6451 15652,6527 14041,6616" shapeName="Other">
            <msink:destinationLink direction="with" ref="{CFAFAAAA-7FF6-4743-A077-9B56650A448C}"/>
            <msink:destinationLink direction="with" ref="{21A4E2A9-A2E5-495D-917D-22352D8E573B}"/>
            <msink:destinationLink direction="with" ref="{7D41629F-D129-4C0F-B9BB-B4A392DE1EF8}"/>
          </msink:context>
        </emma:interpretation>
      </emma:emma>
    </inkml:annotationXML>
    <inkml:trace contextRef="#ctx0" brushRef="#br0">0 143 4607 0,'0'0'400'0,"0"0"-400"0,0 0 0 0,0 0 0 15,0 0 1296-15,-2-10 176 0,2 10 48 0,0 0 0 16,0-12-208-16,0 12-32 0,0 0-16 0,0-11 0 0,0 11-352 0,0 0-64 16,0-12-16-16,0 12 0 15,0 0-128-15,0 0-16 0,7-10-16 0,-7 10 0 0,8-7-304 0,-8 7-64 0,14-7-16 0,1 2 0 16,2 2-288-16,3 1 0 0,4 1 128 15,4-3-128-15,4 3 0 0,5-1 0 16,2 2 0-16,3 0 0 0,2 2 0 0,6-1 160 16,6-1-160-16,3 0 128 0,1-1 256 0,2-3 64 0,2-1 0 0,-5 0 0 15,-3-2 32-15,-1 2 16 0,-3 0 0 0,-1 0 0 16,-4 2-48-16,-3-1-16 16,-2 1 0-16,2 1 0 0,-1 1-288 0,-2-1-144 15,-3 0 160-15,-2 2-160 0,-1-1 0 0,-5-1 0 0,-3 0 0 16,-5 2 0-16,-5 0 128 0,-2 2-128 0,-15-2 0 0,15 0 0 0,-15 0 0 15,15 0 128 1,-15 0-128-16,17 0 0 0,-2 2 0 0,2 1 0 0,0 0 0 0,0 1 0 16,0-1 0-16,-1 2 0 0,1 0-144 0,-2 2-11728 15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37.67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FAFAAAA-7FF6-4743-A077-9B56650A448C}" emma:medium="tactile" emma:mode="ink">
          <msink:context xmlns:msink="http://schemas.microsoft.com/ink/2010/main" type="inkDrawing" rotatedBoundingBox="15289,6544 16213,6440 16221,6506 15297,6610" semanticType="callout" shapeName="Other">
            <msink:sourceLink direction="with" ref="{EFB1BE35-B7CF-4123-A441-2BCF6B89C07D}"/>
            <msink:sourceLink direction="with" ref="{AE0DA2B2-E1DD-4C42-B8C0-27A928EEBB75}"/>
          </msink:context>
        </emma:interpretation>
      </emma:emma>
    </inkml:annotationXML>
    <inkml:trace contextRef="#ctx0" brushRef="#br0">0 139 6447 0,'0'0'576'0,"0"0"-576"16,0 0 0-16,0 0 0 0,0 0 816 0,0 0 48 0,0 0 16 0,0 0 0 16,0 0 144-16,8-8 16 0,2 1 16 0,-10 7 0 0,14-5-528 0,-1 2-96 15,1 0-32-15,2-1 0 16,5 1-144-16,2 1-16 0,1-1-16 0,1-1 0 0,-1-1 416 0,2-1 96 16,3-1 16-16,3 0 0 15,3 0-96-15,2 1-16 0,0-1 0 0,2 2 0 16,0 0-96-16,1 0-32 0,2 0 0 0,2 0 0 0,1 0-192 0,-1 1-64 0,0-1 0 15,-4 2 0-15,-3 0-128 0,-3 1-128 0,-7 0 192 0,-4 0-192 16,-4 1 128-16,-4 1-128 0,-15 0 0 0,0 0 0 16,0 0 0-16,0 0 0 0,0 0 0 0,0 0 0 15,0 0 128-15,-10 10-128 0,-3-2 0 0,-4-1 0 16,-5 0 144-16,-2-1-16 0,1 1-128 0,1-2 192 16,2 0-192-16,3 0 0 0,3 0 0 0,3 0 0 31,-3 0-160-31,14-5-80 0,-10 7-16 0,10-7-10304 15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39.15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AE0DA2B2-E1DD-4C42-B8C0-27A928EEBB75}" emma:medium="tactile" emma:mode="ink">
          <msink:context xmlns:msink="http://schemas.microsoft.com/ink/2010/main" type="inkDrawing" rotatedBoundingBox="4688,5115 17224,6642 16022,16514 3486,14987" rotationAngle="745421728" semanticType="enclosure">
            <msink:sourceLink direction="with" ref="{80E97CFF-E2BC-4DDB-8962-8B0746524972}"/>
            <msink:sourceLink direction="with" ref="{6D452108-8470-413F-AD87-7361729A334D}"/>
            <msink:sourceLink direction="with" ref="{95F66D70-58A9-4DEE-8BFD-8794C73D3132}"/>
            <msink:sourceLink direction="with" ref="{29F005C1-0920-44DF-90B0-02C3008DF34D}"/>
            <msink:sourceLink direction="with" ref="{56D6114D-8C87-42E7-971F-CD821B88BAE5}"/>
            <msink:sourceLink direction="with" ref="{2F82F7CF-FE61-47A0-80F6-250DEF4007B7}"/>
            <msink:sourceLink direction="with" ref="{4C76B8E8-D931-4CDE-AF59-EB1E7129F71A}"/>
            <msink:sourceLink direction="with" ref="{3339F490-3C6D-497D-A630-6A450ECF7361}"/>
            <msink:sourceLink direction="with" ref="{FADF591F-FDC0-4B39-91D9-0B25F1F2A9A4}"/>
            <msink:destinationLink direction="with" ref="{CFAFAAAA-7FF6-4743-A077-9B56650A448C}"/>
            <msink:destinationLink direction="with" ref="{6BF4C9C9-88F7-44DF-9B17-2AD0170A08E2}"/>
          </msink:context>
        </emma:interpretation>
      </emma:emma>
    </inkml:annotationXML>
    <inkml:trace contextRef="#ctx0" brushRef="#br0">139 0 8639 0,'0'0'384'0,"0"0"64"0,0 0-448 0,0 0 0 0,0 0 0 0,0 0 0 16,0 0 768-16,0 0 64 0,0 0 16 0,0 0 0 16,0 0-192-16,0 0-32 0,0 0-16 0,0 0 0 0,0 0 176 0,8 15 48 0,-1-2 0 0,-2 1 0 15,-5-14 0-15,7 17 0 16,-2-2 0-16,0 2 0 15,0 1-192-15,0 1-48 0,-2 1 0 0,2 3 0 0,0 4-16 0,0 5-16 16,-1 2 0-16,-1 0 0 0,-1-1-144 0,-1-4-32 0,-1-2 0 16,-1 3 0-16,-3 2-176 0,1-3-32 0,0-1-16 0,-2-2 0 15,-1-3-160-15,0 1 0 0,-1-1 0 0,-1 4 0 16,-4 5 0-16,3 2 0 0,3 3 0 0,-1 6 0 16,0 6 0-16,2 7 0 0,2 8 144 0,1-7-144 0,2-5 0 0,2-1 0 15,-1-8-160-15,5-4 160 0,2-5 0 0,0-1 0 16,1 1 0-16,3 0 0 0,-2-2-128 0,1 1 128 15,3 1 0-15,-2 5 0 0,-1 1 0 0,1 5 0 16,-2 6 0-16,-1-1 0 0,-4-6 0 0,-2 0-128 16,-1 0 128-16,-4-6 0 0,-5-2 0 0,2-4 0 31,-1-2-128-31,-1-2 128 0,-3-1 0 0,0 0 0 16,1 2 0-16,1 3 0 0,1 2 0 0,2 6 0 0,0 4-128 0,2 8 128 0,-1 8 0 0,3-2 0 15,1-3 0-15,3-4 0 0,0-6 0 0,2-3 0 16,0-3 0-16,1-4 0 0,-3-1 0 0,2-1 0 15,0-1 0-15,0 2 0 0,-2 3 0 0,-1 5 0 16,-4 2 0-16,1 6 0 0,-1 8 0 0,-1-6 0 16,-2-5 0-16,0 0 0 0,-2-5-128 0,-2-3 128 15,1-6 0-15,1-1 0 16,1-3-128-16,-3-1 128 0,2 1 0 0,2 1 0 0,2 2 0 16,0 2 0-16,3 1 0 0,1 4 0 0,1 6-128 15,3 9 128-15,2 2 0 0,1-2 0 0,-3-4 0 0,0-6 0 16,0-4 0-16,2-4 0 0,0-4 0 0,0 0-128 0,-2-6 128 0,-2 1 0 15,0 0 0-15,-1-5 0 0,-2-3 0 0,0 4 0 32,0 4 0-32,0 2 0 0,-3 1 0 0,-2 4 0 0,0 6 368 0,-2 2 80 15,-3 2 0-15,0 0 16 0,-2-1 496 0,2-2 80 0,3-4 32 0,2-2 0 16,2-6-608-16,1-1-112 0,2 1-32 0,3-4 0 16,1-3-80-16,1 0-32 0,1-2 0 0,1-1 0 15,-7-19-208-15,12 25 128 0,-4-2-128 0,1 4 0 16,-3 2 128-16,1 3-128 0,0 1 0 0,-2 8 144 15,-2 6-144-15,1 0 0 16,-1 0 0-16,0-1 0 0,-1 1 0 0,1-5 0 0,-1-5 0 16,0 0 0-16,-2-2 0 0,0-3 0 0,0-5 0 0,0-2 0 15,-4-3 0-15,3 3 128 0,-1 4-128 0,-1 0 0 16,-1-1 0-16,-1 2 0 0,2 4 0 0,1 3 0 0,1 7 0 0,-1-4 0 16,2-3 0-16,2 0 0 0,-1-1 0 0,3-3 0 15,-1-1 128-15,0-5-128 0,1-3 0 0,1-1 0 16,0-4 0-16,-2-1 0 0,-1 1 0 0,1-2 0 15,-1-2 0-15,0 2 0 0,-2-1 0 0,0 0 0 16,0-16 0-16,-2 20 128 0,0 5-128 0,-1 2 0 16,-2 0 0-16,0 3 0 0,0 5 0 0,0 4 128 15,-2 3-128-15,0-3 128 16,1-2-128-16,0 0 0 0,1-5 0 0,0-3 0 0,2-3 0 0,1-2 128 16,2-4-128-16,0-1 128 0,0 1-128 0,2-3-144 15,0-2 144-15,1 0-208 0,0 2 208 0,1-2 0 16,-3-2 0-16,-1-1 0 0,0-12 0 0,0 17 0 0,-1 0 0 15,1-17 0 1,-4 17 0-16,1 1 0 0,-4 6 0 0,2 3 0 0,0 3 160 16,-3 10-160-16,1 11 128 0,0 4-128 0,-1 3 0 0,-2-3 0 0,-2-6 0 0,0-9 0 15,1-4 0 1,-3-4 0-16,1-6 0 0,-1 0 0 0,2-6 0 0,2-3 0 0,0-4 0 0,2 1 0 0,1-1 0 16,7-13 0-1,-3 15 0-15,3-15 0 0,0 0 0 0,3 17 0 0,-3-17 0 0,8 22 0 16,1-2 0-16,-2-1 0 0,-1 1 0 0,3 0 0 15,-1-2 128-15,1 6-128 0,-3 0 0 0,1 3 128 16,-2 3-128-16,-2 2 0 0,-1 1 0 0,-2-1 128 16,-3-1-128-16,-1-1 0 0,1-5 0 0,0-1 0 15,-1-4 0-15,1-5 0 0,0-1 0 0,1-1 0 0,2-13 0 16,0 12 0 0,0-12 0-16,3 12 0 0,-3-12 0 0,10 13 0 0,0-1 144 15,2-2-144-15,0-2 0 0,1 1 0 0,-1-3 0 0,-2 1 0 16,-10-7 0-16,14 10 144 0,-1-1-144 0,-13-9 0 15,9 11 0-15,-9-11 0 0,8 12 0 0,-8-12 0 16,0 0 0-16,0 0 0 0,5 15 0 0,-5-15 0 16,3 17 0-16,-3-17 0 0,0 15 0 0,0-15 0 15,0 0 128-15,0 0-128 0,6 17 0 0,-6-17 0 16,6 19 144-16,-6-19-16 0,10 17-128 0,2-1 192 0,2 1 16 0,-4-3 0 16,-10-14 0-16,5 23-10608 15,-2 2-2128-15</inkml:trace>
    <inkml:trace contextRef="#ctx0" brushRef="#br0" timeOffset="43969.9562">-10626 8703 1839 0,'0'0'0'0,"0"0"160"0,0 0-160 0,0 0 0 0,13-3 0 0,-13 3 0 15,0 0 2320-15,14-2 432 0,-14 2 96 0,0 0 16 0,0 0-2112 0,0 0-432 16,0 0-64-16,0 0-32 0,0 0-224 0,0 0 0 15,0 0 128-15,0 0-128 16,0 0 0-16,0 0 0 0,0 0 0 0,0 0 0 0,0 0 0 0,13 5 0 16,-13-5 0-16,0 0 0 0,14 5 0 0,-1 1 192 15,1-3-16-15,-1-1-16 0,2-2 368 0,2 0 80 0,3-2 16 16,4 0 0-16,1 1-208 0,4-1-32 0,4 0-16 0,3 0 0 16,-1-1 80-16,2-2 0 0,0 0 16 0,-2-2 0 15,-3-3 80-15,-3 0 16 16,0-3 0-16,-3 1 0 0,1 0-128 0,2 2-32 0,1 2 0 0,1-1 0 15,0 1 32-15,1 1 0 0,-1 2 0 0,1 2 0 16,0 3-112-16,1 0-32 0,4-2 0 0,2 0 0 16,0 2-144-16,3-1-16 0,-2-3-128 0,1-1 192 15,-1-2-192-15,0-1 0 0,1-2 0 0,1 0 0 16,-2 0 0-16,4 0 128 0,3-2-128 0,0 0 0 16,-1 2 336-16,-1 2-16 0,4-1-16 0,-4 2 0 15,-1 1 112-15,-2 1 32 0,-2 0 0 0,-3 1 0 16,-1-1-192-16,-3 0-16 0,-1 0-16 0,0 2 0 15,0-1-224-15,2 1 128 0,1 1-128 0,1 2 0 0,1 4 128 0,0-1-128 16,1 0 0-16,3 2 0 0,1 1 0 0,2-3 0 16,-4-3 0-16,2-2 0 0,-2-1 0 0,1-2 128 15,-1-2-128-15,-1-1 0 0,-2-4 0 0,-2 0 0 16,0-1 0-16,2-3 0 0,2 3 0 0,0 1 144 16,0 0-144-16,-1 2 128 0,1-1 0 0,0 2-128 15,1 2 192-15,-1 1-64 0,-2-1-128 0,-2 2 128 16,-3-3-128-16,2 2 128 0,1 1-128 0,-1 0 0 15,-4 0 0-15,-1 0 0 0,-1-1 0 0,-1-1 0 0,0 0 0 0,2 0 0 16,3 2 128-16,0-1-128 0,-2 1 0 0,0 1 128 16,0 1 0-1,1-1 0-15,-3-1 0 0,1 0 0 0,0 2-128 0,1 0 192 16,2-2-192-16,-2 1 192 0,-3 1-192 0,0 1 0 0,0 0 144 0,1 1-144 0,4-1 0 16,-1 2 128-1,-4 2-128-15,1 1 0 0,1-1 0 0,-1-2 144 0,1 0-144 16,5 2 0-16,-2-1 128 0,1-1-128 0,-1 0 0 0,2 0 0 15,0 0 0-15,-1 0 0 0,1 0 0 0,3 0 0 16,5 0 0-16,0 0 0 0,-5-1 128 0,5-1-128 16,3 2 0-16,-2 0 0 0,-3-2 0 0,0 2 0 15,1 0 0-15,-1 0 0 0,2 0 128 0,2 2-128 16,0-2 0-16,-1 2 0 0,1-1 0 0,3-1 0 0,4-1 0 0,-2-1 0 0,-4-3 0 0,2 0 0 31,2 1 0-31,-4 1 0 0,-1 0 0 0,1-2 0 0,-2-2 0 0,-1 2 0 0,1-2 0 16,3 2 0-1,1-2 144-15,0 2-16 0,-2 2-128 0,2 1 192 0,2 2-192 0,0 0 176 16,-3 0-176-16,1 0 160 0,-2-1-160 0,-1 1 0 16,-6 0 0-16,3 0 0 0,-1 3 0 0,1 0 0 15,-1-1 0-15,-1 1 0 0,-1 1 0 0,1-1 128 0,-2-1-128 0,4-1 0 16,1 3 192-16,0-1-32 0,-5-1-16 0,0-2 0 16,-2 0-16-16,2 2 0 0,3 1 0 0,-3 0 0 15,-1-1-128-15,-1 1 0 0,0 1 144 0,2-1-144 16,0 2 0-16,2-2 128 15,0 2-128-15,0 2 0 0,1 0 0 0,0-2 0 0,2-2 0 16,2 2 0-16,-2 0 0 0,2 0 0 0,3-3 0 0,0-2 0 31,-1-2 0-31,-1 2 0 0,0 0 0 0,3 0 0 0,0-1 0 0,1-1 224 16,-3 0-48-16,2 1-16 0,3 1 80 0,-1 0 16 0,1 0 0 16,1 0 0-16,3 0-256 0,-1 0 0 0,-3-2 128 0,-2 0-128 15,-4 1 0-15,-1-3 0 0,-1 1 0 0,1 1 0 16,-2 1 0-16,-1-1 128 0,-3 0-128 0,1 1 0 15,0-1 384-15,1 0 16 0,4 1 16 0,-4-1 0 16,-3 0-80-16,2-1-16 0,1-1 0 0,-1 1 0 0,-2 0-320 0,0-1 128 31,-2 1-128-31,1 1 0 0,-3 2 0 0,3-1 128 16,-3-1-128-16,1 2 0 0,0 0 0 0,-1 0 0 0,3 0 0 0,2 0 0 16,3 0 0-16,-1 0 128 0,-3-2-128 0,4 1 0 15,-1-1 0-15,-1-1 128 0,-2-1-128 0,-2 1 0 0,-3-2 192 0,0 0-48 16,-4 0 0-16,3 1 0 15,-3 1 32-15,1 0 0 0,1 1 0 0,-1 0 0 0,-1-3-176 0,-1 3 0 16,-1 1 0-16,-1 1 128 0,0-2-128 0,0 2 0 31,2 0 0-31,0 2 0 0,-3-2 144 0,-1 0-144 0,1 0 160 0,-1 0-160 16,1-2 304-16,1 0-48 0,4 1 0 0,-1-1 0 16,1 2 0-16,-2-2-16 0,-2 1 0 0,2-1 0 15,2 0-240-15,-1 2 0 0,-1 2 128 0,2 0-128 0,-1-1 0 0,-1 1 0 16,-1 1 0-16,-5-1 0 0,0 0 0 0,-3-1 0 0,-1 1 0 0,-4 0 0 15,-13-2 0-15,14 3 0 0,-14-3 0 0,0 0 0 16,13 4 0-16,-13-4 0 0,0 0 128 0,0 0-128 16,0 0 0-16,12 0 0 0,-12 0 0 0,12 0 0 15,0 0 128-15,1 0-128 0,-13 0 176 0,17-2-176 16,1 0 128-16,1 0-128 0,-2 1 0 0,-2-1 0 16,0-1 0-16,0 3 0 0,-1-2 0 0,-3 0 0 15,-11 2 0-15,16-1 0 0,-5-3 0 0,-11 4 0 16,12-1 128-16,-12 1-128 0,14-2 0 0,-3 2 0 0,-11 0 0 15,16 0 0-15,-1 0 0 0,2 2 0 0,-2-1 128 0,0 1-128 16,3 0 192-16,-3-2-192 0,1 0 0 0,-3 0 0 16,1 0 0-16,-14 0-144 15,0 0-592-15,0 0-112 0,0 0-32 0,0 0-17344 16</inkml:trace>
    <inkml:trace contextRef="#ctx0" brushRef="#br0" timeOffset="20583.4">-10756 1819 2751 0,'0'0'256'0,"0"0"-256"0,0 0 0 0,0 0 0 16,0 0 1408-16,0 0 256 0,0 0 32 0,0 0 16 15,0 0-1296-15,14-5-256 0,-2 0-160 0,-1-1 192 16,1 3-192-16,2 0 128 0,1-2-128 0,2 1 128 0,-1 1 80 0,1 0 16 16,0 1 0-16,2 0 0 15,1 2 0-15,0 0 0 0,2 0 0 0,1 2 0 16,1-2 80-16,1 2 16 0,0-1 0 0,4 3 0 15,1-3-32-15,1 1 0 0,-1-4 0 0,2 1 0 16,-2-1 32-16,2-1 0 0,0-4 0 0,0-2 0 0,-3 1 192 0,1 0 64 16,2-2 0-16,1 1 0 0,1 1-64 0,1-1 0 0,-1 3 0 0,1-1 0 15,-1 3-96-15,1-1-32 0,1 0 0 0,4 2 0 0,2 3-128 0,-1-2-16 16,-1-4-16-16,2-3 0 0,3 1-224 0,-1-2 144 16,-2-4-144-16,0 2 128 0,-1 1-128 0,2 1 0 31,3 3 0-31,3 2 128 0,-2-2-128 0,2 4 0 15,-1-1 0-15,3 3 0 0,1-1 0 0,2-3 0 0,0-2 0 0,0-3 0 16,-2 0 0-16,0 0 0 16,0 0 0-16,0 0 0 0,0 0 0 0,0 0 0 0,-1 3 0 0,1 0 0 15,4 2 0-15,-1 0 0 0,-3-2 0 0,4 1 128 0,1-3-128 0,-1 1 0 16,-6-1 0-16,1 3 0 0,-1 1 0 0,0 1 0 16,-1-1 0-16,0 5 0 0,0 2 0 0,1-1 0 15,2 1 0-15,2-2 0 0,-2 0 0 0,4 0 0 0,0-3 0 0,-3-1 0 16,-4-1 0-16,2 0 0 0,1 0 0 0,0 2 128 15,-2-2-128-15,-1 1 0 0,0 3 0 0,3-3 0 16,2 1 0-16,0 0 0 0,0-2 0 0,0 1 0 31,-4 1 0-31,0 1 0 0,-1-1-144 0,0 1 144 16,0 1 0-16,-2-1 0 0,0 0 0 0,2 2 144 0,0 0-144 0,3 2 0 16,2 0 0-16,3 1 0 0,5-1 0 0,-3 1 0 15,-2 0 0-15,0 1 0 0,1-1 0 0,-1 2 0 16,-2 0 0-16,1 0 0 0,-1 2 0 0,3-2 0 15,-3 0 0-15,1-2 0 0,-1-4 0 0,1-3 0 16,-1-1 0-16,1 0 0 0,-1 2 0 0,2 1 0 16,1 0 0-16,-1 2 0 0,0 4 0 0,4-1 0 0,3 1 0 0,1-1 0 15,4 0 0-15,-3 1 0 16,-7-3 0-16,1 4 0 0,1 2 0 0,-2 0 0 0,-2 1 0 0,0 1 0 16,-1-1 0-16,1 2 0 0,2-5 0 0,1 2 0 15,3-4 0-15,-1-1 0 0,-3-4 0 0,3 1 0 16,4-1 0-16,-1 0 0 0,1 2 0 0,1 0 0 15,4 0 0-15,-1 0 0 0,-1-1 0 0,-1-1 0 16,-4 0 0-16,-2 2 0 0,-5 0 0 0,2 2 0 0,-5 1 160 0,0 2-160 16,-2 2 192-16,2 0-192 0,1 0 0 0,1 1 0 15,-1 2-192-15,1 0 48 16,-1-1 144-16,-3 1 0 16,1-4 0-16,-3 1 0 0,-3 0 0 0,0 0 0 0,-1-1 0 0,1 3 0 15,2 1 0-15,3 2 0 0,3-6 0 0,6 1 0 16,5-4 0-16,-3 4 0 0,0 3 0 0,-3 0 0 15,-1 2 0-15,0 2 0 0,-5 1 0 0,-4 2 0 16,-2-2 0-16,-1-4 0 0,0-2 0 0,-2-1 0 16,-3-3 0-16,4-5 0 0,-3-3 0 0,-1 0 0 0,-1-1 0 0,-2-3 0 15,-2-1 0-15,-2 1 0 0,0 2 0 0,1 2 0 16,2 0 128-16,-1 1-128 0,0 2 0 0,0 2 128 16,0-1-128-16,4-1 0 0,2 0 0 0,3-3 0 15,1-2 0-15,0 0 0 0,2 1 0 0,-2-1 0 16,-3-1 0-16,-1 1 0 0,-2 3 0 0,-1 2 0 15,-3 0 0-15,0 0-128 0,-3 2 128 0,-2-1 0 0,-3 1 0 0,-1 0-128 16,-1 1 128-16,-2-3-160 0,-1-2 160 0,-1 1-160 16,1 1 160-16,-1-2 0 0,-1-3 0 0,0 0-128 15,-2-2 128-15,6 2 0 0,1-2 0 0,1 2-128 16,1 2 128-16,3 1 0 0,0 1 0 0,0 1 0 16,-2 3-128-16,2 2 128 0,0 2-128 0,2 5 128 15,-2 1-128-15,-1 0 128 0,0 1-128 0,-4-2 128 16,-4-4 0-16,-3-3 0 0,-3-2 0 0,-17-3-128 0,0 0 128 0,0 0 0 15,0 0 0-15,0 0 0 0,0 0 0 0,0 0 0 32,-13-10 160-32,-6 2-160 0,-3-2 256 0,-4-2-32 0,-5-1-16 0,-2 3 0 15,-3 1 128-15,1 4 32 16,-2 3 0-16,2 4-10096 0</inkml:trace>
    <inkml:trace contextRef="#ctx0" brushRef="#br0" timeOffset="-5361.3255">-11291-320 1151 0,'0'0'0'0,"0"0"0"0,0 0 0 0,0 0 0 0,0 0 0 0,0 0 0 0,0 0 0 0,0 0 0 16,0 0 128-16,0 0-128 0,7 7 0 0,-7-7 0 16,0 0 544-16,0 0 16 0,0 0 0 0,0 0 0 15,0 0 160-15,0 0 48 0,0 0 0 0,7 8 0 0,-7-8-320 0,0 0-64 16,0 0-16-16,0 0 0 16,0 0 224-16,0 0 48 0,0 0 16 0,0 0 0 0,0 0 16 0,0 0 0 0,0 0 544 15,0 0-896-15,6 9-192 0,-6-9-128 0,0 0 192 16,0 0-192-16,7 10 0 15,-7-10 0-15,5 10 128 0,-5-10 0 0,5 10 0 16,-1 0 0-16,-4-10 0 0,0 0 192 0,5 10 16 16,0 2 16-16,0-2 0 0,-5-10 32 0,0 0 16 15,5 10 0-15,0 0 0 0,-5-10-16 0,0 0 0 16,5 10 0-16,-5-10 0 0,3 14-32 0,2-2-16 0,-5-12 0 0,5 13 0 16,-1 1-80-16,-3-3 0 0,1 1-16 0,0 0 0 0,0 0 16 0,-1-1 0 31,1 1 0-31,1-2 0 0,1 2 16 0,-1 2 16 15,0-1 0-15,2 2 0 0,-1 0 64 0,1 4 16 16,0-1 0-16,2 1 0 0,1 1-144 0,-1 0-32 16,-1 0 0-16,3 4 0 0,1 1 16 0,0 4 0 15,-2 1 0-15,-1-1 0 0,0-2 0 0,-2 1 0 0,0-3 0 0,0 1 0 16,-2-1 80-16,1 2 16 16,-3-4 0-16,5 1 0 0,-1-2 32 0,0-2 16 0,-2-2 0 15,2-1 0-15,-2 0-112 0,2-2-32 0,2 0 0 0,0 1 0 16,0-1-208-16,-1 0 0 0,1 0 0 0,0 0 0 15,0 4 0-15,-1-1 0 0,1 2 0 0,0 1 0 0,1-1 0 0,1 2 0 16,-3-1 0-16,3 3 0 0,-3 1 0 0,3 4 0 16,-2 1 0-16,-1-1 0 0,-1-2 0 0,0 1 0 15,0-1 0-15,2-3 0 0,-3-1 0 0,-1-1 0 0,0 0 0 0,-1 0 0 16,-2-2 0-16,2 0 0 0,-1-1 0 0,1 8 0 16,-2-7 0-16,2 0 0 15,-1-1 0-15,3-1 0 0,-3 1 0 0,1-1 0 16,1-1 0-16,1 0 0 0,-2 3 0 0,1 2 0 0,-3-2 0 0,2 4 0 15,1-1 0-15,0 2 0 0,2 1 0 0,-1 2 0 16,-1 4 0 0,0 0 0-16,2-2 0 0,1 1 0 0,-1-4 0 0,0 0 0 15,0-1 0-15,0 1 0 0,-2-3 0 0,2-1 0 16,-2-2 0-16,1-1 0 0,-4 0 0 0,0 0 0 0,-2 0-128 0,0 4 128 16,-1 0 0-16,-2 2 0 0,0 0 0 0,-2 2 0 15,-1 6 0-15,1 5 0 0,-1 3 0 0,1 3 0 0,2 4 0 0,0-4 0 16,0-3 0-16,2-6 0 0,1-4 0 0,2-4 0 31,0-1 0-31,2-5 0 0,-1-3 0 0,3-4 0 0,-1-3 0 16,0-1 0-16,-3-11 0 0,7 14 0 15,-7-14 0-15,7 15 0 0,-7-15 0 0,5 15 0 16,-5-15 0-16,3 17 0 0,1 0 0 0,-3-2 0 16,-1 0 0-16,0-15 0 0,-3 19 0 0,-1-3 0 15,4-16 0-15,-5 21 0 0,0 2 0 0,0 1 0 0,0-1 0 0,2 1 0 16,0 1 0-16,1 2 0 0,-1 7 0 0,1-1 0 15,2 3 0-15,2-1 0 0,-1-3 0 0,3 2 0 0,-1-6 0 16,0-1 0-16,1 2 0 0,1-6 0 0,-2-3 0 0,2 1 0 16,0-1 0-16,2 0 0 0,-2-2 0 0,0 3 0 15,0-1 0-15,-2 0 0 0,-1 0 0 0,0-1 0 0,-1-4 0 0,-1 5 0 16,0 5 0-16,0 2 0 0,-1 0 0 0,-1 5 0 16,0 3 0-16,1 2 0 15,-3 2 0-15,3 2 0 0,-3-1 0 0,3-1 0 0,-1-6 0 0,0-1 0 0,1-1 0 16,1-3 0-16,0 1 0 0,1-4 0 0,1-1 0 0,1-1 0 31,-1 1 0-31,1-3 0 0,-1-2 0 0,1 3 0 16,1 0 0-16,-1 3 0 0,-3 2 0 0,3 1 0 0,3 3 0 0,-3 2 0 15,-1 3 0-15,1-1 0 0,0 0 0 0,1 1 0 16,-3-1 0-16,-1-3 0 0,0-2 0 0,0-1 0 16,-1 1 0-16,-1-3 0 0,0-2 0 0,-1 1 0 15,-2-1 0-15,2 0 0 0,-1 0 0 0,2 1 0 16,-1-5 0-16,1 6 0 0,1 4 0 0,1 2 0 0,0 1 0 0,0 5 0 15,1 3 0-15,3 1 0 16,-1 3 0-16,2-1 0 0,0-1 0 0,-1-4 0 16,-1-3 0-16,0-3 0 0,1-2 0 0,-1 0 0 0,-1 0 0 15,-1 0 0-15,-1 0 0 0,0 0 0 0,0-2 0 0,0 2 0 16,2 5 0-16,-2 5 0 0,0 4 0 0,2 2 0 0,0 0 128 0,1-3-128 16,0-1 0-16,1-1 0 0,-3-5 0 0,1-3 0 15,1-3 0-15,-1 0 0 0,-2-2 0 0,0 0 0 31,-2-1 0-31,1-2 0 0,-4-2 0 0,1 4 0 0,-1 6 0 0,2 0 0 16,-1 2 0-16,1 2 0 0,0 1 0 0,1-1 0 0,4-2 0 16,-1 0 0-16,-1-5 0 0,2 0 0 0,1 0 0 0,4-3 0 15,-3-4 128-15,-1-2-128 16,0-1 0-16,1 2 0 0,-3-4 128 0,3-1-128 0,-1 2 0 0,0 0 144 16,-1-3-144-16,1 1 0 0,1-2 0 0,-2-2 128 15,-2-15-128-15,-2 20 0 0,-3-2 144 0,3 1-144 16,2 1 0-16,0 0 0 0,-2-1 0 0,2-1 0 15,4 1 0-15,-1-1 144 0,-3 2-144 0,4 2 0 16,1 4 128-16,0-3-128 0,0 1 0 0,1-1 0 16,1 1 144-16,2-1-144 15,1 3 0-15,-2-1 144 0,-1 0-144 0,1-1 0 0,2-4 0 16,0 0 128-16,-1-1-128 0,-1-1 128 0,-1 1-128 0,-4 1 128 16,1 2-128-16,-4-1 128 0,-4-2-128 0,1-2 128 15,-2-4-128-15,-2 2 0 0,-1 1 144 0,1 2-144 16,-1 1 144-16,-1-1-144 0,-3-1 192 0,1 0-192 15,-1-2 224-15,2 2-64 0,-2-2-16 0,4 3 0 0,-1 4 16 0,1 3 0 16,-2 4 0-16,0 0 0 0,1 1-160 0,-1-1 128 16,2-3-128-16,3 0 128 0,0-3-128 0,1-3 160 0,2-4-160 15,2-1 160-15,2 0-160 0,3-5 0 0,-5-10 0 0,9 12 0 16,-9-12 0-16,10 12 128 0,-2-2-128 0,-8-10 0 16,10 10 0-16,-1 0 128 0,-3 3-128 0,-6-13-14112 31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43.7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1F52B1B5-9D6A-4649-BFFC-7223AF865B2B}" emma:medium="tactile" emma:mode="ink">
          <msink:context xmlns:msink="http://schemas.microsoft.com/ink/2010/main" type="inkDrawing" rotatedBoundingBox="16011,14492 16304,15671 16055,15734 15761,14554" semanticType="callout" shapeName="Other">
            <msink:sourceLink direction="with" ref="{AD24839C-24B9-484C-A8F6-C0D4ABDAC7F2}"/>
          </msink:context>
        </emma:interpretation>
      </emma:emma>
    </inkml:annotationXML>
    <inkml:trace contextRef="#ctx0" brushRef="#br0">27-7 12895 0,'0'0'576'0,"5"-12"112"0,-5 12-560 0,0 0-128 16,0 0 0-16,0 0 0 0,0 0 1008 0,0 0 160 15,0 0 48-15,0 0 0 0,0 0-432 0,-5 14-80 0,-2-1 0 0,1 2-16 0,1 2 240 16,1 0 48 0,1 2 16-16,1 1 0 0,2 0-800 0,2 2-192 0,0 3 0 0,1 0 0 15,0 1 0-15,1-1 0 0,-4 2 128 0,1 1-128 16,-1 8 0-16,0-1 0 0,-3 4 0 0,1-1 0 16,-1-1 128-16,1-1 0 0,1-3-128 0,2 1 192 0,4-5-192 0,2-2 128 15,1-2-128-15,4-2 0 16,2 1 128-16,2-4-128 0,5-1 0 0,0 1 0 0,1-2 0 0,2-1 0 15,1-5 0-15,0 3 0 0,-1 0 128 0,-2 0-128 0,-4 0 0 0,-3 2 144 32,-1-2-144-32,-6 1 0 0,-3-1 0 0,-3 2 128 15,-6 1 80-15,-7 6 16 0,-8 3 0 0,-6 8 0 16,-7 7 352-16,-2 0 64 0,-1-7 0 0,-4-1-12512 16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3:18.84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37B6767-6F9D-4092-B78C-542640541AA9}" emma:medium="tactile" emma:mode="ink">
          <msink:context xmlns:msink="http://schemas.microsoft.com/ink/2010/main" type="writingRegion" rotatedBoundingBox="6517,10037 6572,13624 5642,13638 5587,10051"/>
        </emma:interpretation>
      </emma:emma>
    </inkml:annotationXML>
    <inkml:traceGroup>
      <inkml:annotationXML>
        <emma:emma xmlns:emma="http://www.w3.org/2003/04/emma" version="1.0">
          <emma:interpretation id="{2BEA5E75-53D2-4435-AD30-BCA99381634A}" emma:medium="tactile" emma:mode="ink">
            <msink:context xmlns:msink="http://schemas.microsoft.com/ink/2010/main" type="paragraph" rotatedBoundingBox="6517,10037 6572,13624 5642,13638 5587,100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1555245-CFE6-4BD7-B6FB-03029C98BB25}" emma:medium="tactile" emma:mode="ink">
              <msink:context xmlns:msink="http://schemas.microsoft.com/ink/2010/main" type="line" rotatedBoundingBox="6517,10037 6572,13624 5642,13638 5587,10051"/>
            </emma:interpretation>
          </emma:emma>
        </inkml:annotationXML>
        <inkml:traceGroup>
          <inkml:annotationXML>
            <emma:emma xmlns:emma="http://www.w3.org/2003/04/emma" version="1.0">
              <emma:interpretation id="{A043F520-101D-4B37-937B-11FCBB439CCB}" emma:medium="tactile" emma:mode="ink">
                <msink:context xmlns:msink="http://schemas.microsoft.com/ink/2010/main" type="inkWord" rotatedBoundingBox="6517,10037 6525,10517 5595,10531 5587,1005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784 3544 6447 0,'0'0'576'0,"0"0"-576"15,0 0 0-15,0 0 0 0,0 0 1552 0,0 0 208 16,0 0 32-16,0 0 16 0,0 0-1312 0,0 13-272 15,0-13-48-15,0 0-16 0,0 0 192 0,-2 17 32 0,2-17 16 0,0 0 0 16,4 17 304-16,-4-17 48 0,5 17 16 0,-5-17 0 16,10 15-224-16,-10-15-32 0,10 16-16 0,-10-16 0 0,12 17-240 0,-12-17-32 15,10 17-16-15,-10-17 0 16,0 0-208-16,0 0 176 0,0 0-176 0,0 0 160 0,12 17-160 0,-12-17 128 16,0 0-128-16,0 0 128 0,0 0 80 0,0 0 16 15,0 0 0-15,0 0 0 0,0 0 256 0,0 0 48 16,0 0 16-16,-4-8 0 0,1-1-368 0,0 1-176 0,-2-1 160 0,0 1-160 31,-1-1 128-31,0 1-128 0,-4-2 0 0,0-2 0 0,-1 0 0 0,1 1 128 16,-3-1-128-16,1-2 0 15,-1-1 0-15,-1 2 0 0,1-2 0 0,1 0 0 16,0-1 0-16,4 1 0 0,1-2 128 0,2 1-128 16,0-3 0-16,2 2 0 0,1 0 0 0,2 1 0 0,0-1 0 0,3 2 0 15,2-1 0-15,-1 5 0 0,-1-3 0 0,4 4 0 16,1 0 0-16,2 2 0 0,4 1 0 0,1 0 0 15,0 4 0-15,0-1 0 0,-1 1-192 0,1 1 192 16,2 1-192-16,-1 1 192 16,1 0-880-16,0 3-64 0,0 0-16 0</inkml:trace>
          <inkml:trace contextRef="#ctx0" brushRef="#br0" timeOffset="231.3286">754 3579 7935 0,'0'0'352'0,"0"0"80"0,0 0-432 0,0 0 0 0,0 0 0 0,0 0 0 0,0 0 1472 0,8-7 224 16,1-1 32-16,1 1 16 16,0 0-336-16,3-3-64 0,1-3 0 0,3 1-16 15,1 0-736-15,4 2-144 0,2 2-16 0,2-2-16 16,3-1-416-16,3 6 0 0,2 5 128 0,-2 0-128 15,0-5 0-15,0 2 128 0,0 1-128 0,-6 1-9136 0</inkml:trace>
          <inkml:trace contextRef="#ctx0" brushRef="#br0" timeOffset="629.7632">1287 3513 14735 0,'0'0'640'0,"0"0"160"0,0 0-640 0,0 0-160 0,0 0 0 0,0 0 0 16,0 0 1312-16,0 0 224 15,0 0 64-15,0 0 0 0,0 0-608 0,0 0-112 16,12-6-32-16,-12 6 0 0,0 0-336 0,0 0-64 0,0 0 0 0,13 5-16 0,-1 0-432 15,-12-5 0-15,9 8 0 0,-1 0 0 0,-8-8 0 0,8 12 0 32,-1-2 0-32,0 0 0 0,-2 1 0 0,-5-11 0 15,5 11 0-15,-5-11 0 0,0 0 0 0,3 10 0 0,-1 2 128 0,-2-12-128 16,2 12 256-16,-2-12-48 16,-2 13 0-16,-3 1 0 0,5-14 112 0,-12 12 32 0,4-4 0 0,8-8 0 15,-10 10 16-15,1-3 0 0,1 0 0 0,8-7 0 16,-10 6-112-16,10-6-32 0,0 0 0 0,0 0 0 0,0 0-224 0,0 0 128 15,15 7-128-15,5-2 0 0,5-3 128 0,4-2-128 16,3-5 0-16,2 1 144 0,1-1-144 0,4 0-272 31,4-1 64-31</inkml:trace>
        </inkml:traceGroup>
        <inkml:traceGroup>
          <inkml:annotationXML>
            <emma:emma xmlns:emma="http://www.w3.org/2003/04/emma" version="1.0">
              <emma:interpretation id="{16579BAF-DAF3-40E7-8EE4-722FF1BDA5CA}" emma:medium="tactile" emma:mode="ink">
                <msink:context xmlns:msink="http://schemas.microsoft.com/ink/2010/main" type="inkWord" rotatedBoundingBox="5850,11071 5851,11101 5829,11102 5828,1107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9832.0939">914 4269 19119 0,'0'0'832'0,"-10"-4"192"0,10 4-816 0,0 0-208 0,-12-1 0 0,12 1 0 16,0 0 704-16,0 0 112 0,0 0 16 0,0 0 0 15,0 0-672-15,0 0-160 0,0 0 0 0,0 15 0 16,0-15-352-16,3 15-96 15,-3-15-32-15</inkml:trace>
        </inkml:traceGroup>
        <inkml:traceGroup>
          <inkml:annotationXML>
            <emma:emma xmlns:emma="http://www.w3.org/2003/04/emma" version="1.0">
              <emma:interpretation id="{132E0A92-3381-49D5-A6D6-6D329FE417D6}" emma:medium="tactile" emma:mode="ink">
                <msink:context xmlns:msink="http://schemas.microsoft.com/ink/2010/main" type="inkWord" rotatedBoundingBox="5903,11594 6058,11734 6037,11757 5883,1161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0058.1971">966 4787 7823 0,'0'0'336'0,"0"0"96"0,-5 10-432 0,5-10 0 0,-5 17 0 0</inkml:trace>
          <inkml:trace contextRef="#ctx0" brushRef="#br0" timeOffset="30177.2768">1121 4927 16415 0,'0'0'720'0,"-12"0"160"0,0 3-704 0,0 2-176 0</inkml:trace>
        </inkml:traceGroup>
        <inkml:traceGroup>
          <inkml:annotationXML>
            <emma:emma xmlns:emma="http://www.w3.org/2003/04/emma" version="1.0">
              <emma:interpretation id="{33E1FD33-81A9-4A05-9BA9-0B9C1DF9B257}" emma:medium="tactile" emma:mode="ink">
                <msink:context xmlns:msink="http://schemas.microsoft.com/ink/2010/main" type="inkWord" rotatedBoundingBox="5889,13010 5890,13120 5830,13121 5828,1301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31971.006">893 6296 10127 0,'6'-17'448'0,"-6"17"96"0,6-11-544 0,1 1 0 0,1-2 0 0,1 0 0 15,-1 2 1184-15,1 0 128 16,-3-2 32-16,-6 12 0 0,0 0-1104 0,0 0-240 0,0 0 0 0,0 0-4416 15,0 0-896-15</inkml:trace>
          <inkml:trace contextRef="#ctx0" brushRef="#br0" timeOffset="32150.5218">915 6298 8287 0,'0'0'736'0,"0"0"-592"0,0 0-144 0,0 0 0 16,0 0 1536-16,0 0 288 0,0 0 48 0,0 0 16 15,0 0-1184-15,0 0-256 0,0 0-32 0,0 0-5120 16,0 0-1024-16</inkml:trace>
        </inkml:traceGroup>
        <inkml:traceGroup>
          <inkml:annotationXML>
            <emma:emma xmlns:emma="http://www.w3.org/2003/04/emma" version="1.0">
              <emma:interpretation id="{AE1D2CEE-20A9-43DD-B94A-77E4ED1112E7}" emma:medium="tactile" emma:mode="ink">
                <msink:context xmlns:msink="http://schemas.microsoft.com/ink/2010/main" type="inkWord" rotatedBoundingBox="5959,13626 5959,13633 5905,13634 5904,1362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32293.2282">1023 6826 21423 0,'-20'-7'944'0,"8"7"208"0,0 2-928 0,12-2-224 16,-11 4 0-16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43.31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21A4E2A9-A2E5-495D-917D-22352D8E573B}" emma:medium="tactile" emma:mode="ink">
          <msink:context xmlns:msink="http://schemas.microsoft.com/ink/2010/main" type="inkDrawing" rotatedBoundingBox="5373,16352 13027,5966 19743,10917 12089,21302" semanticType="callout" shapeName="Other">
            <msink:sourceLink direction="with" ref="{EFB1BE35-B7CF-4123-A441-2BCF6B89C07D}"/>
            <msink:sourceLink direction="with" ref="{9176F902-FC00-4777-9119-D5170E24684D}"/>
          </msink:context>
        </emma:interpretation>
      </emma:emma>
    </inkml:annotationXML>
    <inkml:trace contextRef="#ctx0" brushRef="#br0">-10375 9880 6447 0,'0'0'272'0,"-13"5"80"0,-1-7-352 0,1 0 0 0,-1 1 0 0,3-1 0 16,-1-1 2256-16,12 3 384 0,0 0 80 0,-10-4 16 0,10 4-1008 0,0 0-208 16,-9-5-48-16,9 5 0 0,0 0-384 0,0 0-96 0,-1-10-16 0,4 2 0 15,-3 8-336-15,8-12-64 16,1 0 0-16,1 2-16 0,5-2-320 0,-3 4-64 16,0 1-16-16,3 2 0 15,2 2-160-15,-2-1 0 0,-2 3 0 0,2 1 128 16,0 1-128-16,1 4 0 0,-3 2 0 0,0 0 0 15,1 1 0-15,1 2 0 0,2 4 0 0,3-1 0 0,0 1 0 0,6-4 0 0,-3-3-144 16,4 1 144-16,0-3 0 0,5-2 0 0,3 1 0 0,6-3 0 16,1 1 0-16,3-2 0 0,4-2 0 0,3 1 0 15,5 1 0-15,0-5 0 0,1-7 0 0,-3-3 0 16,-3-4 0-16,-1 1 0 0,-2-2 128 0,1 3-128 16,1 3 0-16,1 4 0 0,0-2 0 0,0 7 0 15,2 4 0-15,1 1 0 0,1 0 0 0,-1 1 0 16,1 1 0-16,-2 0 0 0,-2-1 0 0,2 3 0 15,1 1 0-15,4 0 0 0,3 0 0 0,2 5 0 16,2 5 0-16,0 0 0 0,-2-1 0 0,-4-2 0 0,-1 1 0 0,-5-5 0 16,-4-1-128-16,-1 2 128 0,-2-3 0 0,-1 1 0 15,-1-4 0-15,1 1 0 0,-1 3 0 0,2-2 0 16,-1 0 0-16,-1 0 0 16,0-4 0-16,1-1 144 0,-2-1-16 0,1-1 0 15,-1-3-128-15,-1 0 0 0,3 0 0 0,-1 3-176 16,4 2 176-16,2 4 0 0,-1 1 0 0,4 3 0 15,1 4 0-15,1 3 0 0,-1 0 0 0,1 0 0 16,0-1 0-16,-3-1 0 0,0-1 0 0,-3-2 0 16,-1-2 0-16,0 1 0 0,1-1 0 0,2-1 0 0,0 0 0 0,4-2 0 15,1-2 128-15,2-1-128 0,2-4 0 0,1-3 0 16,-2-5 0-16,-1-4-128 0,-1-2 128 0,0 1 0 16,5 1 128-16,2 2-128 0,4 0 176 0,0 2-48 15,0 4 0-15,-1-3 0 16,-3-4-128-16,-3-1 0 0,-3-1 0 0,0 0-176 0,-2 0 176 15,1 1 0-15,-3 1 0 0,2 1 0 0,2 5 0 0,-2-1 0 0,2-2 0 0,-2 0 0 16,1 0 0-16,-1-2 0 0,0-3 0 0,0 1 0 16,1 1 0-16,-1-1 0 0,2-1 0 0,1 4 0 15,2-1 0-15,1 0 0 0,-3-3 0 0,3 0 128 16,-1-5-128-16,-5-1 0 0,-3 6 128 0,0 2-128 16,0-1 128-16,-2 2-128 0,-2 1 160 0,1 2-160 15,-4 3 128-15,2-1-128 0,1 3 0 0,0 1 144 0,-2 0-144 0,-1-1 0 31,0 3 0-31,-2-1 0 0,1 0-144 0,-4 1 144 0,0-3 0 0,0 3 0 16,0-1 0-16,0 0 0 16,-2 2 0-16,-6-1 0 0,1-3 0 0,6 1 0 15,2-2 0-15,3-2 0 0,1-1 0 0,2-1 0 16,1 1 0-16,-3 1 0 0,-1-3 0 0,-1 2 0 16,1 1 0-16,-1 0 0 0,1 0 0 0,-3 6 0 0,-1-1 0 0,0 0 0 15,2 2 0-15,-2 0 0 16,0 0 0-16,-1 2 0 0,-1-2 0 0,0 2 0 15,-1-2 0-15,0 1 0 0,-2 1 0 0,0-2 0 16,-3 0 0-16,11 0 0 0,-6 0 0 0,-4 0 0 0,-1-2 0 0,-4-1 0 0,-1 0 0 0,-3-1 0 16,1-1 0-16,2 2 0 0,0 0 0 0,3-1 0 15,-1 1 0-15,5 1 0 0,-4-1 0 0,1 1 0 16,3 0 0-16,1-1 0 0,-2-2 0 0,-1 0 0 16,-2 0 0-16,0 0 0 15,-5 0 0-15,1 0 0 0,-1 0 0 0,0 1 0 0,-2-1 0 0,-1 0 0 16,-1-2 0-16,-1-1 0 0,-3-2 0 0,1 2 0 15,2-1 0-15,0 2 0 0,-2 1 0 0,0 2 0 16,0 1 0-16,4 3 144 0,-2 0-144 0,1 2 0 0,1 1 0 0,-1 0 0 16,-1 2 0-16,2-1 0 0,-1-1 0 0,3 2 0 31,2 0 0-31,-1 0 0 0,-2 0 0 0,-1 0 128 0,-2-1-128 0,0-1 0 16,1-3 0-16,1 0 0 0,-1 0 0 0,4 0 0 0,5 0 0 0,0 2 0 0,0-1 0 0,0-1 0 15,0-1 0-15,0 1 0 16,-2-2 0-16,1-1 0 0,-3-4 0 0,3 0 0 0,-5 2 0 15,-2-1 0-15,-2-3 0 0,-2 1 0 0,2 1 0 0,-2 0 192 16,0-1-192-16,1-1 192 16,-1 1-192-16,2 1 128 0,-4-1-128 0,-1 3 128 0,-2 1-128 15,0 3 128 1,-1-3-128-16,-3 3 128 0,-11 1-128 0,14-4 0 0,-2-1 144 0,-12 5-144 16,0 0 0-16,10-6 144 0,-2-5-144 0,-3-2 0 15,-1 0 128-15,-1-4-128 0,-1-5 0 0,-1-3 0 0,-1-4 0 0,-1 2 0 16,-1 0 0-16,2 2 0 15,0-2-1792-15,2 3-320 0,1 3-64 0</inkml:trace>
    <inkml:trace contextRef="#ctx0" brushRef="#br0" timeOffset="20017.3584">-1974 160 1839 0,'0'0'160'0,"0"0"-160"0,0 0 0 0,0 0 0 16,0 0 576-16,0 0 96 0,0 0 16 0,0 0 0 15,0 0-560-15,0 0-128 0,0 0 0 0,0 0 0 0,0 0 0 0,0 0 0 0,0 0 0 0,12-5 0 16,-12 5 0-16,12-7 0 15,-12 7 0-15,10-5 128 0,-10 5 496 0,0 0 80 0,10-9 32 16,-10 9 0 0,0 0 352-16,0 0 80 0,0 0 16 0,0 0 0 15,0 0-96-15,0 0 0 0,0 0-16 0,0 0 0 0,0 0-592 0,0 0-112 16,-2 14-32-16,-1 1 0 0,-1 5-80 16,-1-1 0-16,0-2-16 0,2 3 0 0,0 3 240 0,1 1 48 0,2-2 16 0,0-2 0 15,0-2-256-15,2-1-48 16,3 2-16-16,0-4 0 0,1-2-224 0,3-1 0 15,-1 0 128-15,2 0-128 0,2-4 0 0,-2 1 144 16,2-4-144-16,0 0 128 0,-2 1-128 0,-10-6 160 16,13 4-160-16,-13-4 160 0,15 1-16 0,-15-1 0 0,0 0 0 0,0 0 0 0,0 0 0 15,0 0 0 1,0 0 0-16,0 0 0 0,0 0-144 0,0 0 160 16,0 0-160-16,0 0 160 0,0 0-160 0,9 5 0 0,-9-5 0 0,8 6 0 15,-8-6 0-15,9 6 0 16,-3 1-176-16,3 3 176 0,-9-10 0 0,10 12 0 15,-10-12 0-15,8 10 0 0,2-2 0 0,-1 1 0 0,-9-9 0 16,12 13 0-16,-2 1 0 0,-2-1 0 16,-8-13 0-16,9 17 0 0,-9-17 0 0,6 17-128 15,-1-2 128-15,-5-15 0 0,2 17 0 0,0 1 0 16,-2 1 0-16,-2 3-128 0,0 1 128 0,1 2 0 0,-3 2 0 16,1 5-128-16,0 4 128 0,-1 4 0 15,2 2 0-15,1-3 0 0,-1-4 0 0,4 2 0 0,-1 2 0 0,3-5-128 0,-2-8 128 0,1 3 0 16,2 0 0-16,2-1 0 0,-1-3 0 0,1 1 0 15,-2-1 0-15,2-1 0 16,-2 2 0-16,2 3 0 0,-2 0 0 16,0 3 0-16,0 1 0 0,0 1 0 0,0 6 0 0,-2 1 0 0,1-3 0 0,-3-1-128 15,-2 0 128-15,-1-1 0 0,0-3 0 0,1-2 0 32,-4-4 0-32,0 0-128 0,-2-2 128 0,0 3 0 0,0 3 0 0,-1-3 0 15,-2-1 0-15,3 5 0 0,0 3 0 0,2 4 0 0,0 3 0 0,2 4 0 16,1 6 0-16,2-3 0 0,-1-4 0 0,1-5-128 15,3-1 128-15,0-5 0 0,2-6 0 0,0-1 0 16,0-3 0-16,2-1 0 0,-2-2 0 0,0 0-128 0,-1 1 128 0,-1-1 0 16,-1-1 0-16,-1-2 0 0,-1 1 0 0,0 4 0 15,-1 3 0-15,1 0-128 0,0 6 128 0,-2 5 0 16,-3 5 0-16,0 4 0 0,-2 4 0 0,0-1 0 16,1 0 0-16,-3-4 0 0,-1 1 0 0,0-4 0 15,-2-5 0-15,1 2 0 0,0-1 0 0,1 4 0 0,0 0 0 0,2 2 0 16,1 0 0-16,0 5 128 0,2 1-128 0,2-1 0 15,1-9 0-15,2-6 0 16,0-4 0-16,2-4 0 0,0-5 0 0,-1 1 0 16,1-2 0-16,0-1 0 0,1-2 0 0,0 0 0 0,1-1 0 0,1 1 0 15,-2 2 0-15,1-2 0 0,-1-1 0 0,0 3-128 16,1 3 128-16,-3 0 0 0,-1-2 0 0,0 7 0 16,0 3 0-16,-1 4 0 0,-3 1 0 0,1 7 0 15,0 7 0-15,-1 0 0 0,-1 1 0 0,2-6 0 0,1-4 0 0,2-1 0 31,0 0 0-31,2-6 0 0,1-1 0 0,2 0 0 0,2 2 0 0,0-4 0 16,1-5 0-16,-1 7 0 0,3 5 0 0,0 6 0 16,-2 0 0-16,2 6 0 0,2 2 0 0,-3-3 0 15,-1-2 0-15,-1-2 0 0,-2-4 0 0,-2-3 0 16,-3-3 0-16,-1-1 0 0,-1-2 0 0,-3-1 0 16,0-3 0-16,-2 1 0 0,-1-1 0 0,-1 7 0 15,2 5 0-15,-1 1 128 16,0 5-128-16,1 6 0 0,2 6 0 0,2-5 128 0,-1-3-128 0,4-2 192 0,2-3-64 0,1-4 0 15,2-4 272-15,2-4 64 0,1-4 16 0,2 2 0 16,4 1-48-16,-2-4-16 0,-2-2 0 0,2 4 0 16,-2 2-176-16,0 3-48 0,-2 1 0 0,-1 2 0 15,0 4-192-15,-4 3 176 0,-5-4-176 0,-3 0 160 0,-3-1-160 0,-2-2 0 16,-2-2 144-16,-1-3-144 0,-4-1 0 0,0-4 144 16,0-2-144-16,2 0 0 0,1-1 128 0,3 1-128 15,1-2 0-15,1 3 0 0,2-1 144 0,4 2-144 31,3 1 0-31,3 4 144 0,2 4 128 0,4 2 32 0,3 3 0 0,1-1 0 16,1 1-32-16,2-6 0 0,3-1 0 0,-1-3 0 16,-1-4-128-16,2 0-16 0,-1-1-128 0,-1-3 192 0,-3-1-192 0,-3-2 128 15,-4-1-128-15,-2 1 0 0,-2 0 128 0,-3-1-128 16,-1-1 0-16,-4-1 0 0,-2-2 0 0,-1 5 0 0,-6 2 0 16,-3 2 0-1,2 1 128-15,2 4-128 0,1 2 0 0,2 5 144 0,0 4-144 0,3 2 0 16,0-1 0-16,4-1 0 15,1-3 0-15,4-3 0 0,3-4 0 0,0-1 0 0,0-4 0 0,2-3 0 16,1-4 0-16,2 2 0 0,2-1 0 0,0-1 0 16,-2-2 144-16,0-1-144 0,-2 0 176 0,-1 0-48 15,-3 0 0-15,-1 0 0 0,-3-15-128 0,-3 22 0 0,-2 7 144 0,-1 1-144 16,-2 0 0-16,1 1 0 0,-1-1 0 0,1 2 0 16,-1 2 0-16,3-1 128 0,1-3-128 0,1-1 0 15,1-2 0-15,1-3 0 16,-1-3 0-16,2 1 0 0,0-3 0 0,2-2 144 15,1-1-144-15,2-2 0 0,-2-1 304 0,4-1-48 16,0 2-16-16,1-3 0 0,2 1 48 0,-1 3 16 0,-1-1 0 0,-1-1 0 16,-2 1-304-16,-2-1 128 0,-3-13-128 0,2 17 0 0,-2 0 128 15,-2-2-128-15,2-15 0 0,0 20 0 16,-1 0 0-16,-3-3 0 0,-1 0 128 0,0 0-128 0,0-2 0 0,-2-2 0 16,1-1 0-16,6-12 0 0,-7 10 224 0,7-10-64 31,0 0-16-31,-2 14 0 0,2-14 224 0,0 13 32 0,0-13 16 15,0 0 0-15,0 0-16 0,7 14 0 16,-7-14 0-16,8 13 0 0,-1-1-144 0,-7-12-48 0,7 13 0 0,-7-13 0 16,5 14-208-16,-5-14 176 0,3 15-176 0,-1 0 160 15,-2 0-160-15,-2 2 0 0,-1 0 0 0,0 1 0 16,-1-2 0-16,3 0 0 0,-1-1 128 0,0 2-128 0,0-3 0 0,1-2 128 16,-3-2-128-16,1 0 128 15,-2-2-128-15,5-8 0 0,-3 10 144 0,-1 2-144 16,1-2 128-16,3-10-128 0,0 12 160 0,0-2-160 15,0-10 0-15,5 12 0 0,0 3 0 0,-2 0-11152 16,1 0-2336-16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4:02.71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DBAC84D-9A4B-462E-9E19-D0AAD7228B27}" emma:medium="tactile" emma:mode="ink">
          <msink:context xmlns:msink="http://schemas.microsoft.com/ink/2010/main" type="writingRegion" rotatedBoundingBox="14395,8607 15089,8607 15089,9048 14395,9048"/>
        </emma:interpretation>
      </emma:emma>
    </inkml:annotationXML>
    <inkml:traceGroup>
      <inkml:annotationXML>
        <emma:emma xmlns:emma="http://www.w3.org/2003/04/emma" version="1.0">
          <emma:interpretation id="{D5D77E68-075D-4CFA-8DA3-94AEBB54C5EB}" emma:medium="tactile" emma:mode="ink">
            <msink:context xmlns:msink="http://schemas.microsoft.com/ink/2010/main" type="paragraph" rotatedBoundingBox="14395,8607 15089,8607 15089,9048 14395,90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3B77010-4137-489E-8C0B-3592BAC26824}" emma:medium="tactile" emma:mode="ink">
              <msink:context xmlns:msink="http://schemas.microsoft.com/ink/2010/main" type="line" rotatedBoundingBox="14395,8607 15089,8607 15089,9048 14395,9048"/>
            </emma:interpretation>
          </emma:emma>
        </inkml:annotationXML>
        <inkml:traceGroup>
          <inkml:annotationXML>
            <emma:emma xmlns:emma="http://www.w3.org/2003/04/emma" version="1.0">
              <emma:interpretation id="{C6A4A5A5-D28B-43F4-9CA9-91260EF938B1}" emma:medium="tactile" emma:mode="ink">
                <msink:context xmlns:msink="http://schemas.microsoft.com/ink/2010/main" type="inkWord" rotatedBoundingBox="14395,8607 15089,8607 15089,9048 14395,904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260 47 2751 0,'0'0'128'0,"-6"-5"16"0,-3 0-144 0,4 0 0 15,2-2 0-15,3 7 0 0,0 0 2224 0,-2-8 400 0,-1 1 96 0,3 7 16 16,0 0-1936-16,0 0-384 15,-2-9-80-15,2 9-16 0,0 0 320 0,0 0 48 0,0 0 16 0,0 0 0 16,0 0-224-16,0 0-32 16,0 0-16-16,0 0 0 0,-8-1-160 0,-2 1-16 0,-2 3-16 0,-2 2 0 15,1 0 32-15,-2 2 16 16,-2 1 0-16,2 1 0 0,0 1 176 0,-1 0 48 0,1 0 0 0,2 2 0 16,1 0 96-16,0-1 32 0,2 1 0 0,2 0 0 15,1 1-192-15,0-1-48 0,2-2 0 0,2 0 0 0,1-1-112 0,1 1-32 31,2 2 0-31,1-4 0 0,-2-8-112 0,3 10-16 0,1-1-128 0,1-1 192 0,0 2-64 0,0-1 0 16,0-1-128-16,0 0 192 0,2 1-192 0,-1-1 0 16,-6-8 0-16,9 7 0 0,-1 0 192 0,-8-7-48 15,10 5-16-15,-1-2 0 0,-9-3-128 0,11 3 0 16,0-1 0-16,-1 1 0 0,-10-3 0 0,11 0 0 16,1-1 0-16,0-3 0 0,-2 1 0 0,0-2 0 15,0 2 0-15,-1-4 128 0,-3-1-128 0,1-3 0 0,0 0 0 0,0-1 0 16,1-2 0-16,-1 1 0 15,-1 1 0-15,0 0 0 0,-3 1 0 0,0-1 0 0,1 2 0 0,-1 1 0 32,-1 3 0-32,-2 6 0 0,0 0 0 0,0 0 0 15,0 0 192-15,0 0 128 0,0 0 0 0,0 0 16 0,0 0 64 0,0 0 16 16,0 0 0-16,0 0 0 0,0 0-416 0,0 0 0 16,0 0 0-16,10 3 0 0,2 0 0 0,-1 2 0 15,-1-3 0-15,2 3 0 0,0 2 0 0,0 1 0 16,-2 1 0-16,0-1 0 0,0 0 0 0,2 3 0 15,0 0 0-15,-1-1 0 0,1 2 0 0,0-2 0 16,-2 2 0-16,5 5 0 16,-1-4-1584-16,-4 1-288 0,-2-2-64 0</inkml:trace>
          <inkml:trace contextRef="#ctx0" brushRef="#br0" timeOffset="237.2622">632 225 1839 0,'0'0'0'0,"0"0"160"0,-3-6-160 0,3 6 0 0,0 0 0 0,0 0 0 16,0 0 4560-16,0 0 880 0,0 0 192 0,0 0 16 16,0 0-3680-16,0 0-752 0,0 0-128 0,-5 8-48 15,1 0-416-15,3 2-96 0,1 1-16 0,1 2 0 0,3 2-384 0,1 2-128 0,0 0 0 0,3 0 0 31,1 3 0-31,1 2 0 0,2 0 0 0,-1-1-8192 16,-1 0-1712-16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5:52.68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A384B049-9ABB-44AA-BB67-E060EB27EB08}" emma:medium="tactile" emma:mode="ink">
          <msink:context xmlns:msink="http://schemas.microsoft.com/ink/2010/main" type="writingRegion" rotatedBoundingBox="12942,9060 13928,9222 13849,9705 12862,9543"/>
        </emma:interpretation>
      </emma:emma>
    </inkml:annotationXML>
    <inkml:traceGroup>
      <inkml:annotationXML>
        <emma:emma xmlns:emma="http://www.w3.org/2003/04/emma" version="1.0">
          <emma:interpretation id="{1947C469-427C-4370-A7C4-3B3D7138E03B}" emma:medium="tactile" emma:mode="ink">
            <msink:context xmlns:msink="http://schemas.microsoft.com/ink/2010/main" type="paragraph" rotatedBoundingBox="12942,9060 13928,9222 13849,9705 12862,95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C614C56-1691-4ED6-8427-F11FF4BC4489}" emma:medium="tactile" emma:mode="ink">
              <msink:context xmlns:msink="http://schemas.microsoft.com/ink/2010/main" type="line" rotatedBoundingBox="12942,9060 13928,9222 13849,9705 12862,9543"/>
            </emma:interpretation>
          </emma:emma>
        </inkml:annotationXML>
        <inkml:traceGroup>
          <inkml:annotationXML>
            <emma:emma xmlns:emma="http://www.w3.org/2003/04/emma" version="1.0">
              <emma:interpretation id="{E04FB7AB-5169-4691-AEE2-CFBB1B1C81C5}" emma:medium="tactile" emma:mode="ink">
                <msink:context xmlns:msink="http://schemas.microsoft.com/ink/2010/main" type="inkWord" rotatedBoundingBox="12927,9149 13330,9216 13274,9555 12871,948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5415 2154 11455 0,'0'0'512'0,"0"0"96"0,0 0-480 0,0 0-128 0,0 0 0 0,14-2 0 15,-14 2 880-15,0 0 144 0,13 0 48 0,-13 0 0 0,0 0-272 0,0 0-48 16,0 0-16-16,0 0 0 0,0 0-96 0,0 0-32 15,0 0 0-15,12 7 0 16,-12-7-288-16,0 0-64 0,0 0-16 0,0 0 0 0,0 0 144 0,0 0 16 16,0 0 16-16,0 0 0 0,14 9-128 0,-3-3-32 15,-11-6 0-15,16 7 0 0,-3-2-80 0,0 0-32 16,3 0 0-16,-1 0 0 0,2-1-144 0,-2 1 0 16,-2 1 144-16,1 1-144 0,1 1 0 0,-2 4 0 15,-3-2 0-15,2 4 0 16,0-1-1104-16,-2 2-304 0,0 9-48 0,-3-6-16 0</inkml:trace>
          <inkml:trace contextRef="#ctx0" brushRef="#br0" timeOffset="-767.001">5622 2092 10991 0,'0'0'480'0,"0"0"112"0,0 0-464 0,0 0-128 0,0 0 0 0,0 0 0 0,0 0 1392 0,0 0 256 16,0 0 48-16,0 0 16 0,0 0-304 0,0 0-64 15,0 0-16-15,0 0 0 0,-5 13-432 0,0-1-64 16,-1 0-32-16,1 0 0 0,5-12-608 0,-7 15-192 16,0 2 128-16,2-2-128 0,-2-2 0 0,1 2 0 15,-1 0 0-15,2 1 0 0,0 2 0 0,0-3 0 0,0-3 0 0,-2 1 0 16,2 4 0-16,-4-3 0 16,-1-6 128-16,2 2-128 15,1 0-336-15,7-10-128 0,-10 7-32 0,10-7-10176 0</inkml:trace>
          <inkml:trace contextRef="#ctx0" brushRef="#br0" timeOffset="-1518.3916">5368 2003 3679 0,'0'0'320'0,"0"0"-320"0,0 0 0 0,0 0 0 15,0 0 1264-15,0 0 176 0,0 0 32 0,0 0 16 16,0 0-528-16,0 0-96 0,0 0-32 0,0 0 0 31,0 0 448-31,0 0 64 0,0 0 32 0,0 0 0 16,0 0-480-16,0 0-112 0,-3 16-16 0,-2-2 0 15,5-14-224-15,-7 13-48 0,0 1-16 0,2-1 0 0,0 1-176 0,0 3-48 16,0-1 0-16,0 1 0 0,0 0-128 0,2 2-128 0,1 1 192 0,2-2-192 16,2 1 0-16,1-1 0 15,2-1 0-15,2-2 0 0,1 2 0 0,4-3 0 0,2-4 128 0,1-2-128 16,2 2 0-16,-1-1 160 0,3-1-160 0,-1-3 128 16,-1 0-128-16,2-2 0 0,1-1 0 0,-2-2-10208 15</inkml:trace>
        </inkml:traceGroup>
        <inkml:traceGroup>
          <inkml:annotationXML>
            <emma:emma xmlns:emma="http://www.w3.org/2003/04/emma" version="1.0">
              <emma:interpretation id="{19F9ECE1-90B2-4E11-B5BA-7467C08732AA}" emma:medium="tactile" emma:mode="ink">
                <msink:context xmlns:msink="http://schemas.microsoft.com/ink/2010/main" type="inkWord" rotatedBoundingBox="13446,9143 13928,9222 13849,9705 13367,9626"/>
              </emma:interpretation>
              <emma:one-of disjunction-type="recognition" id="oneOf1">
                <emma:interpretation id="interp1" emma:lang="" emma:confidence="0">
                  <emma:literal>in)</emma:literal>
                </emma:interpretation>
                <emma:interpretation id="interp2" emma:lang="" emma:confidence="0">
                  <emma:literal>in</emma:literal>
                </emma:interpretation>
                <emma:interpretation id="interp3" emma:lang="" emma:confidence="0">
                  <emma:literal>In)</emma:literal>
                </emma:interpretation>
                <emma:interpretation id="interp4" emma:lang="" emma:confidence="0">
                  <emma:literal>(n)</emma:literal>
                </emma:interpretation>
                <emma:interpretation id="interp5" emma:lang="" emma:confidence="0">
                  <emma:literal>an)</emma:literal>
                </emma:interpretation>
              </emma:one-of>
            </emma:emma>
          </inkml:annotationXML>
          <inkml:trace contextRef="#ctx0" brushRef="#br0" timeOffset="532.558">5828 2213 3679 0,'0'0'160'0,"0"0"32"0,0 0-192 0,0 0 0 15,0 0 0-15,0 0 0 0,0 0 2880 0,0 0 512 16,0 0 128-16,0 0 0 0,0 0-2144 0,0 0-432 16,-2 13-96-16,2-13-16 0,0 0-144 0,-3 16-48 0,-1-3 0 0,1 0 0 15,0 1-192-15,1-1-32 0,2-13-16 0,0 16 0 0,0-1-256 0,0 0-144 16,0-3 160-16,3-1-160 0,1 1 128 0,1 0-128 15,-5-12 0-15,6 13 0 16,3-3 0-16,-3-1 0 0,-6-9 0 0,11 8-10368 16</inkml:trace>
          <inkml:trace contextRef="#ctx0" brushRef="#br0" timeOffset="1251.1625">5917 2307 12255 0,'0'0'544'0,"0"0"112"0,0 0-528 0,0 0-128 0,0 0 0 0,0 0 0 15,0 0 1472-15,0 0 272 0,0 0 48 0,0 0 16 0,0 0-976 0,0 0-192 16,0 0-32-16,13 0-16 0,-13 0-592 0,15 4 0 0,-15-4 0 0,14 6 0 16,-14-6 0-16,12 10 0 15,-12-10 0-15,10 9 0 0,-10-9 0 0,0 0 0 16,7 10 0-16,-7-10 0 0,0 0 0 0,1 13 256 0,-1-13-48 0,-1 12 0 16,1-12 176-16,0 0 16 0,-7 10 16 0,7-10 0 31,-9 9-32-31,9-9-16 0,0 0 0 0,0 0 0 0,0 0-144 0,0 0-32 15,0 0 0-15,0 0 0 0,0 0 176 0,0 0 16 16,0 0 16-16,0 0 0 16,0 0-144-16,0 0-48 0,5-14 0 0,-5 14 0 0,4-13-208 0,1 3 0 15,-2-4 0-15,-3 14 0 16,5-13 0-16,0 3 0 0,-1-1 128 0,-4 11-128 16,1-11 0-16,-1 2 0 0,0 9 0 0,0-10 0 0,0 0 0 0,0 10 0 15,-1-10 0-15,1 10 0 0,0 0 0 0,0-10 0 16,0 10 0-16,0 0 0 0,0 0 0 0,0 0 0 0,0 0 128 0,0 0-128 15,0 0 0-15,0 0 0 0,0 0 0 0,8-7 0 16,-8 7 0-16,0 0 0 16,0 0 0-16,15 2 0 0,-15-2 0 0,0 0 0 0,14 7 0 0,-14-7 0 15,13 13 0-15,-3 0 0 0,-1-1-128 0,-3 0 128 0,1 2 0 0,-2-1 0 16,0 0 0-16,0-1 0 16,-5-12 0-16,5 14 0 0,-1-3 0 0,-4-11 0 15,1 12 0-15,-1-12 0 16,0 12 0-16,0-12 0 15,0 12-2208-15,0-12-336 0</inkml:trace>
          <inkml:trace contextRef="#ctx0" brushRef="#br0" timeOffset="1648.9789">6077 2028 3679 0,'0'0'320'0,"0"0"-320"16,0 0 0-16,0 0 0 0,0 0 2464 0,0 0 416 16,0 0 96-16,0 0 16 0,0 0-1360 0,10 10-272 15,-10-10-48-15,13 10-16 0,-13-10-496 0,14 15-96 16,-3 2-32-16,1 2 0 0,0-1 0 0,0 2 0 0,-2 2 0 0,0 2 0 16,2 1-480-16,-2 2-192 0,0 1 176 0,0 3-176 0,-2-3 0 0,1-1 0 31,-1 0 0-31,-1-3 0 0,-2-2 0 0,0 1 0 0,-2-3 0 0,1-1 0 0,-4-1 128 15,-4-1-128-15,-1 0 0 0,-6 0-10736 16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35.50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7D41629F-D129-4C0F-B9BB-B4A392DE1EF8}" emma:medium="tactile" emma:mode="ink">
          <msink:context xmlns:msink="http://schemas.microsoft.com/ink/2010/main" type="inkDrawing" rotatedBoundingBox="1898,15076 6110,3413 14608,6482 10396,18145" semanticType="callout" shapeName="Other">
            <msink:sourceLink direction="with" ref="{EFB1BE35-B7CF-4123-A441-2BCF6B89C07D}"/>
            <msink:sourceLink direction="with" ref="{9176F902-FC00-4777-9119-D5170E24684D}"/>
          </msink:context>
        </emma:interpretation>
      </emma:emma>
    </inkml:annotationXML>
    <inkml:trace contextRef="#ctx0" brushRef="#br0">-10829-68 4607 0,'15'5'400'0,"4"-3"-400"15,-1-2 0-15,2 0 0 16,0-2 608-16,4 0 32 0,0-1 16 0,1 0 0 16,0-1-64-16,0 3-16 0,2 4 0 0,2-3 0 0,-1-3-272 15,3 3-64-15,-1 3-16 0,4 0 0 0,1-1-96 0,2 1-128 16,3 2 176-16,2-1-176 0,0-4 128 0,2 0-128 0,0 1 0 15,0-1 0-15,1-5 384 0,4 2-16 0,5-2-16 0,3 0 0 16,4-2 288-16,8-1 48 16,10-1 16-16,0 1 0 0,1 0-224 0,-2-1-32 15,-2-3-16-15,1 4 0 0,-1 0-160 0,3 2-16 0,3 3-16 0,1 1 0 0,-1-1-240 16,-6 0 0 0,-7-2 128-16,-4 1-128 0,1 3 0 0,-2 1 0 0,-4 3 128 15,3 2-128-15,-1-2 0 0,2 1 0 0,0-3 0 0,0-2 0 16,-2-3 0-16,-3 1 0 0,-4-2 0 0,3 0 0 0,-1 2 0 0,2 1 0 15,0 2 0-15,6 0 0 0,6 2 0 0,1-2 0 16,2-4 0-16,-1 1 0 16,-6-1 0-16,-1 3 0 0,-1-1 0 0,1 5 0 0,-4 2 0 0,2 4 0 15,2-2 0-15,-4-1 0 0,-2-2 0 0,-2-1 0 16,-3-3 0-16,-4 0 0 0,-6 0 0 0,-1 2 0 16,0-1 0-16,-2 3 0 0,0-2 0 0,-2 1 0 0,-1 0 0 0,0 1 0 15,-1-3 240-15,4 1 96 0,4 0 32 0,-1-2 0 16,2-4 416-16,4 1 96 0,-1-2 16 0,-1 0 0 15,-4-2-320-15,6 0-48 0,1 2-16 0,2 2 0 32,0 0-320-32,3 3-64 0,0 3 0 0,2 0-128 0,2 1 0 0,-3-3 0 15,1-1 0-15,-5 0 0 0,-3 0 128 0,-6 2-128 0,-5 0 0 0,-1 1 0 16,-2 2 0-16,-3 2 0 0,-4-2 0 0,-3 0 0 31,-3 0 0-31,-3-2 0 0,0 1 0 0,1-1 0 16,-4-1 0-16,4-1 0 0,1 1 0 0,8-2 0 0,4 0 208 15,7 2-64-15,4 1-16 0,2-3 0 0,3-3 256 0,-1-1 64 16,1 3 0-16,-1-1 0 0,-1 0-240 0,-2 4-32 16,0 1-16-16,-5 1 0 0,-1-1-160 0,-1-1 0 15,2-2 0-15,-1 2 0 0,-1 1 0 0,0 0 0 0,-1-3 0 16,1 0 0-16,2 0 0 0,-1 2 0 0,-4-2 0 0,3 3 0 16,-1 4 0-16,0 0 0 0,-2-2 0 0,0-2 0 15,0-1 0-15,0 1 0 0,0-1 0 0,1 0 0 16,3-2 0-16,1 1 0 0,-2 3 0 0,2-4 0 0,0-2 0 15,-1 2 160-15,-3 0-160 0,-1-2 160 0,-3-1-160 16,1 1 0-16,-1 4 0 0,0-2-176 0,-1-2 176 0,-2 4 0 16,-6 0 160-16,2 1-160 0,0 0 0 0,0-3 0 15,-2-1 0-15,-1 4 0 0,-1 4 0 0,1-4 0 16,-1-6 0-16,-1 3-160 0,0 3 160 0,0 0 0 16,-2 1 0-16,2-1 0 0,-2-3 128 0,5 2-128 15,4 1 160-15,-1 2-160 0,3 0 0 0,-3 2 0 16,3 0 0-16,-1 0 0 0,-1 1 0 0,3 2-160 0,1 0 160 15,1 2-192 1,-1 0 192-16,1-1 0 0,-2 1 0 0,0-2 0 16,-2-1 0-16,2-1 0 0,4-1 0 0,-3-2 0 0,1-3 0 0,1-4 0 15,1-3 0-15,1-2 0 0,3-1 0 0,-3-4 0 0,-2 0 0 16,-1 2 0-16,-2 0 0 0,0 2 0 16,-2 1 0-16,1 0-128 0,0 2 128 0,-4 0 0 0,-1 0 0 0,-3 2 0 31,-1-1 0-31,-3 4 0 0,-3-1 0 0,0-1 0 0,-5-3 176 0,-11 5-48 15,12-4 0-15,-12 4 0 0,0 0-128 0,14-5 0 0,-14 5 0 0,13-5 0 0,-13 5 0 0,12-5 0 32,-12 5 0-32,15-3 0 0,0 1 0 0,0 2 0 0,0 2 0 0,1 1 128 15,-1 1-128-15,0 1 0 0,-2 0 0 0</inkml:trace>
    <inkml:trace contextRef="#ctx0" brushRef="#br0" timeOffset="35582.0836">-10863 1080 6959 0,'0'0'304'0,"0"0"80"0,0 0-384 0,0 0 0 0,0 0 0 0,0 0 0 0,0 0 432 0,0 0 16 31,0 0 0-31,0 0 0 0,0 0-448 0,0 0 0 0,0 0 0 0,0 0 0 16,0 0 0-16,0 0 0 0,0 0 0 0,0 0 0 0,0 0 0 0,0 0 0 15,0 0-144-15,0 0 144 16,0 0 0-16,15 1 0 0,-15-1 0 0,16-1 0 0,-5-1 192 0,-11 2-16 16,12-8 0-16,0 3 0 15,-12 5 496-15,15-5 96 0,-2-1 32 0,-13 6 0 0,12-3-80 0,-12 3-16 0,15-5 0 16,-1 2 0-16,-14 3-288 0,15-4-64 0,-2-1-16 0,3 4 0 31,-1-1-96-31,-4 2-32 0,1 0 0 0,3 0 0 16,2-2-80-16,2 1-128 0,-1 1 176 0,2 0-176 15,2-2 128-15,4 2-128 0,-1 2 0 0,3-2 0 16,3 0 128-16,-1 1-128 0,0 1 0 0,1-4 0 0,-1-1 128 16,2 0-128-16,-2-1 0 0,-1-1 0 15,-2 0 384-15,0-2-16 0,-2-1-16 0,0 1 0 16,-1 2 32-16,-1 0 0 0,1 0 0 0,1 0 0 0,-2 2-256 0,3 1-128 15,-1 0 160-15,0 1-160 0,0-1 0 0,1 2 0 16,-3 0 0-16,2 3 0 0,1 1 128 0,-1-1-128 16,2 0 0-16,-2 1 0 0,0-3 176 0,1 1-176 15,-1-2 192-15,0 0-192 0,2 0 240 0,-2 2-64 16,-1-1-16-16,-1 1 0 0,1-4-160 0,-2 2 192 16,0 0-192-16,-1 0 192 0,3-1-192 0,-2-1 0 15,-4-1 144-15,3 1-144 0,0 0 0 0,0 1 128 16,-3-4-128-16,1 3 0 0,-1 0 192 0,1 1-48 15,-2-3 0-15,1 1 0 0,1 0 160 0,-1-1 16 0,-1 1 16 0,0 1 0 16,0 0-160-16,1 1-48 0,1-3 0 16,1 1 0-16,0-2-128 0,2 2 0 0,1-2 0 15,1 0 0-15,-2-4 0 0,-2 2 0 0,2 1 0 0,-2 1 0 16,0-2 0-16,-1 2 0 0,-2 0 128 0,-2 0-128 16,-4 0 0-16,0 0 0 0,-3 1 0 0,-8 4 0 0,8-3 0 0,-8 3 0 15,0 0 0-15,0 0 128 0,0 0-128 0,0 0 0 16,0 0 0-16,0 0 0 0,0 0 0 0,0 0 0 0,0 0 0 0,0 0-7168 31,0 0-1408-15</inkml:trace>
    <inkml:trace contextRef="#ctx0" brushRef="#br0" timeOffset="6526.8186">-10627 8204 6447 0,'0'0'272'0,"10"-9"80"0,-2 3-352 0,-8 6 0 0,12-3 0 0,-12 3 0 16,14 2 2976-16,-1 5 528 0,-1 5 96 0,-2 5 32 16,0 1-2304-16,0 8-464 0,0 5-96 0,0 10 0 0,0 6-576 0,-1 2-192 0,-3 1 144 0,1-3-144 15,-2-1 0-15,-1-4 0 0,-4-4 0 0,1 1 0 32,1 0 128-32,-2-4-128 0,0-1 192 0,0 3-64 15,0 5 32-15,0 3 0 0,-2 2 0 0,2 7 0 16,2 5-160-16,-2-2 0 0,0-8 0 0,3-4-176 15,-1-1 176-15,0-7 0 0,-1-3 160 0,1-4-160 0,0-1 496 0,1-4 0 16,-1-3 0-16,1-4 0 0,-1-2 16 0,-2-16 16 16,0 0 0-16,2 19 0 0,-2-4-192 0,0 0-32 0,-2 0-16 0,0 2 0 15,0 1 160-15,1 2 16 0,-1 1 16 0,2 2 0 16,0 1-320-16,2 1-160 0,1-1 160 16,1-1-160-1,1-1-816-15,3 3-256 0,5-1-48 0,1-6-7136 0,1-1-1440 0</inkml:trace>
    <inkml:trace contextRef="#ctx0" brushRef="#br0" timeOffset="6185.8096">-10834 7424 8287 0,'0'0'736'0,"-10"-10"-592"0,1 2-144 0,1-1 0 0,-1-1 2128 0,9 10 400 15,0 0 80-15,0 0 16 16,-11-5-1104-16,11 5-224 16,0 0-32-16,0 0-16 0,0 0-544 0,0 0-128 0,0 0 0 0,-2 17-16 15,2 3-432-15,3 0-128 0,2 2 0 0,2 3 0 16,2 6 0-16,2 2 0 0,-1 1-160 0,2 8 160 16,0 7-144-16,1 1 144 0,1-3 0 0,-1-3 0 0,1 0 0 0,-1-7 0 0,1-4 0 0,-1 1 0 15,-1-5-144-15,1 1 144 0,1 0 0 0,-4 1-144 16,-2-3 144-16,-1 2 0 0,-3-1 0 0,-1 7 0 15,0 6 0-15,2 7-128 0,0 6 128 0,2 2-128 16,0 1 128-16,1-3 0 16,1-6 0-16,4-4 0 0,-1-3 0 0,1-3 176 0,1-2-48 0,-1-5 0 31,2-2 496-31,1 2 80 0,-1 4 32 0,2-1 0 0,1 2-96 0,1 3-32 16,-1 4 0-16,1 1 0 0,-1 1-176 0,-3-4-48 15,-1-5 0-15,-6-5 0 0,0-4-96 0,-1 1-32 0,-2-4 0 0,0 1 0 16,0-8-256-16,0-1 160 0,0-2-160 0,-1 0 128 15,-2-5-128-15,-1 2 128 16,-1 0-128-16,0-12 128 0,-1 13-128 0,1-13 0 16,-6 14 144-16,0-4-144 0,6-10 272 0,-9 8-16 15,1-1 0-15,8-7 0 0,-14 6 144 0,14-6 32 16,-10 3 0-16,2-5 0 0,0-1-224 0,8 3-32 0,-6-11-16 0,6 1 0 16,2 0-160-16,3 0 0 0,2-2 0 0,0 0 0 15,-1-1-592-15,1-2-112 0,-2-4 0 16,0-3-16-16,0-5-336 0,0-6-64 0,0-4-16 15,-3-14-7696-15,-7-11-1536 0</inkml:trace>
    <inkml:trace contextRef="#ctx0" brushRef="#br0" timeOffset="20423.7867">-8701-102 1839 0,'0'0'160'0,"0"0"-160"0,0 0 0 0,0 0 0 15,0 0 896-15,0 0 160 0,0 0 32 0,0 0 0 0,0 0-256 0,0 0-64 16,0 0 0-16,0 0 0 16,0 0-320-16,0 0-64 0,0 0 0 0,0 0-16 15,0 0 192-15,0 0 32 0,0 0 16 0,0 0 0 16,0 0-208-16,0 0-32 0,0 0-16 0,0 0 0 15,0 0-160-15,-5 12-16 0,5-12-16 0,0 0 0 0,0 0 240 0,-7 14 48 16,1-1 16-16,-1-3 0 0,7-10 240 0,-7 10 32 16,7-10 16-16,-6 10 0 0,6-10-16 0,0 0 0 15,0 0 0-15,-4 15 0 0,4-15-288 0,2 16-64 0,-2-16-16 0,5 13 0 16,-5-13-112-16,8 12-32 0,-8-12 0 0,10 12 0 0,-10-12-96 0,14 11 0 31,-14-11-128-31,13 12 192 0,-1-2 0 0,-12-10 0 16,12 10 0-16,-4 0 0 0,-8-10 160 0,9 15 32 0,-4-1 0 15,0-1 0-15,-2 3-32 0,-1-1 0 0,-2 0 0 0,0 2 0 16,-2 3-80-16,1-2-16 0,1 1 0 0,0-1 0 16,-2 2-96-16,2-1-32 0,2-4 0 0,1 2 0 0,-1-4-128 15,1-1 0-15,2 0 0 0,2 1 0 16,-2-2 0-16,0-1 192 0,2 0-192 0,-1-2 192 0,-6-8-192 16,9 10-144-16,-1-2 144 0,1 3-208 0,-3-1 208 0,1 2 0 0,-2 2 0 0,0 1 0 31,-2-3 0-31,-1 3 0 0,-2 0 0 0,0 0-144 15,-2 0 144-15,1-1 0 0,1-14 0 0,-4 18-128 16,1 1 128-16,0-3 0 0,1-2 0 0,0 1 0 16,2-15 0-16,2 20 0 0,1-1 0 0,1-2 0 15,-3 1 0-15,4 1 0 0,4-3 0 0,1 3 0 0,-2-2 0 0,4 3 0 16,2 3 0-16,-1 3 0 0,1 1 0 0,-3 1 0 16,1-1 0-16,0 2 0 0,-2-1 0 0,0 1 0 15,-2-1 0-15,-1-2 0 0,0-1 0 0,-2-2-128 16,-2-1 128-16,1 2 0 0,-1-4 0 0,-1 0-128 15,-2 0 128-15,0 1 0 0,0-1 0 0,0 2 0 0,0-2 0 0,3 5-128 16,0 2 128-16,1 2 0 0,1-1 0 0,2 4 0 16,1 3 0-16,0-1 0 0,-1-2 0 0,0 2 0 15,0-2 0-15,1 1 0 0,-1-4 0 0,-1-3 0 16,0-3 0-16,-3 1 0 0,-1-4 0 0,-1-1 0 16,3-1 0-16,-1 1 0 15,0-4 0-15,-1 0 0 0,-2 2 0 0,2-1 0 0,-1-2 0 0,3 1 0 0,-1 2 0 16,-1 1-192-16,-2 1 64 0,0-1 0 0,3-1 128 0,-1 5 0 31,-2 5 0-31,0 5 0 0,2 3 0 0,-1 7 0 0,3 9 0 0,-1 1 0 16,2 0 0-16,0-3 0 0,0-5 0 0,2-2 0 15,3-9 0-15,0 1 0 0,0-6 0 0,-1-2 0 16,-1-3 0-16,0-4 0 0,1-2 0 0,-1-1 0 0,-1 1 0 0,0-3 0 16,-7-14 0-16,6 13 0 15,-6-13 0-15,5 20 144 0,-1-3 0 0,-1 3 0 16,-3 1-144-16,0 2 0 0,0 2 0 0,-2 9 0 15,1 8 0-15,-1 5 0 0,0 1 0 0,2 2 0 16,2-3 0-16,-2-1 0 0,2-6 0 0,1-3 0 16,2-1 0-16,4-5 0 0,-1-4 0 0,0-3 0 0,1-6 0 0,1-1 0 0,0-2 0 0,0 2 0 31,0 0 0-31,0 0 240 0,-1-4-64 0,-3 2-16 0,1 1-32 0,0 0 0 16,0 1 0-16,-4 2 0 0,0-1-128 0,1 4 0 0,-3 2 144 0,1 4-144 31,0 1 0-31,-2-1 0 0,-4 1 0 0,3 3 128 15,-3 2-128-15,1 1 0 0,-2-3 0 0,-2 2 0 16,1 3 0-16,-5-4 0 0,1-1 0 0,2-2 128 16,1-6-128-16,0-1 0 0,1-1 0 0,1 2 0 0,1 1 0 0,3-1 0 15,1-1 0-15,1 2 0 0,3 4 0 16,-1 3 0-16,2-1 0 0,2 1 128 0,0 0 48 16,-1 0 16-16,1 1 0 0,1-2 0 0,1-3-16 0,-2 1 0 15,-1-4 0-15,1 0 0 0,0 2-176 0,-1-1 160 0,0-3-160 0,-3 2 160 16,0-3-160-16,1-2 0 15,-1 1 0-15,-3 0 128 0,-2 0-128 0,1 4 0 16,-3 5 0-16,1 5 0 0,0 9 0 0,-1 5 0 0,1 3 0 16,-1 2 0-16,3-9 128 0,2-3-128 0,3-3 0 15,1-5 128-15,-2-6 192 0,2 1 48 0,2-4 0 0,0-1 0 16,-2-4 48-16,0-3 16 0,2-2 0 0,-1 0 0 16,-1 0-208-16,-1-1-32 0,-4-14-16 0,1 16 0 0,-2 3-176 0,-1 1 160 15,-1 2-160-15,-1 5 160 0,1 5-160 0,-2 5 0 16,-2 14 0-16,0 4 0 0,1 6 0 0,-1-6 128 0,0-2-128 0,0-6 0 15,1-7 0-15,-1-1 0 0,0-6 128 0,4-6-128 16,0-5 0-16,1-2 0 0,-1-1 0 0,1-1 0 16,0 3 0-16,-1 0 0 0,1 3 0 0,0 1 128 15,1 7-128-15,-1 7 0 16,0 5 0-16,1 1 0 0,-1 2 128 0,2-2-128 0,0-1 0 0,0-2 128 31,0-6-128-31,2-1 160 0,-2-3-160 0,1-4 160 0,1-1-160 16,1-3 192-16,1-4-192 0,-3 0 192 15,3 0-64-15,-1 6 0 0,-1 4 0 0,-2 8 0 0,0 12-128 16,0 9 160-16,0 7-160 0,-2 1 160 0,1-3-160 0,-3-7 0 16,1-5 0-16,-2-10 128 0,0-7-128 0,0-6 0 15,-2-5 0-15,0-4 128 0,0 0-128 0,2-2 0 16,2 6 0-16,1 0 0 16,-1-4 0-16,3 5 0 0,2 2 0 0,1 3 0 0,2 2 0 0,2 3 0 15,1 1 144-15,2-1-144 0,2 2 224 0,0-2-32 0,-2 1 0 0,0-1 0 0,2-5-64 16,-4 2-128-16,-1-1 176 0,0-3-176 0,-4 1 128 0,0-2-128 15,-1-2 0-15,-2 1 0 0,-3-1 0 0,-2 7 0 16,0 3 0-16,0 7 0 0,0 5 176 0,1 2-176 31,3-3 160-31,1-3-160 0,3-1 0 0,0-6 0 0,1-3 0 0,1-2 0 16,0-8 0-16,3-3 0 0,1 1 0 0,-1-5 0 16,0-2 0-16,1-1 0 0,-1-1 0 0,1 2 144 15,-1-4-144-15,-1-2 0 0,-7-8 0 0,8 14 0 0,-8-14 0 0,7 16 0 16,-4-1 0-16,-3-15 0 0,2 17 0 0,0 3 0 0,-2 4 0 15,0 1 0-15,-2 6 0 0,2 2 0 0,3 1 0 0,2 6 0 16,0 2 0-16,0-1 0 0,2-3 0 0,2-4 0 16,1-2 0-16,0-4 0 15,-2-2 0-15,2-6 0 0,0-2 0 0,0-1 0 16,-1-2 0-16,-1 0 0 16,-1-3 0-16,0 0 192 0,0-2-192 0,-7-10 192 15,6 14-192-15,-6-14 192 0,5 15-192 0,-1-2 192 16,-4-13-192-16,3 14 0 0,0 1 0 0,-3-15 0 15,0 0 0-15,4 22 0 0,-4-5 0 0,0 0 0 0,0-17 0 0,-2 22 128 16,-1 0-128-16,1-4 0 0,0 2 0 0,1-1 0 16,-1-2 0-16,2 0 0 0,0-1 0 0,0-16 0 15,2 19 128-15,-1-4-128 0,-1 0 0 0,0-15 0 0,4 14 0 0,-4-14 0 16,3 15 0-16,-3-15 128 0,2 13-128 0,-2-13 0 16,0 0 128-16,1 15-128 0,-1 0 0 0,0-1 128 0,0 1-128 15,0 0 0 1,0 0 0-16,2 0 128 0,0 4-128 0,-1-2 0 0,-1 1 0 15,0 1 0-15,0-6 0 0,2-1 0 0,0 0 0 0,-2-2 0 16,0-10 0-16,-2 10 0 16,2-10 0-16,-2 12 0 0,2-12 0 0,-3 10 0 0,3-10 0 0,-2 12 0 0,2-12 0 15,-3 10 0 1,3-10 0-16,0 0 0 0,-7 8 0 0,7-8 0 16,-6 9 128-16,6-9-128 0,-7 6 0 0,7-6 0 15,-12 7 144-15,12-7-144 0,-8 8-128 0,8-8-112 0,-10 5-16 0,10-5 0 31,-9 4-736-31,9-4-160 0,0 0-16 0,0 0-15152 0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4:04.17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C68892E1-4F84-45D2-BB1A-D8D5B6B47974}" emma:medium="tactile" emma:mode="ink">
          <msink:context xmlns:msink="http://schemas.microsoft.com/ink/2010/main" type="writingRegion" rotatedBoundingBox="14376,9880 15822,10505 15072,12242 13626,11617"/>
        </emma:interpretation>
      </emma:emma>
    </inkml:annotationXML>
    <inkml:traceGroup>
      <inkml:annotationXML>
        <emma:emma xmlns:emma="http://www.w3.org/2003/04/emma" version="1.0">
          <emma:interpretation id="{AC10A706-BC7C-46E0-8649-980D1721B55A}" emma:medium="tactile" emma:mode="ink">
            <msink:context xmlns:msink="http://schemas.microsoft.com/ink/2010/main" type="paragraph" rotatedBoundingBox="14376,9880 15430,10335 15282,10679 14228,1022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37A9E5C-5A84-44D6-AD0F-40F922A3D8B3}" emma:medium="tactile" emma:mode="ink">
              <msink:context xmlns:msink="http://schemas.microsoft.com/ink/2010/main" type="line" rotatedBoundingBox="14376,9880 15430,10335 15282,10679 14228,10224"/>
            </emma:interpretation>
          </emma:emma>
        </inkml:annotationXML>
        <inkml:traceGroup>
          <inkml:annotationXML>
            <emma:emma xmlns:emma="http://www.w3.org/2003/04/emma" version="1.0">
              <emma:interpretation id="{B224AF09-6319-4B0A-AD25-A4DCD5ADEB91}" emma:medium="tactile" emma:mode="ink">
                <msink:context xmlns:msink="http://schemas.microsoft.com/ink/2010/main" type="inkWord" rotatedBoundingBox="14376,9880 15430,10335 15282,10679 14228,1022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265 1588 7359 0,'0'0'656'0,"5"-12"-528"15,-1 2-128-15,-4 10 0 0,3-12 1536 0,-1 2 256 0,-2-1 64 0,0 0 16 16,-2-2-976-16,1 3-208 16,-3 0-48-16,1 1 0 0,-1-1 128 0,-1 2 0 0,0-1 16 0,2 1 0 15,1-2-304-15,-1 2-64 0,0-1-16 0,-3 1 0 16,1 1 96-16,0-1 16 0,-1 1 0 0,-1 2 0 0,0-2 32 0,-1 2 16 31,-1-2 0-31,-2 4 0 0,-5 0-192 0,0 1-48 0,-1 2 0 0,0 0 0 16,0 2-128-16,0 1-48 0,-1 2 0 0,1 0 0 15,0 2-144-15,2 0 160 0,0-1-160 0,0 1 160 0,0-2-32 16,1 2 0-16,1-1 0 0,1 1 0 0,2 2-128 0,10-9 160 16,-9 8-160-16,9-8 160 0,0 0-160 0,-3 15 0 15,3-1 0-15,3-1 0 16,2 2 0-16,4 0 0 0,-1 4 0 0,4-2 128 0,0 1-128 15,1 1 0-15,-1-2 0 0,2 3 0 0,-1-2 0 16,-1-1 0-16,-2-3 0 0,2-1 0 0,-1-1 0 0,0 0 128 16,-3-1-128-16,-8-11 0 0,13 7 0 0,-13-7 0 15,0 0 128-15,16 5-128 0,-3-5 0 0,-13 0 128 16,0 0-128-16,0 0 128 0,10-10-128 0,-10 10 160 16,7-15-160-16,-2 1 160 0,-2-1-160 0,-1 0 0 0,-4 0 144 0,1 2-144 15,1-1 0-15,0 1 0 16,-4-1 0-16,2 2 128 0,2 1 48 0,0 11 16 15,6-12 0-15,-6 12 0 16,8-9 224-16,-8 9 48 0,10-6 16 0,2 2 0 16,-12 4-320-16,15 0-160 0,-15 0 160 0,17 2-160 0,0 1 0 0,-2 2 0 15,-2 2 0-15,1 2 0 0,-3-1 0 16,1 2-128-16,0 0 128 0,-2 2 0 0,0 1 0 0,-1 1 0 0,-4-2-128 0,0 1 128 16,0 1 0-16,-2-1 0 15,0 0 0-15,-3 1 0 16,-1 3-1456-16,-3-2-336 0,-4 0-64 15,8-15-9936-15</inkml:trace>
          <inkml:trace contextRef="#ctx0" brushRef="#br0" timeOffset="409.2779">440 1583 13871 0,'0'0'608'0,"0"0"144"0,-6-8-608 0,6 8-144 0,0 0 0 0,0 0 0 16,0 0 592-16,0 0 96 0,0 0 16 0,8-9 0 16,-8 9-352-16,12-5-64 0,-12 5-16 0,17 0 0 15,-2 0 288-15,2 0 48 0,-1 0 16 0,1 2 0 16,-2 1 112-16,1 2 32 0,-3 0 0 0,-1 4 0 16,-2-1 224-16,-10-8 48 0,10 12 16 0,-10-12 0 15,8 13-320-15,-8-13-64 0,7 14-16 0,-3-1 0 16,-4-13-480-16,1 15-176 0,-1-15 0 0,-1 17 144 0,-1-2-144 0,2-15 0 15,-4 16 0-15,1-3 0 0,3-13 0 0,-7 13 0 16,7-13 0-16,-6 16 0 0,6-16 0 0,-7 13 0 16,7-13 0-16,-5 15 0 0,0-1 0 0,5-14 0 0,-4 13 0 0,4-13 0 15,0 0 0-15,-5 17 0 16,5-17 0-16,-3 13 0 0,3-13 0 0,0 0 0 16,0 0 144-16,0 0-144 0,0 0 0 0,5 17 0 15,-5-17 0-15,0 0 0 0,15 7 144 0,2-4-144 16,2-4 192-16,1-1-192 0,3-3 304 0,6 2-48 15,5 3-16-15,3-2 0 0,3 0-240 0,2-1 0 16,2-1 128-16,0-1-9056 16,-1 0-1808-16</inkml:trace>
        </inkml:traceGroup>
      </inkml:traceGroup>
    </inkml:traceGroup>
    <inkml:traceGroup>
      <inkml:annotationXML>
        <emma:emma xmlns:emma="http://www.w3.org/2003/04/emma" version="1.0">
          <emma:interpretation id="{8680212D-9A1C-488F-93D3-1214221AC133}" emma:medium="tactile" emma:mode="ink">
            <msink:context xmlns:msink="http://schemas.microsoft.com/ink/2010/main" type="paragraph" rotatedBoundingBox="14394,11626 15204,11867 15104,12202 14294,1196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ECF16D0-A78E-482E-9921-976D4B218E44}" emma:medium="tactile" emma:mode="ink">
              <msink:context xmlns:msink="http://schemas.microsoft.com/ink/2010/main" type="line" rotatedBoundingBox="14394,11626 15204,11867 15104,12202 14294,11961"/>
            </emma:interpretation>
          </emma:emma>
        </inkml:annotationXML>
        <inkml:traceGroup>
          <inkml:annotationXML>
            <emma:emma xmlns:emma="http://www.w3.org/2003/04/emma" version="1.0">
              <emma:interpretation id="{709E9046-135E-4DD5-A8B6-4AAC559F1814}" emma:medium="tactile" emma:mode="ink">
                <msink:context xmlns:msink="http://schemas.microsoft.com/ink/2010/main" type="inkWord" rotatedBoundingBox="14394,11626 15204,11867 15104,12202 14294,11961"/>
              </emma:interpretation>
              <emma:one-of disjunction-type="recognition" id="oneOf1">
                <emma:interpretation id="interp1" emma:lang="" emma:confidence="0">
                  <emma:literal>/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(</emma:literal>
                </emma:interpretation>
                <emma:interpretation id="interp5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2491.5938">646 3244 1839 0,'-12'-12'160'0,"5"5"-160"0,-3-1 0 0,0 1 0 15,-2 0 4416-15,12 7 864 16,-12-6 160-16,12 6 48 0,-10-7-3712 0,10 7-752 0,0 0-128 0,0 0-48 16,0 0-592-16,0 0-128 0,0 0-128 0,0 0 176 15,0 0-176-15,0 0 0 0,0 0 0 0,12 10-11136 16</inkml:trace>
          <inkml:trace contextRef="#ctx0" brushRef="#br0" timeOffset="1946.7068">267 3229 6447 0,'0'0'576'0,"0"0"-576"0,0 0 0 0,9-7 0 0,-9 7 2304 16,6-10 336-16,-6 10 80 0,7-12 16 0,-7 12-1216 0,0-13-240 31,0-1-64-31,0 14 0 0,0 0-448 0,-5-13-80 16,-2 1-32-16,7 12 0 0,-8-7-128 0,8 7-16 0,-12-7-16 0,0 2 0 16,0 0-32-16,-1 2 0 0,-2 0 0 0,-2 1 0 15,0 0-176-15,0 2-32 0,-1 2-16 0,-2 1 0 16,-1 2-32-16,3 0 0 0,1 0 0 0,0 2 0 15,2 1-208-15,2 3 0 0,-1-3 0 0,2 2 0 16,2-1 0-16,0 1 0 0,2-2 0 0,-1 2 0 0,9-10 0 0,-8 14 0 16,8-14 0-16,-8 13 0 0,8-13 0 0,0 0 0 15,-7 15 0-15,7-15 0 0,-3 14 0 0,3-14 0 16,0 0 0-16,3 16 0 0,-3-16 0 0,7 17 0 16,1-3 0-16,-8-14 0 0,0 0 128 0,17 8-128 15,-4-3 0-15,2 0 0 0,-15-5 128 0,17 4-128 0,-3-3 0 16,-1-1 144-16,-13 0-144 0,17-5 160 0,-2 2-160 0,0-2 160 31,0 0-160-31,1 0 0 0,-1 0 0 0,-2-2 0 16,-1-1 128-16,-2 1-128 0,0-2 128 0,0 1-128 0,-1 0 0 15,-9 8 0-15,10-12 128 0,-2 3-128 0,-8 9 0 0,9-10 0 16,-9 10 0-16,0 0 0 0,0 0 0 0,0 0 0 16,6-10 0-16,-6 10 0 15,0 0 400-15,0 0 48 0,0 0 16 0,0 0 0 16,0 0-256-16,0 0-48 0,0 0-16 0,0 0 0 0,0 0-144 0,0 0-176 0,0 0 48 0,14 5 0 15,-14-5 128-15,13 7 0 0,-13-7 0 0,15 8 0 16,-1 2 0-16,-1-1 0 0,1-2 0 0,1 1 0 16,2 0 0-16,0-1 0 0,-2 0 0 0,2 1 0 15,-1 1 0-15,1-1 0 0,-2 1 0 0,0 1-9120 16,1 0-1856-16</inkml:trace>
          <inkml:trace contextRef="#ctx0" brushRef="#br0" timeOffset="2317.4137">499 3533 11231 0,'0'0'496'0,"0"0"96"0,0 0-464 0,0 0-128 0,0 0 0 0,0 0 0 16,0 0 1664-16,0 0 304 0,0 0 64 0,0 0 16 0,14 3-960 0,-14-3-176 15,0 0-32-15,0 0-16 0,0 0-224 0,0 0-32 16,0 0-16-16,0 0 0 0,0 0-64 0,0 0-16 15,0 0 0-15,0 0 0 16,6-11-256-16,-6 11-48 0,6-14-16 0,-3 2 0 16,0 2-192-16,-1 2 0 0,0-2 128 0,-1 1-128 15,1 1 0-15,0 0 0 0,-1-4 0 0,-1 12 0 16,4-12 0-16,-1 2 0 0,-1 0 0 0,-2 10 0 16,3-10 496-16,-3 10 0 0,3-10 0 0,-3 10 0 0,0 0 32 0,7-9 16 15,-7 9 0-15,0 0 0 16,0 0 592-16,14-1 112 0,-14 1 32 0,15 3 0 15,-15-3-1088-15,17 5-192 0,-2 2 0 0,-2-2 0 16,-1 3-912-16,0 1-80 0,0-1-16 0,-1 0 0 0,-1 1 800 0,1-1 208 0,-1 1 0 0,0 1 0 0,0-2-384 16,-10-8 16-1,10 9 0-15,-10-9-13040 0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3:50.50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D7B9DFAE-A21F-466D-9CA0-47CFD24F1F6A}" emma:medium="tactile" emma:mode="ink">
          <msink:context xmlns:msink="http://schemas.microsoft.com/ink/2010/main" type="writingRegion" rotatedBoundingBox="11067,12110 13013,12110 13013,13134 11067,13134"/>
        </emma:interpretation>
      </emma:emma>
    </inkml:annotationXML>
    <inkml:traceGroup>
      <inkml:annotationXML>
        <emma:emma xmlns:emma="http://www.w3.org/2003/04/emma" version="1.0">
          <emma:interpretation id="{FFF97C1A-2025-425F-A973-42C1F6CC151A}" emma:medium="tactile" emma:mode="ink">
            <msink:context xmlns:msink="http://schemas.microsoft.com/ink/2010/main" type="paragraph" rotatedBoundingBox="11067,12110 13013,12110 13013,13134 11067,1313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5A3437-F9F7-4DE6-A702-6303E77051CA}" emma:medium="tactile" emma:mode="ink">
              <msink:context xmlns:msink="http://schemas.microsoft.com/ink/2010/main" type="line" rotatedBoundingBox="11067,12110 13013,12110 13013,13134 11067,13134"/>
            </emma:interpretation>
          </emma:emma>
        </inkml:annotationXML>
        <inkml:traceGroup>
          <inkml:annotationXML>
            <emma:emma xmlns:emma="http://www.w3.org/2003/04/emma" version="1.0">
              <emma:interpretation id="{2FE7E0CC-AA88-4863-A355-A3B9CC88AEED}" emma:medium="tactile" emma:mode="ink">
                <msink:context xmlns:msink="http://schemas.microsoft.com/ink/2010/main" type="inkWord" rotatedBoundingBox="11067,12110 11696,12110 11696,12771 11067,12771"/>
              </emma:interpretation>
            </emma:emma>
          </inkml:annotationXML>
          <inkml:trace contextRef="#ctx0" brushRef="#br0">-1237 4974 22799 0,'-17'-20'1008'0,"7"11"208"0,-4 4-960 0,3 0-256 0,-1 4 0 0,0 2 0 16,0 3 0-16,12-4 0 0,-8 10 128 0,8-10-128 0</inkml:trace>
          <inkml:trace contextRef="#ctx0" brushRef="#br0" timeOffset="59579.4932">3481 5189 6447 0,'0'0'576'0,"0"0"-576"0,0 0 0 0,10-8 0 0,-2 0 3568 0,2-1 592 16,2-1 128-16,0 0 32 16,-2-2-2432-16,-2 4-480 0,-8 8-112 0,7-9-16 15,-7 9-384-15,7-8-64 0,-7 8-32 0,5-10 0 16,-2 1-496-16,-3 9-112 0,0 0 0 0,3-10-16 0,-1 2-176 0,-2 8 0 15,0-12 0-15,0 4 0 16,0-1 0-16,0 1 128 0,-2-1-128 0,2 9 0 0,2-13 0 16,0 5 0-16,-2-1 0 0,1 1 0 0,-1 8 0 0,2-10 0 15,-2 1 0-15,0 9 0 0,0 0 0 0,0 0 0 0,0 0 0 0,4-8 0 16,-4 8 128-16,0 0-128 16,0 0 128-16,0 0-128 15,0 0 400-15,0 0 0 0,0 0 0 0,0 0 0 16,0 0-272-16,0 0-128 0,13 7 128 0,-13-7-128 0,12 10 128 0,-12-10-128 0,13 10 128 0,-1 2-128 15,-2-1 0 1,0-2 0-16,-10-9 0 0,14 8 0 16,-4-1-1600-16,-10-7-208 0</inkml:trace>
        </inkml:traceGroup>
        <inkml:traceGroup>
          <inkml:annotationXML>
            <emma:emma xmlns:emma="http://www.w3.org/2003/04/emma" version="1.0">
              <emma:interpretation id="{F996C20A-18DC-4DC2-89E8-F48719B14A15}" emma:medium="tactile" emma:mode="ink">
                <msink:context xmlns:msink="http://schemas.microsoft.com/ink/2010/main" type="inkWord" rotatedBoundingBox="12101,13045 12248,13045 12248,13096 12101,13096"/>
              </emma:interpretation>
            </emma:emma>
          </inkml:annotationXML>
          <inkml:trace contextRef="#ctx0" brushRef="#br0" timeOffset="70337.6571">4515 5945 15663 0,'0'0'1392'0,"9"-10"-1120"0,-1-2-272 0,2 2 0 15,2 6 1760-15,3-1 288 16,2 0 64-16,1 2 16 0,1 1-1696 0,1 2-432 16,-1 0 0-16</inkml:trace>
        </inkml:traceGroup>
        <inkml:traceGroup>
          <inkml:annotationXML>
            <emma:emma xmlns:emma="http://www.w3.org/2003/04/emma" version="1.0">
              <emma:interpretation id="{4E29AB2C-EA81-438D-B3F8-CE998FE86276}" emma:medium="tactile" emma:mode="ink">
                <msink:context xmlns:msink="http://schemas.microsoft.com/ink/2010/main" type="inkWord" rotatedBoundingBox="12988,13131 13013,13131 13013,13134 12988,13134"/>
              </emma:interpretation>
            </emma:emma>
          </inkml:annotationXML>
          <inkml:trace contextRef="#ctx0" brushRef="#br0" timeOffset="70488.4111">5402 5983 20271 0,'0'0'1792'0,"0"0"-1424"0,0 0-368 0,12-1-5936 15,1-1-1248-15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3:06.58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6D83C21F-A69D-4440-B746-36AC48F8AF90}" emma:medium="tactile" emma:mode="ink">
          <msink:context xmlns:msink="http://schemas.microsoft.com/ink/2010/main" type="writingRegion" rotatedBoundingBox="4871,6640 15731,6294 16034,15798 5174,16144"/>
        </emma:interpretation>
      </emma:emma>
    </inkml:annotationXML>
    <inkml:traceGroup>
      <inkml:annotationXML>
        <emma:emma xmlns:emma="http://www.w3.org/2003/04/emma" version="1.0">
          <emma:interpretation id="{2852C974-0204-48F9-8F79-A93CF54854FE}" emma:medium="tactile" emma:mode="ink">
            <msink:context xmlns:msink="http://schemas.microsoft.com/ink/2010/main" type="paragraph" rotatedBoundingBox="4872,6638 6861,6593 6871,7025 4882,70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E97CFF-E2BC-4DDB-8962-8B0746524972}" emma:medium="tactile" emma:mode="ink">
              <msink:context xmlns:msink="http://schemas.microsoft.com/ink/2010/main" type="line" rotatedBoundingBox="4872,6638 6861,6593 6871,7025 4882,7071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2DB294B7-DC3D-47DD-AACF-269DB0831D26}" emma:medium="tactile" emma:mode="ink">
                <msink:context xmlns:msink="http://schemas.microsoft.com/ink/2010/main" type="inkWord" rotatedBoundingBox="4872,6638 6861,6593 6871,7025 4882,707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-2649-343 6447 0,'0'0'576'0,"0"0"-576"0,0 0 0 0,0 0 0 16,0 0-128-16,0 0-144 0,0 0-32 0,0 0 0 0,0 0 304 0,0 0 0 15,0 0 128-15,0 0-128 16,0 0 0-16,0 0 0 0,0 0 0 0,0 0 0 0</inkml:trace>
          <inkml:trace contextRef="#ctx0" brushRef="#br0" timeOffset="726.3973">-2708-392 8399 0,'0'0'368'0,"0"0"80"0,0 0-448 0,0 0 0 0,0 0 0 0,0 0 0 16,0 0 800-16,0 0 64 0,0 0 16 0,0 0 0 0,0 0-320 0,0 0-64 15,-2 10-16-15,2 2 0 0,0 2 224 0,2-1 32 16,0 1 16-16,1 1 0 0,2 0 32 0,2 0 16 0,0 0 0 15,3 0 0-15,2-1-192 0,1-1-32 0,2-3-16 16,0-1 0-16,0-3-128 0,1 1-32 16,-3-2 0-16,2 0 0 0,0-3-208 0,1-2-64 15,-3-3 0-15,0 1 0 0,-1-1-128 0,0-1 128 16,0-1-128-16,-2 0 128 0,-2 0-128 0,2 0 0 0,-1-2 0 16,-1 1 128-16,1-1-128 0,-1-2 0 0,0 4 144 0,-8 5-144 15,0 0 0-15,4-6 0 0,-4 6 0 0,0 0 0 0,0 0 0 0,0 0 0 16,-7-4 0-16,0 3 0 0,-1-1 0 0,0 2 0 15,1 3 128-15,-2 1-128 0,1 1 0 16,1 0 0-16,7-5-192 0,0 0 64 0,0 0 128 0,0 0 0 16,0 0 0-16,0 0-128 0,0 0 128 0,0 0 0 15,0 0-144-15,0 0 144 16,0 0 0-16,10 10 0 0,0-3 0 0,2-2 0 16,0-2 0-16,1 0 0 0,1 2 0 0,-1-1 0 0,1-6 0 15,-1 2 0-15,-1 0 0 0,0-2 0 0,-2 1 0 16,-2-1 0-16,2 0 0 0,-1 1 0 0,-1-3 0 0,-8 4 0 15,9-3 0-15,-1-2 0 0,-1-2 0 0,0 0 0 16,-2-1 0-16,0 0 0 0,-2-1 176 0,0 1-48 16,-1-2-128-16,0 0 192 15,-2-2-192-15,0 0 0 0,-2-1 128 0,0-3-128 16,-1 0 0-16,-2-3 0 0,0 2 0 0,-2 0 0 16,-1 2 0-16,-2 0 0 0,-2 2 0 0,-2 3 0 15,-1 0 0-15,-3-1 0 0,-4 3 0 0,2 3 0 0,-2 0-128 0,2 2-32 16,1 1 0-16,2 0 0 0,4 2 160 0,3 0-160 0,10 0 160 0,0 0-6784 15,0 0-1280-15</inkml:trace>
          <inkml:trace contextRef="#ctx0" brushRef="#br0" timeOffset="1377.2716">-1892-333 4607 0,'0'0'400'0,"0"0"-400"15,0 0 0-15,-10 0 0 0,0-1 1632 0,2 1 240 16,-1-2 48-16,9 2 16 0,-8-2-848 0,-1 2-160 0,1 0-32 0,8 0-16 0,-8 4-448 0,-1-1-96 15,2 2-16-15,-1 0 0 16,1 2-320-16,-1-1 128 0,-1 0-128 0,1 0 0 16,0 3 0-16,-1-1 0 0,1 2 0 0,-1 2 0 15,1 0 0-15,0 0 0 0,1-2 0 0,0 0 0 16,-1 0 0-16,1 0 0 16,7-10 0-16,-2 10 0 0,2-10 0 0,0 0 0 15,0 0 0-15,0 0 128 0,0 0-128 0,7 10 0 0,-7-10 0 0,0 0 128 16,8 7-128-16,-8-7 176 15,12 3-176-15,0-1 192 0,0-2-192 0,0 0 128 16,-12 0-128-16,13-2 128 0,0 1-128 0,-1-3 0 16,-3-1 0-16,-1 2 128 0,2 1-128 0,0-1 0 15,-10 3 0-15,10-5 0 0,0 0 0 16,1 0 0-16,-11 5 0 0,10-6 128 0,1 3-128 0,-1 0 0 0,-10 3 0 0,11-5 128 16,-1 0 96-16,0 0 16 0,0 0 0 15,-10 5 0-15,8-4 16 0,-8 4 0 0,0 0 0 0,0 0 0 16,0 0-256-16,10 2 144 0,-10-2-144 15,0 0 128-15,9 7-128 0,-2 1 0 0,-7-8 0 0,6 15 0 16,-1 0-320-16,-1-1-112 0</inkml:trace>
          <inkml:trace contextRef="#ctx0" brushRef="#br0" timeOffset="1993.4734">-1685-230 8287 0,'0'0'736'0,"-3"-9"-592"15,-1 1-144-15,1 1 0 0,3 7 1520 0,-5-5 272 16,5 5 48-16,0 0 16 0,-7-3-1168 0,7 3-240 0,0 0-32 0,0 0-16 16,-6 3-400-16,6-3 0 15,0 0 0-15,0 0 0 0,0 0 0 0,0 0 0 16,0 0 0-16,0 0 0 0,0 0 0 0,0 0 128 16,0 0-128-16,0 0 0 0,0 0 160 0,10 4-160 15,-10-4 192-15,0 0-192 0,8 0 128 0,-8 0-128 0,10-4 0 16,-10 4 128-16,0 0-128 0,0 0 0 0,0 0 0 0,0 0 128 0,0 0-128 15,0 0 0-15,0 0 0 0,0 0 0 0,0 0 0 16,0 0 0-16,0 0 0 16,0 0 0-16,-7-3 0 0,7 3 0 0,0 0 0 15,0 0 0-15,0 0 0 16,0 0 0-16,0 0 0 0,0 0 0 0,0 0 0 0,0 0 0 0,0 0 0 16,0 0 0-16,11-3 0 0,-1 1 0 0,-10 2 0 15,10-2 0-15,0 1-144 16,-10 1 144-16,10 0 0 0,-10 0 0 0,10 0 0 15,-10 0 0-15,10-2 0 0,-10 2 0 0,10-2 0 0,-10 2 0 0,12-2 0 0,-2 1 0 0,0-1 144 16,-10 2-144-16,10-2 160 0,2 1-160 0,0-1 128 16,-2 0-128-16,0 1 128 0,-10 1-128 0,10 0 0 15,-10 0 0-15,10-2 128 0,0 0-128 0,-10 2 0 16,10-1 0-16,-10 1 0 0,10-2 0 0,-10 2 0 16,0 0 0-16,0 0 128 0,11-2-128 0,-11 2 0 15,0 0 0-15,8-5 128 0,-8 5-128 0,7-7 0 16,-7 7 0-16,3-8 0 15,-3 8 0-15,0-8 0 0,-2-1 0 0,2 9 128 16,-3-8-128-16,0 1 0 0,-2-1 0 0,0 1 0 0,5 7 0 16,-9-2 0-16,1-1 0 0,1 1 0 15,-1 2 0-15,1 2 0 0,7-2 0 0,-9 3 0 16,9-3 0-16,-6 5 0 0,6-5 0 0,0 0 0 0,0 0 0 0,0 0 0 16,-5 9 0-16,5-9 0 0,0 0 0 0,1 10 0 15,3 0 0-15,1 0 0 0,0-2 0 0,2 1 0 16,1-1 0-16,2 1 0 0,0-3 0 0,2 3 0 0,1-1 0 15,3 1 0-15,0-1 0 0,3 0 128 0,1 3-128 0,2-3-8000 32</inkml:trace>
          <inkml:trace contextRef="#ctx0" brushRef="#br0" timeOffset="5059.7596">-1140-250 5519 0,'0'0'240'0,"0"0"64"0,0 0-304 0,0 0 0 0,0 0 0 0,0 0 0 0,0 0 2160 0,0 0 368 15,0 0 80-15,0 0 16 0,0 0-1376 0,0 0-272 16,0 0-48-16,0 0-16 15,0 0-96-15,0 0-32 0,7-9 0 0,1 3 0 16,1-1-256-16,1 0-48 0,2 0-16 0,1 1 0 0,-1-1-240 0,3 0-48 16,5 0-16-16,0 1 0 0,-1 1-160 0,-1 0 0 0,1 0 0 0,0 1 128 15,-1 3-128-15,-1 1 0 0,0 0 0 0,-2 1 128 0,-2 3-128 16,-1-1 0-16,-12-3 0 0,17 3 0 31,-4 1-2224-31,-13-4-368 0</inkml:trace>
          <inkml:trace contextRef="#ctx0" brushRef="#br0" timeOffset="5266.8816">-869-501 1839 0,'0'0'0'0,"0"0"160"0,-7-2-160 0,7 2 0 0,0 0 0 0,0 0 0 16,0 0 2192-16,0 0 416 15,0 0 80-15,0 0 0 0,0 0-1808 0,0 0-368 0,0 0-80 0,0 0-16 16,5 12 240-16,2 0 48 0,0 1 16 0,1 4 0 15,2 3 0-15,2 2 0 0,0 0 0 0,3 2 0 16,2-1-432-16,0 1-96 0,-2-1 0 0,-2 3-16 0,-1-3-176 0,-3-1 128 16,-8-2-128-16,-6 0 128 0,-7-1-128 0,-6-1 0 15,-7 1 0-15</inkml:trace>
        </inkml:traceGroup>
      </inkml:traceGroup>
    </inkml:traceGroup>
    <inkml:traceGroup>
      <inkml:annotationXML>
        <emma:emma xmlns:emma="http://www.w3.org/2003/04/emma" version="1.0">
          <emma:interpretation id="{274ECDAB-DE10-445B-B250-F50A5A01C130}" emma:medium="tactile" emma:mode="ink">
            <msink:context xmlns:msink="http://schemas.microsoft.com/ink/2010/main" type="paragraph" rotatedBoundingBox="7585,7114 15769,7060 15775,8003 7591,805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D452108-8470-413F-AD87-7361729A334D}" emma:medium="tactile" emma:mode="ink">
              <msink:context xmlns:msink="http://schemas.microsoft.com/ink/2010/main" type="line" rotatedBoundingBox="7585,7114 15769,7060 15775,8003 7591,8058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BFF38F0-B526-44AD-9366-A1800F4024A0}" emma:medium="tactile" emma:mode="ink">
                <msink:context xmlns:msink="http://schemas.microsoft.com/ink/2010/main" type="inkWord" rotatedBoundingBox="7585,7148 8459,7142 8464,7742 7589,7747"/>
              </emma:interpretation>
            </emma:emma>
          </inkml:annotationXML>
          <inkml:trace contextRef="#ctx0" brushRef="#br0" timeOffset="70554.1184">35 261 911 0,'0'0'0'0,"-2"-10"0"0,0 0 0 0,1-2 0 0,1 0 2432 0,0 2 384 16,0 0 96-16,0 0 16 0,0 2-1120 0,0-1-208 31,0-1-64-31,0 0 0 0,-2 2-464 0,2-2-112 0,0 1 0 0,-2 2-16 16,-1-1-224-16,1 1-32 0,-1 1-16 0,3 6 0 0,-2-7-128 0,2 7-32 15,-3-5 0-15,3 5 0 16,0 0-240-16,0 0-48 0,0 0-16 0,0 0 0 16,-4 12-208-16,1 4 0 0,0 5 0 0,1 6 0 0,2 6-160 0,0 4 160 15,2 2-128-15,1-2 128 0,0 0 0 0,3-3 0 0,0-2 0 16,1-4-128-16,0-4 128 0,1-1 0 0,1-4 0 16,1-2 0-16,0-4 0 0,-2-1 0 15,1-4 0-15,-1-1 0 0,2-2 0 0,-10-5 0 16,10 3 0-16,2-1 128 0,0-2-128 0,-2-2 144 15,0-1-144-15,0-2 160 0,2-2-160 0,-2-1 160 0,0-2-160 0,2-2 160 16,-4-1-32-16,1-3 0 16,-3 0 0-16,-1 0 0 0,0 3-128 0,0-2 0 15,0-2 0-15,-1 4 0 0,-4 1 0 0,0 0 0 0,0 2 0 0,0 10 0 16,0 0 0-16,0 0 0 16,0 0 0-16,0 0 0 0,0 0-192 0,0 0 192 0,0 0-160 0,0 0 160 0,0 0-128 0,0 0 128 31,-2 10 0-31,2 0-144 0,2 2 144 0,1 0 0 15,1-1 0-15,1-2 0 0,1-1 0 0,-6-8 0 16,7 9 0-16,0-3 0 0,1 1 0 0,1-2 0 0,-9-5 0 0,0 0 0 16,10 0 0-16,0 0 0 15,0 0 0-15,0 0 0 0,0 0 0 0,0 0 0 16,0 0 0-16,-10 0 128 0,9-3-128 0,-9 3 0 0,10-4 0 0,-2-1 128 0,-8 5-128 0,7-6 0 31,-7 6 0-31,5-7 0 0,-2-3 0 0,-1 0 0 0,-2 0 0 0,0-2 128 16,-2-2-128-16,-1-1 0 0,-2 0 0 0,0-2 0 15,0-1 0-15,-4-11 0 0,3-1 0 16,-1 1 0-16,2 2 128 0,0-1-128 0,2-1 0 0,-1 1 0 0,1-1 0 0,1 5 0 0,0 4 0 16,1 2 0-16,1 3 0 15,0 4 0-15,0 1 0 0,0 10-144 0,0 0-112 16,0 0 0-16,0 0-16 16,0 0-688-16,-2 17-144 0,0 2-32 0</inkml:trace>
          <inkml:trace contextRef="#ctx0" brushRef="#br0" timeOffset="70833.3974">743 434 4607 0,'0'0'400'0,"0"0"-400"0,0 0 0 0,0 0 0 0,0 0 3520 0,12 2 608 31,-12-2 128-31,0 0 32 0,12 4-2528 0,-2-1-496 16,-10-3-112-16,10 7 0 0,-10-7-928 0,8 10-224 0,-1 2 0 0,0-1 0 0,-1 1 0 0,3 0 0 16,1-2 0-16,0 3 0 0,-2 1 0 0,1 1 0 15,-1 0 128-15,1 2-10880 0</inkml:trace>
        </inkml:traceGroup>
        <inkml:traceGroup>
          <inkml:annotationXML>
            <emma:emma xmlns:emma="http://www.w3.org/2003/04/emma" version="1.0">
              <emma:interpretation id="{08FF63A9-4ABA-4BFC-BF83-7E08401A7FD7}" emma:medium="tactile" emma:mode="ink">
                <msink:context xmlns:msink="http://schemas.microsoft.com/ink/2010/main" type="inkWord" rotatedBoundingBox="8891,7126 9877,7120 9882,7805 8895,781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72015.2331">1317 290 13823 0,'0'-12'1216'0,"-2"-1"-960"0,-3-1-256 0,3 1 0 0,1-3 1872 0,1 3 336 16,0 3 64-16,0 10 16 0,0-12-1216 0,0 12-240 15,0 0-64-15,0 0 0 0,0 0-512 0,0 0-128 16,0 0 0-16,13 2-128 0,1 5 0 0,-3 8 0 15,-1 8 0-15,2 4 0 16,-3 5 0-16,-1 0 0 0,-1 0-128 0,-2-2 128 0,0 1 0 0,0-4 0 16,0-2 0-16,0-2-144 0,0-2 144 0,0-3 0 15,0-3 0-15,0-1 0 0,-5-14 0 0,9 11 0 0,-9-11 0 0,10 9 0 16,-10-9 0-16,0 0 0 0,13 3 0 0,-13-3 0 16,15-5 0-16,-1 0 144 15,-1 0-16-15,1-2-128 0,-4-1 128 0,0 0-128 0,2-1 0 16,-2-1 0-16,-2-2 144 0,1-1-144 0,-1-1 0 0,-1 1 144 15,-2-1-144-15,-2 1 0 0,-3 13 0 0,0 0 128 16,0-15-128-16,0 15 0 0,0 0 0 0,0 0 0 16,0 0 0-16,0 0 0 0,0 0 0 0,0 0 0 15,0 0 0-15,0 0 0 0,0 0-160 0,0 0 160 0,0 0-144 0,0 0 144 32,0 0-128-32,9 15 128 0,-1-2 0 0,0-2 0 15,3-3 0-15,-1 0 0 0,-10-8 0 0,13 9 0 0,-1-3 0 0,-2 1 0 16,-10-7 0-16,15 5 0 0,-15-5 0 0,14 5 128 15,-14-5-128-15,0 0 0 0,13 0 0 0,-13 0 0 16,0 0 0-16,0 0 128 0,0 0-128 0,0 0 0 16,12-10 0-16,-4 0 128 0,-1-2-128 0,-7 12 0 0,5-13 0 0,0-1 0 15,0-1 0-15,-2 0 128 16,-1-2-128-16,-2-3 0 0,0-5 0 0,0 6 0 16,-2-3 0-16,1-3 0 0,-1-5 0 0,0-2 128 0,-1 0-128 0,0-2 0 15,-1-3 0-15,3 5 0 0,-1 2 0 0,0 5 0 16,1 3 0-16,-1 3 128 0,-1 1-128 0,1 6 0 15,0 5 0-15,2 7 0 16,0 0 0-16,0 0 0 0,0 0-176 0,-10 17 176 16,2 0-3040-16</inkml:trace>
          <inkml:trace contextRef="#ctx0" brushRef="#br0" timeOffset="72409.3813">1976 458 14975 0,'0'0'656'0,"0"0"144"0,0 0-640 0,0 0-160 0,0 0 0 0,10-2 0 16,1 2 1088-16,-1 0 192 15,1 2 48-15,1 1 0 0,2 1-864 0,-1 3-160 16,-1-1-48-16,1 1 0 0,-1-2 80 0,0 0 16 0,-2 2 0 0,0 0 0 16,-10-7-192-16,10 6-32 0,-1 1-128 0,-9-7 192 15,6 7-192-15,-6-7 0 0,0 0 0 0,0 10 0 16,0-10 0-16,-3 10 0 0,-2-2 0 0,0-1 0 0,0 3 0 0,-2-1 0 16,-1-4 0-16,-1 0 0 15,1 0 0-15,-1 0 0 0,1 0 0 0,0 0 0 16,8-5 0-16,0 0 0 15,0 0 0-15,0 0 0 0,-7 12 0 0,7-12 0 0,0 0 0 0,0 0 0 0,0 0 0 0,15 10 0 16,2 0 0-16,1-5 0 16,1-5 144-16,1 2-144 0,0 1 128 0,-1-3-128 0,1-2 144 0,2 1-144 15,1-1 160-15,11-2-10288 0</inkml:trace>
        </inkml:traceGroup>
        <inkml:traceGroup>
          <inkml:annotationXML>
            <emma:emma xmlns:emma="http://www.w3.org/2003/04/emma" version="1.0">
              <emma:interpretation id="{F3195C36-CCC1-4613-B81C-004C77A09AC3}" emma:medium="tactile" emma:mode="ink">
                <msink:context xmlns:msink="http://schemas.microsoft.com/ink/2010/main" type="inkWord" rotatedBoundingBox="10204,7188 12001,7176 12007,8029 10210,8041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72701.7773">2626 421 12895 0,'0'0'576'0,"-2"-8"112"0,0-2-560 0,1 1-128 16,1 9 0-16,0 0 0 0,0-8 3008 0,0 8 560 16,0 0 112-16,0 0 32 0,0 0-2976 0,10 3-592 15,-10-3-144-15,10 7-7744 16,-2 0-1600-16</inkml:trace>
          <inkml:trace contextRef="#ctx0" brushRef="#br0" timeOffset="72869.219">2848 445 9215 0,'0'0'816'0,"0"0"-656"0,0 0-160 0,0 0 0 0,0 0 1904 15,10-4 336-15,-2-1 80 0,-8 5 16 31,10-2-1888-31,-10 2-448 0,9-1 0 0,-9 1 0 32,0 0-432-32,0 0-80 0,0 0-32 0,0 0-4320 0,0 0-848 0</inkml:trace>
          <inkml:trace contextRef="#ctx0" brushRef="#br0" timeOffset="73034.1316">3119 431 9215 0,'0'0'816'0,"0"0"-656"0,0 0-160 0,0 0 0 0,0 0 1232 0,0 0 224 31,0 0 32-31,0 0 16 0,0 0-1200 0,0 0-304 0,0 0 0 0,0 0-6448 16</inkml:trace>
          <inkml:trace contextRef="#ctx0" brushRef="#br0" timeOffset="75350.4399">3242 194 4607 0,'0'0'400'0,"0"0"-400"16,0 0 0-16,-7-9 0 0,2 1 2192 0,0 0 368 0,5 8 64 0,-5-10 0 15,0 1-976-15,5 9-208 0,0 0-32 0,0 0-16 0,-5-8-384 0,5 8-80 16,0 0-16-16,0 0 0 16,0 0-208-16,0 0-64 0,0 0 0 0,0 0 0 15,0 0-400-15,0 0-96 0,-5 15-16 0,3 2 0 16,2 1-128-16,3 4-176 0,1 3 48 0,1 2 0 15,1 0 128-15,3 0 0 0,-1-2-144 0,2 2 144 0,2-3 0 0,0-4 0 0,-2-2 0 0,2-1 0 32,0-2 0-32,-2 1 0 0,-2-6 0 0,0-2 0 0,-8-8 0 0,11 7 0 15,-11-7 0-15,0 0 0 0,0 0 128 0,11 5-128 0,-11-5 128 16,0 0-128-16,0 0 144 0,0 0-144 0,0 0 160 0,14-7-160 16,-14 7 160-16,10-8-160 0,-10 8 160 0,7-12-160 15,-2 0 128-15,-5 12-128 0,0 0 0 0,0 0 0 16,0-12 0-16,0 12 0 0,-2-13 0 0,2 13 0 15,0 0 0-15,0 0 0 0,-2-12 0 0,2 12 0 0,0 0 0 0,0 0 0 32,0 0 0-32,0 0 0 0,0 0 0 0,0 0 0 15,0 0 0-15,0 0-160 0,10 10 160 0,0-1 0 0,-10-9 0 0,14 10-128 16,-2-2 128-16,1 1 0 0,1-4 0 0,-14-5 0 16,15 3 0-16,-2 0 0 0,-13-3 0 0,15 2 0 0,-15-2 0 0,17-3 0 31,-2-1 0-31,-3-1 128 0,-12 5-128 0,12-10 0 0,-4-2 0 15,1 2 128-15,-1 0-128 0,-1-2 0 0,-2-1 0 0,0 1 128 16,-2-1-128-16,-1-4 0 16,-4-5 0-16,1 0 0 0,-1-1 0 0,-1-3 0 0,-1-1 0 0,-1 1 0 15,0-1 176-15,-2 3-48 0,-3 2 0 0,2 0 0 16,-4 0-128-16,2 1 0 0,0 2 0 0,-2 6 0 16,-3 1 0-16,2 3 0 0,-3 4 0 0,1 5 0 15,0 4-192-15,2 1 48 0,1 2 0 0,3 3 0 16,4 1-1584-16,2 3-320 15,3-14-64-15,0 22-16 0</inkml:trace>
          <inkml:trace contextRef="#ctx0" brushRef="#br0" timeOffset="76185.2399">3674 185 20031 0,'0'0'896'0,"-12"-3"176"0,12 3-864 31,0 0-208-31,0 0 0 0,0 0 0 0,0 0 736 0,0 0 96 0,0 0 32 0,0 0 0 0,12 9-624 0,0 1-240 16,-2 3 176-16,-2-3-176 0,1 0 0 0,-1 2 0 31,2 3-208-31</inkml:trace>
          <inkml:trace contextRef="#ctx0" brushRef="#br0" timeOffset="75929.8222">3788 419 2751 0,'0'0'256'0,"0"0"-256"16,0 0 0-16,0 0 0 0,0 0 3248 0,-8-8 592 0,8 8 128 0,-8-5 32 15,8 5-1760-15,0 0-368 0,-14-5-64 0,14 5-16 16,0 0-1072-16,0 0-208 0,0 0-64 0,-8 12 0 0,3 3-448 0,3 0 0 31,2 0 0-31,3 2 0 0,1 0 0 0,1 0-128 0,2-4 128 0,-1 2 0 16,-1 0 0-16,2 0 0 0,0 4 0 0,-1-1 0 16,1-2 0-16,0-1 0 0,-2 2-128 0,-5-17 128 15,7 15 0-15,-1 2 0 0,-1 1 0 0,1 1 0 16,-3-3 0-16,-1 1 0 0,-2-2 0 0,0 0 0 15,0-1 0-15,-2-1 0 0,0 1-128 0,1 1 128 16,-1 0 0-16,2-15 0 0,-4 14 0 0,4-14 0 0,-3 13 0 0,3-13 0 0,0 0 128 16,0 0-128-16,0 0 0 0,0 0 0 0,0 0 0 15,0 0 0-15,0 0 176 0,0 0-176 0,0 0 192 0,0 0-192 32,-10-10 144-32,3 2-144 0,2-3 0 0,5 11 144 0,-6-13-144 15,0 1 0-15,1 2 0 0,0 0 128 0,-1 0-128 0,-1 3 0 0,0-5 0 0,2 1 0 16,-2-1 0-16,2 0 0 0,0 0 0 0,2 1 0 15,0-1 0-15,-1 0 0 0,3 0 0 0,1 12 0 16,3-12 0-16,0 1 128 0,-1-5-128 0,1 5 0 16,-3 11 0-16,0 0 0 0,9-14 0 0,1 4 0 0,3 3 0 0,1 1 0 15,-2-1 0-15,1 2 0 16,0 0-2080-16,1 2-400 0</inkml:trace>
          <inkml:trace contextRef="#ctx0" brushRef="#br0" timeOffset="77000.1633">4135 522 10127 0,'0'0'448'0,"0"0"96"0,0 0-544 0,13-7 0 0,-2-1 0 0,-1 1 0 0,0 0 2752 15,2 2 432-15,1 2 80 0,0 0 32 16,-1-2-2320-16,-12 5-464 0,14-4-80 0,-14 4-32 15,13 2-400-15,-13-2 0 0,0 0 0 0,14 5 0 0,-14-5 0 0,10 8 0 0,-10-8 0 16,0 0-6864 0,10 9-1456-16</inkml:trace>
          <inkml:trace contextRef="#ctx0" brushRef="#br0" timeOffset="77136.997">4404 532 6447 0,'0'0'272'0,"0"0"80"0,0 0-352 0,0 0 0 0,0 0 0 0,0 0 0 16,0 0 3168-16,0 0 560 0,0 0 112 0,0 0 32 0,0 0-3248 16,0 0-624-16,0 0-192 15,0 0 0-15</inkml:trace>
        </inkml:traceGroup>
        <inkml:traceGroup>
          <inkml:annotationXML>
            <emma:emma xmlns:emma="http://www.w3.org/2003/04/emma" version="1.0">
              <emma:interpretation id="{60AE6F70-A710-406F-8EE1-C315F1F92417}" emma:medium="tactile" emma:mode="ink">
                <msink:context xmlns:msink="http://schemas.microsoft.com/ink/2010/main" type="inkWord" rotatedBoundingBox="12559,7268 13563,7262 13567,7776 12563,7782"/>
              </emma:interpretation>
              <emma:one-of disjunction-type="recognition" id="oneOf3">
                <emma:interpretation id="interp3" emma:lang="" emma:confidence="0">
                  <emma:literal>Wn</emma:literal>
                </emma:interpretation>
                <emma:interpretation id="interp4" emma:lang="" emma:confidence="1">
                  <emma:literal>w n</emma:literal>
                </emma:interpretation>
                <emma:interpretation id="interp5" emma:lang="" emma:confidence="0">
                  <emma:literal>Wm</emma:literal>
                </emma:interpretation>
                <emma:interpretation id="interp6" emma:lang="" emma:confidence="0">
                  <emma:literal>Win</emma:literal>
                </emma:interpretation>
                <emma:interpretation id="interp7" emma:lang="" emma:confidence="0">
                  <emma:literal>W,</emma:literal>
                </emma:interpretation>
              </emma:one-of>
            </emma:emma>
          </inkml:annotationXML>
          <inkml:trace contextRef="#ctx0" brushRef="#br0" timeOffset="78004.0011">4975 305 10127 0,'0'0'896'0,"0"0"-704"16,0 0-192-16,0 0 0 0,0 0 2576 0,0 0 496 0,0 0 80 0,0 0 32 15,5 15-2160-15,0-1-448 0,-5-14-64 0,6 16-32 16,3 3-352-16,1-1-128 0,0-1 0 0,4 0 0 16,1-4 0-16,0 6 0 0,0 0 0 0,-2-3 0 15,1-1 0-15,-1-1 0 0,-1-1 0 0,-12-13 0 0,12 12 0 0,-2 0 0 16,-10-12 0-16,12 8 0 0,-12-8 0 0,0 0 0 16,15 7 0-16,-15-7 0 0,15 3 0 0,-2-3 0 15,-1-3 0-15,2-4 0 16,-1 2 256-16,1 0-64 0,-3-1 0 0,1-1 0 15,0 0 0-15,0 0 0 0,-4-1 0 0,1 0 0 0,-1-4-192 0,-1 3 0 0,-7 9 128 0,0 0-128 16,5-13 0-16,-5 13 128 16,0 0-128-16,1-12 0 0,-1 12 0 0,0 0 0 0,0 0 0 15,0 0 0 1,-6-10 0-16,6 10 0 0,0 0 0 0,0 0 0 0,0 0 0 0,0 0 0 16,0 0 0-16,-7 12-160 0,7-12 160 0,-2 13 0 15,2-13 0-15,4 15 0 0,-4-15 0 0,6 14 0 0,-6-14 0 0,11 10 0 0,-11-10 0 16,15 10 0-1,-15-10 0-15,16 5 0 0,-2-2 0 0,-14-3 0 0,0 0 0 0,15 0 128 16,-15 0-128-16,15-1 0 0,-15 1 0 16,12-5 128-16,-12 5-128 0,12-7 0 0,-2-1 0 0,-2-1 128 0,-1-1-128 15,-7 10 0-15,8-12 0 0,-1-1 128 0,-3-1-128 0,-1 1 0 32,-3-1 0-32,0-1 0 0,0-3 0 0,-2-6 128 0,-3-4-128 15,0-3 0-15,0-1 0 0,0 0 128 0,-3-1-128 0,-1 6 0 16,1 3 0-16,1 6 0 15,-1 1 0-15,1 10 0 0,0 2 0 0,0 2 0 0,7 3 0 0,-10 3 0 16,10-3-416-16,-10 10-48 0,4 0-16 16</inkml:trace>
          <inkml:trace contextRef="#ctx0" brushRef="#br0" timeOffset="78418.9663">5705 524 6447 0,'0'0'576'0,"0"0"-576"0,0 0 0 0,0 0 0 16,12 8 1072-16,1 0 96 0,1-1 32 0,-3 0 0 15,-11-7-272-15,14 8-48 0,-14-8-16 0,15 12 0 16,-15-12-224-16,15 12-32 0,-1 1-16 0,-14-13 0 15,11 14-32-15,-11-14-16 0,0 0 0 0,10 13 0 0,-10-13-128 0,0 0-32 0,0 0 0 0,0 0 0 16,0 0 112-16,0 0 16 16,0 0 0-16,0 0 0 0,0 0-96 0,0 0-16 0,0 0 0 0,0 0 0 15,0 0-208-15,0 0-32 0,0 0-16 0,0 0 0 16,0 0-144-16,0 0 0 16,0 0 144-16,0 0-144 0,-6-11 128 0,4 2-128 15,2 9 128-15,0-12-128 0,0 1 0 0,2 0 0 0,-2 11 0 0,5-11 128 16,-2-1-128-16,-3 12 0 0,2-12 0 0,-2 12 128 15,0 0-128-15,0 0 0 0,3-12 0 0,-3 12 0 16,0 0 0-16,0 0 224 0,0 0-32 0,0 0 0 16,0 0-32-16,14 4-16 0,-14-4 0 0,15 6 0 0,-15-6-144 0,18 14 0 15,-1 1 0-15,2 0 0 0,-1-1 0 0,2 1 0 16,-1 2 0-16</inkml:trace>
        </inkml:traceGroup>
        <inkml:traceGroup>
          <inkml:annotationXML>
            <emma:emma xmlns:emma="http://www.w3.org/2003/04/emma" version="1.0">
              <emma:interpretation id="{2DBEDE17-C1B5-42D9-98CD-20D61088D9ED}" emma:medium="tactile" emma:mode="ink">
                <msink:context xmlns:msink="http://schemas.microsoft.com/ink/2010/main" type="inkWord" rotatedBoundingBox="14274,7070 15769,7060 15774,7750 14279,7760"/>
              </emma:interpretation>
            </emma:emma>
          </inkml:annotationXML>
          <inkml:trace contextRef="#ctx0" brushRef="#br0" timeOffset="35452.7393">6692 379 1839 0,'0'0'0'0,"0"0"160"0,0 0-160 0,0 0 0 0,0 0 0 0,0 0 0 0,0 0 1088 0,11-5 192 16,-11 5 48-16,13-5 0 15,-13 5-1328-15,0 0-400 0,0 0-16 16,10-2 0-16,-3-5 16 0,-7 7 0 0,0 0 0 0,8-5 0 16,-1 0 400-16,-7 5 0 0,0 0 0 0,7-8 176 15,-2-2-176-15,-2 1 0 0,-3 9 0 0,4-8 0 0,-1 0 896 0,-1-1 208 16,-1 2 48-16,-1 7 0 0,2-6 496 0,1-3 96 16,1 3 32-16,-4 6 0 0,0 0-464 0,0 0-96 15,8-7 0-15,-1 2-16 0,-7 5-608 0,8-4-112 16,-8 4-32-16,0 0 0 0,0 0-288 0,0 0-160 15,0 0 160-15,10 7-160 0,-10-7 256 0,0 0-32 16,7 12-16-16,0 0 0 0,-2-2 384 0,-5-10 80 16,3 10 16-16,-1 3 0 0,-2 3 160 0,0-1 48 0,-2-2 0 0,1 2 0 0,-3 0-352 0,1 2-64 31,-2 0-16-31,1 0 0 0,1-2-176 0,1 0-32 0,1 0-16 16,1 0 0-16,1-1-112 0,1-2-128 15,1 1 176-15,-3-13-176 0,0 0 208 0,5 15-64 16,0-1-16-16,1-4 0 0,-6-10 80 0,0 0 16 0,8 12 0 0,-3-2 0 0,-5-10 48 0,0 0 16 15,0 0 0-15,0 0 0 16,0 0-128-16,0 0-32 0,0 0 0 0,0 0 0 16,0 0 0-16,0 0-128 0,0 0 192 0,0 0-64 15,0 0-128-15,0 0 192 0,0 0-192 0,-2-10 192 0,1-2-192 0,-1-2 0 16,-1-1 0-16,1-2 0 0,0-3 0 0,1-3 0 16,1-4 0-16,-2-5 0 15,0-5 0-15,0-4 0 0,-1-2 0 0,1-3 0 0,2 2 0 0,0 2 0 16,0 2 0-16,0 5 0 15,0 1 0-15,0 5 0 0,0 6 0 0,0 1 0 0,-1 5-160 0,-1 2 160 16,2 0 0-16,-2 5-144 0,1 3 144 0,1 7 0 0,0 0 0 0,0 0 0 16,0 0 0-16,0 0-128 0,0 0 128 0,0 0 0 15,0 0 0-15,6-7 0 0,-6 7 0 0,11-3-128 16,-1-2 128-16,1 5 0 0,1 3 0 0,2 1-128 16,1-1 128-16,0 4 0 0,0 3 0 0,0 2 0 31,-1-2 208-31,-1 2 80 0,1 1 16 0,-1 4 0 0,0 1 144 0,1 1 16 15,-1 1 16-15,3 2 0 0,-1 0-96 0,0 3 0 0,0 0-16 0,0 2 0 16,0 2-192-16,0-1-48 0,-3 1 0 0,0-4 0 0,-2-1-128 0,-2-1 0 16,-1-2 144-16,0-1-144 0,0-2 0 0,-4 2 0 15,-3-3 0-15,-2 5 0 16,-1-2-704-16,1 0-128 0,-1 1 0 0,0-5-16 16,-2-2-1488-16,-1-1-288 0,1 1-64 0,2-2-16 31,3-12-736-31,-5 13-144 0</inkml:trace>
          <inkml:trace contextRef="#ctx0" brushRef="#br0" timeOffset="35702.2246">6730 488 2751 0,'0'0'256'0,"0"0"-256"0,0 0 0 0,0 0 0 16,0 0 2416-16,0-6 432 0,0 6 96 0,0 0 0 31,5-7-576-31,0 0-112 0,1-1-16 0,4 1-16 0,2 0-1152 0,2 2-240 16,1 2-32-16,2 1-16 0,3 2-608 0,3 2-176 0,3 1 0 0,2 1 0 16,6-3 0-16,0 3 128 0,3-4-128 0,-2 0-7184 31,0-2-1488-31</inkml:trace>
          <inkml:trace contextRef="#ctx0" brushRef="#br0" timeOffset="36102.1609">7377 312 911 0,'0'0'0'16,"0"0"0"-16,0 0 0 0,0 0 0 0,0 0 2016 0,-6 6 320 31,6-6 64-31,-6 10 16 0,6-10-800 0,0 0-144 0,0 0-48 0,0 12 0 16,2 0-608-16,2-2-128 0,-4-10-32 0,6 12 0 15,3-2 112-15,1 0 32 0,0-3 0 0,2 1 0 16,1 2-352-16,1 0-64 0,-1-1 0 0,0-1-16 16,1 1-32-16,-2-3 0 0,0-1 0 0,-1 1 0 15,-1 0 48-15,-10-6 0 0,10 7 0 0,-10-7 0 16,11 3-16-16,-11-3 0 0,8 9 0 0,-8-9 0 15,0 0-80-15,0 0-16 0,0 0 0 0,0 0 0 16,0 0 112-16,0 0 32 0,0 0 0 0,10-4 0 16,-10 4-160-16,8-5-48 0,-8 5 0 0,9-5 0 15,-2-1-208-15,-1-1 0 0,1-3 128 0,0 0-128 0,-2-2 0 0,2-2 0 0,1-1 0 0,0-3 0 32,1-2 128-32,-1-2-128 0,-1-2 0 0,1-1 0 0,1-4 0 0,-1 2 0 15,-1 0 0-15,0 6 0 0,-2 2 0 0,-2 4 0 0,0 1 0 0,-1 6 0 16,-2 1-128-16,0 7-128 15,0 0-32-15,-7 0-8048 0,-3 2-1616 0</inkml:trace>
          <inkml:trace contextRef="#ctx0" brushRef="#br0" timeOffset="36521.8353">7862-87 19519 0,'0'0'864'0,"0"0"176"0,0 0-832 0,0 0-208 0,0 0 0 0,0 0 0 16,0 0 992-16,0 0 160 15,0 0 16-15,0 0 16 0,0 0-464 0,0 0-80 16,0 0-32-16,12 15 0 0,-1 5 336 0,1-1 64 16,-2-2 16-16,2-2 0 0,2-2-432 0,1 2-80 15,0 2 0-15,0 3-16 0,0 2-288 0,4 0-48 0,2 0-16 0,1 0 0 16,-3 1-144-16,-2 4 0 0,-1 2 144 0,-4-9-144 15,0 4 0-15,2-1 128 0,-4 1-128 0,0 1 0 16,-2-3 0-16,-1 0-256 0,-4 1 32 0,1 8 16 16,-4-4-1568-16,-4-9-304 0,-1-5-64 15</inkml:trace>
          <inkml:trace contextRef="#ctx0" brushRef="#br0" timeOffset="29720.5073">7998 465 7359 0,'0'0'656'0,"0"0"-528"0,0 0-128 0,0 0 0 15,0 0 1904-15,0 0 336 16,0 0 80-16,0 0 16 0,0 0-1600 0,0 0-320 0,0 0-64 0</inkml:trace>
        </inkml:traceGroup>
      </inkml:traceGroup>
    </inkml:traceGroup>
    <inkml:traceGroup>
      <inkml:annotationXML>
        <emma:emma xmlns:emma="http://www.w3.org/2003/04/emma" version="1.0">
          <emma:interpretation id="{FBAFA48F-067E-4F31-B11C-29E42970E9B4}" emma:medium="tactile" emma:mode="ink">
            <msink:context xmlns:msink="http://schemas.microsoft.com/ink/2010/main" type="paragraph" rotatedBoundingBox="5050,7860 6822,7515 6907,7951 5135,82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5F66D70-58A9-4DEE-8BFD-8794C73D3132}" emma:medium="tactile" emma:mode="ink">
              <msink:context xmlns:msink="http://schemas.microsoft.com/ink/2010/main" type="line" rotatedBoundingBox="5050,7860 6822,7515 6907,7951 5135,8296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F7E4D1C3-9609-4EBC-AA0D-DF29937A54F4}" emma:medium="tactile" emma:mode="ink">
                <msink:context xmlns:msink="http://schemas.microsoft.com/ink/2010/main" type="inkWord" rotatedBoundingBox="5050,7860 6822,7515 6907,7951 5135,8296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6293.5181">-2487 927 1839 0,'0'0'0'0,"0"0"160"0,0 0-160 0,0 0 0 0,0 0 0 0,0 0 0 16,0 0 2528-16,0 0 480 0,0 0 80 0,6 14 32 15,1-1-2080-15,1 1-400 0,3-2-96 0,0-1-16 16,3 0 224-16,6 5 32 0,-5-4 656 0,-3 0-672 0,1-2-144 16,-1 0-32-16,0 0 0 0,0 0-144 0,-2-1-48 15,0-3 0-15,-10-6 0 0,0 0-160 0,8 7-48 16,-8-7 0-16,0 0 0 15,0 0-192-15,0 0 176 0,0 0-176 0,0 0 160 16,0 0-32-16,0 0-128 0,0 0 192 0,0 0-64 16,0 0-128-16,-5-5 192 0,-1-2-192 0,-3 2 192 15,-1-1-192-15,-5-3 0 0,1 1 0 0,1-1 0 0,-4-2 0 0,2 0 128 0,2 1-128 0,1 0 0 16,0-1 0-16,4-3 128 16,1-1-128-16,-2 0 0 0,1 1 0 0,1 3 0 15,2-3 0-15,0 2 0 0,2 1 0 0,1-1 128 16,0 2-128-16,2 10 0 0,-1-12 0 0,-1 2 0 0,0 0 0 0,2 10 0 0,4-10 0 15,-4 10 0-15,1-14 0 0,3 2 0 16,-1 2 0-16,2-5 0 0,2 3 0 0,0 1 0 16,-2-1 0-16,1 2 0 15,3 0 0-15,1-1 0 0,2 1 0 0,-2 5 0 0,2 0 0 0,6-1 0 32,1-3-480-32,-1 4 32 0,2 3 0 0</inkml:trace>
          <inkml:trace contextRef="#ctx0" brushRef="#br0" timeOffset="6534.3881">-2474 927 6447 0,'0'0'576'0,"0"0"-576"0,0 0 0 0,14-3 0 15,-4-2 1216-15,1 0 144 0,1-2 32 0,2 2 0 16,-14 5-608-16,11-5-112 16,1 2-32-16,0-1 0 0,0 3-400 0,1-1-96 15,1 0-16-15,1 2 0 0,0 0-304 0</inkml:trace>
          <inkml:trace contextRef="#ctx0" brushRef="#br0" timeOffset="7009.9835">-1715 722 10303 0,'0'0'224'0,"0"0"48"0,0 0 16 0,0 0 0 0,-7 4-288 0,-1-1 0 0,-2 0 0 0,0 2 0 16,-1 0 368-16,1 4 16 0,-1-1 0 0,-3 2 0 16,1-1 48-16,-2 3 16 0,-2-4 0 0,2 2 0 15,-1 2 0-15,1 0 16 0,0-1 0 0,0 3 0 16,2-1-80-16,-1 2 0 0,1 2-16 0,-1 3 0 16,1-1-224-16,-1-1-144 0,1 1 192 0,1-1-192 15,0-2 128-15,4-5-128 0,1-1 0 0,4 1 0 0,3-11 160 0,0 0-160 0,0 0 128 0,6 6-128 16,3-1 144-16,1-1-144 15,0-4 160-15,2 0-160 16,3-4 176-16,0-1-176 0,0-3 192 0,0-1-192 16,1 3 0-16,-1-1 0 0,-4-1 0 0,1-1 0 0,-3 2 128 0,-1-1-128 15,0-2 0-15,1 2 0 0,-4 1 0 0,-5 7 0 16,7-7 0-16,-7 7 0 0,6-7 256 0,-1 1-64 0,0-1-16 0,-5 7 0 16,6-7 80-16,0 0 32 0,1 1 0 0,0-1 0 15,-1-1 32-15,3 1 0 0,1-2 0 0,2 3 0 0,-2 1-96 0,2 0-16 16,1 1 0-16,1 1 0 15,-1-1-208-15,0 3 144 0,-1-1-144 0,0 2 128 16,-2 2-128-16,-10-2 0 16,10 5 0-16,-10-5 0 0,9 7-144 0,-9-7-112 15,6 10-32-15</inkml:trace>
          <inkml:trace contextRef="#ctx0" brushRef="#br0" timeOffset="7288.0542">-1446 741 6447 0,'-13'-7'576'0,"13"7"-576"15,-7-2 0-15,0 1 0 0,-1-1 640 0,1 0 0 16,0 1 16-16,7 1 0 16,-6 0-448-16,6 0-80 0,-9 0-128 0,9 0 176 15,0 0 528-15,0 0 96 0,0 0 32 0,0 0 0 0,0 0-16 0,0 0 0 16,0 0 0-16,0 0 0 0,2 11-256 0,1-1-48 0,2 1-16 0,2-3 0 31,3 0-272-31,2 1-48 0,0 1-16 0,-1-3 0 0,1-1-160 0,2 1 0 0,-1-2 144 0,2 0-144 16,-3 0 0-16,0 0 128 0,-2-1-128 0,0 1-5200 15,2-2-1088-15</inkml:trace>
          <inkml:trace contextRef="#ctx0" brushRef="#br0" timeOffset="7534.0518">-1377 529 4767 0,'0'0'208'0,"0"0"48"0,0 0-256 0,0 0 0 0,0 0 0 0,10 6 0 15,2 1 832-15,0-2 128 0,1 4 0 0,1-3 16 0,-1 1-128 16,4 2-16-16,3 1 640 0,-3-2-768 15,0 0-160-15,-4 3-32 0,1-1 0 0,-1 0-176 16,-1 0-32-16,0 2-16 0,-2-1 0 0,0-1-128 0,-2 1-32 31,1-1 0-31,-1 0 0 0,-1 2-128 0,0-2 0 0,-1 0 144 16,1-2-6656-16</inkml:trace>
          <inkml:trace contextRef="#ctx0" brushRef="#br0" timeOffset="8005.4155">-1141 684 5519 0,'0'0'496'0,"0"0"-496"16,0 0 0-16,-2-7 0 0,0-2 1872 0,2 9 288 16,-1-8 48-16,1 8 16 0,0 0-1552 0,5-7-304 15,-5 7-64-15,8-5-16 0,-8 5-288 0,10-2 0 0,0 1 128 0,5 1-128 16,-1 0-432-16,-1 1-144 15,-13-1-16-15,15 4-16 16,1-4-864-16,-16 0-192 0,15 3-16 0,-15-3-16 0,13 0 288 0,-13 0 48 0,0 0 16 0,0 0 0 0,10 0 896 16,-10 0 192-1,0 0 48-15,0 0 0 0,0 0 656 0,0 0 144 16,0 0 32-16,0 0 0 0,0 0 880 0,0 0 176 16,0 0 48-16,0 0 0 0,0 0-1104 0,4 10-224 15,-4-10-32-15,0 0-16 0,0 0-352 0,3 10 128 0,-3-10-128 0,5 11 0 16,-5-11 0-16,7 8 0 15,-7-8 0-15,8 7 0 0,-8-7 128 0,0 0-128 0,10 3 128 0,-10-3-128 16,10 0 128-16,-10 0-128 0,10-2 128 0,-10 2-128 16,11-1 0-16,-3-1 128 0,-8 2-128 0,8-5 0 15,-8 5 0-15,9-7 128 0,-2 2-128 0,-7 5 0 16,0 0 0-16,8-7 0 0,-1-1 0 0,-7 8 0 16,8-5 0-16,0 2 0 0,-8 3 0 15,11-5 0-15,-11 5 0 0,0 0 0 0,10-2 0 16,-10 2 352-16,10-2 0 0,-10 2 0 0,10 0 0 0,-2-2-176 15,-8 2-48-15,10 2 0 0,0 0 0 0,-10-2-128 0,12 0 0 16,-2 2 0-16,-10-2-3792 16,0 0-880-16</inkml:trace>
          <inkml:trace contextRef="#ctx0" brushRef="#br0" timeOffset="8202.3385">-753 599 911 0,'0'0'0'0,"0"0"0"0,0 0 0 0,0 0 0 0,0 0 560 0,0 0 16 16,0 0 16-16,0 0 0 0,0 0 32 0,0 0 0 0,9 9 0 0,-3-1 0 15,-6-8-304-15,4 12-64 0,1-2-16 0,0 0 0 0,-5-10-240 0,5 10 0 16,0-1 128-16,-5-9-128 0,0 0 0 0,0 0 0 16,7 8 128-16,-7-8-128 0,0 0 0 0,6 9 0 15,-6-9 0-15</inkml:trace>
        </inkml:traceGroup>
      </inkml:traceGroup>
    </inkml:traceGroup>
    <inkml:traceGroup>
      <inkml:annotationXML>
        <emma:emma xmlns:emma="http://www.w3.org/2003/04/emma" version="1.0">
          <emma:interpretation id="{CF621F01-A2A6-4794-9568-341671282CCE}" emma:medium="tactile" emma:mode="ink">
            <msink:context xmlns:msink="http://schemas.microsoft.com/ink/2010/main" type="paragraph" rotatedBoundingBox="5475,8548 13730,8431 13748,9690 5493,98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890B08D-29DE-4D29-978F-2B5D38F15DA2}" emma:medium="tactile" emma:mode="ink">
              <msink:context xmlns:msink="http://schemas.microsoft.com/ink/2010/main" type="inkBullet" rotatedBoundingBox="5476,8620 5816,8616 5824,9160 5484,9164"/>
            </emma:interpretation>
          </emma:emma>
        </inkml:annotationXML>
        <inkml:trace contextRef="#ctx0" brushRef="#br0" timeOffset="81288.3299">240 1543 6447 0,'0'0'576'0,"0"0"-576"0,8-10 0 0,1 2 0 16,1 1 1088-16,-10 7 128 0,12-8 0 0,-2 1 16 15,-10 7-880-15,10-7-176 0,-2 0-48 0,-8 7 0 16,0 0 208-16,0 0 48 0,0 0 0 0,0 0 0 0,0 0 160 0,0 0 32 16,0 0 16-16,0 0 0 15,0 0 112-15,0 0 32 0,0 0 0 0,0 0 0 0,0 0-144 16,0 0-16-16,5-10-16 0,-5 10 0 15,0 0-176-15,0 0-16 0,0 0-16 0,0 0 0 0,0 0-224 0,0 0-128 16,0 0 160-16,0 0-160 0,-5-8 0 0,5 8 0 16,-8-5 0-16,8 5 0 0,-12-2 0 0,0 2 0 15,1 2 0-15,11-2 0 0,-14 0 416 0,2 2-16 16,12-2 0-16,-13 3 0 0,-1 2 16 0,3-2 0 0,-1 4 0 0,0 1 0 16,0 1-272-16,0 1-144 0,1 0 160 0,-1 4-160 15,0 2 0-15,4 1 0 0,-1 0 0 0,3 2 0 16,-1-1 0-16,2 1 0 15,1-1 0-15,1-1 0 16,3-4 0-16,3 2 0 0,2-4 0 0,2-1 0 0,-7-10 0 0,17 8 128 0,2-1-128 16,2-2 0-16,5-3 192 0,1-1-64 0,-2 1-128 0,2-2 192 15,0 2-320-15,1-2-80 0,-1 0-16 0</inkml:trace>
        <inkml:trace contextRef="#ctx0" brushRef="#br0" timeOffset="81509.9154">366 1579 17727 0,'0'0'784'0,"0"0"176"0,0 0-768 16,0 0-192-16,0 0 0 16,0 0 0-16,0 0 448 0,0 0 48 0,10 8 16 0,0 2 0 0,-3 2-512 15,0 0 0-15,-2-1-128 0,0 5 128 0,-2-1 0 0,1 2 128 16,-1-1 0-16,0 1 16 0,-1 2-144 0,0-4 128 15,-2 0-128-15,0-2 128 16,0-13-128-16,1 17 0 0,-1-2 144 0,2-3-144 31,-2-12-272-31,0 0-128 0,3 12-32 0</inkml:trace>
      </inkml:traceGroup>
      <inkml:traceGroup>
        <inkml:annotationXML>
          <emma:emma xmlns:emma="http://www.w3.org/2003/04/emma" version="1.0">
            <emma:interpretation id="{29F005C1-0920-44DF-90B0-02C3008DF34D}" emma:medium="tactile" emma:mode="ink">
              <msink:context xmlns:msink="http://schemas.microsoft.com/ink/2010/main" type="line" rotatedBoundingBox="6041,8540 13730,8431 13741,9176 6052,9285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B2B659EA-5A25-4A60-9CB5-4AD756B2B90C}" emma:medium="tactile" emma:mode="ink">
                <msink:context xmlns:msink="http://schemas.microsoft.com/ink/2010/main" type="inkWord" rotatedBoundingBox="6048,8995 6268,8991 6271,9137 6050,9140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81711.2417">597 1715 17279 0,'0'0'768'0,"0"0"144"0,-9-7-720 0,9 7-192 0,0 0 0 0,0 0 0 16,0 0 784-16,0 0 128 0,0 0 32 0,0 0 0 15,0 0-208-15,0 0-32 0,0 0-16 0,0 0 0 0,0 0-304 16,7 17-48-16,3 0-16 0,4-2 0 0,2 0-320 0,1 0 128 31,2 0-128-31,-1 2 0 0,1-2 0 0,-2 2 128 16,-2 0-128-16,-2 0 0 0,1-4 0 0,-4 4 128 0,-4 0-128 0</inkml:trace>
        </inkml:traceGroup>
        <inkml:traceGroup>
          <inkml:annotationXML>
            <emma:emma xmlns:emma="http://www.w3.org/2003/04/emma" version="1.0">
              <emma:interpretation id="{394864C6-D2BE-4D77-A1BA-23AC6A59CC0B}" emma:medium="tactile" emma:mode="ink">
                <msink:context xmlns:msink="http://schemas.microsoft.com/ink/2010/main" type="inkWord" rotatedBoundingBox="7657,8617 8362,8607 8369,9083 7664,9092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82551.8934">1297 1422 3679 0,'0'0'320'0,"0"0"-320"0,0 0 0 0,0 0 0 31,0 0 1440-31,0 0 224 0,11-8 32 0,-11 8 16 15,10-10-816-15,-10 10-144 0,0 0-48 0,0 0 0 0,0 0 368 16,4-7 64-16,-4 7 16 0,3-9 0 16,-3 9-400-16,0 0-80 0,0 0-16 0,0 0 0 15,2-8-48-15,-2 8-16 0,0 0 0 0,0 0 0 16,0 0 128-16,0 0 32 0,0 0 0 0,0 0 0 16,0 0-320-16,0 0-64 0,0 0-16 0,0 0 0 0,-9 7-352 0,3 1 128 15,-1 1-128-15,0 1 0 0,1 0 0 0,1 0 0 16,1 0 0-16,1 2 0 0,-1-2 0 0,3 0 0 15,-1 0 0-15,0 2 0 0,1-2 0 0,1 2 0 16,0-2 0-16,1 0 0 0,1 2 0 0,1-1 0 0,2 1 0 0,1-2 0 16,0 2 0-16,3-2 128 0,-1 0-128 0,4 2 0 15,3 2 0-15,2 1 144 0,0-4-144 0,1 0 0 0,2-3 0 16,2-3 0-16,2-2 0 0,1-1-144 0</inkml:trace>
          <inkml:trace contextRef="#ctx0" brushRef="#br0" timeOffset="82678.0816">1640 1415 6447 0,'0'0'576'0,"0"0"-576"16,0 0 0-16,0 0-2752 0</inkml:trace>
          <inkml:trace contextRef="#ctx0" brushRef="#br0" timeOffset="83136.2055">1658 1577 7359 0,'0'0'656'0,"0"0"-528"0,0 0-128 0,0 0 0 16,0 0 2240-16,0 0 400 0,0 0 96 0,0 0 16 15,0 0-960-15,0 0-176 0,0 0-32 0,0 0-16 16,0 0-800-16,-1 12-144 0,1-2-48 0,1 2 0 16,3 1-448-16,-1 2-128 0,0 0 0 0,1 2 0 15,-1 3 0-15,2-3 0 0,0 0 0 0,0 0 0 0,0-2 0 0,0 0 0 16,0-3 0-16,1 0 128 0,-1-1-128 0,0 3 0 15,1-4 0-15,1-2 0 16,0 1 0-16,-7-9 0 0,10 7 0 0,2 1 128 31,-2-1-1872-31,-10-7-368 0</inkml:trace>
        </inkml:traceGroup>
        <inkml:traceGroup>
          <inkml:annotationXML>
            <emma:emma xmlns:emma="http://www.w3.org/2003/04/emma" version="1.0">
              <emma:interpretation id="{6FEA13CB-5EB7-44EC-BA9D-16E2319AEB77}" emma:medium="tactile" emma:mode="ink">
                <msink:context xmlns:msink="http://schemas.microsoft.com/ink/2010/main" type="inkWord" rotatedBoundingBox="8853,8531 9683,8520 9690,9016 8860,9028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83483.438">1813 1599 911 0,'0'0'0'0,"0"0"0"16,0 0 0-16,0 0 0 0,0 0 1488 0,9-4 224 15,-1-2 32-15,-8 6 16 0,8-4-1248 0,-8 4-256 16,9-1-64-16,-9 1 0 0,10 0 1200 0,0 1 224 0,-10-1 48 0,8 4 16 16,-8-4-368-16,10 5-80 0,1 0 960 15,-11-5-1168-15,8 5-224 0,-8-5-48 0,7 8-16 16,-1 1-256-16,0 2-48 15,-3 0-16-15,-1-1 0 0,-1 0-176 0,-1 0-48 16,0-2 0-16,-1 1 0 0,-1 1-64 0,0-2 0 0,2-8-128 0,-3 10 192 16,-2 2-64-16,0-2-128 0,0-1 176 0,0 1-176 15,0 0 128-15,0-2-128 16,-1 1 0-16,6-9 0 0,0 0 0 0,-3 8 0 0,3-8 0 0,0 0 0 16,0 0 0-16,0 0 160 15,0 0-160-15,0 0 128 0,0 0 224 0,12 5 32 0,1-2 16 0,4-1 0 16,2-2-96-16,3 0-32 0,1 3 0 0,16 1 0 15,0-3-800-15,-1-1-176 16</inkml:trace>
          <inkml:trace contextRef="#ctx0" brushRef="#br0" timeOffset="84509.5417">3351 1325 11231 0,'0'0'496'0,"0"0"96"0,0 0-464 31,0 0-128-31,0 0 0 0,0 0 0 0,0 0 704 0,0 0 128 0,0 0 32 0,0 0 0 16,0 0-480-16,0 0-80 0,0 0-32 0,0 0 0 0,0 0-272 0,0 0 0 16,0 0 0-16,0 0 0 0,0 0 224 0,0 0-16 0,0 0 0 15,0 0 0-15,0 0 160 0,0 0 16 0,0 0 16 0,0 0 0 16,0 0-96-16,0 0-32 0,-10 1 0 0,10-1 0 15,-14-3-16-15,3 1 0 16,11 2 0-16,-12 7 0 0,12-7 160 0,-12 3 32 16,0 4 0-16,12-7 0 0,-11 10 64 0,11-10 32 0,-11 10 0 0,11-10 0 15,-8 10-160-15,1 0-16 0,2 2-16 0,2 2 0 0,0-1-352 0,-1 1 0 32,2-1 0-32,1 2 128 0,1-1-128 0,0-1 0 0,0-13 0 0,3 15 0 15,2-1 0-15,-5-14 176 0,10 10-176 0,2-3 192 0,2-2-192 16,2 0 160-16,3-4-160 0,-1 1 160 0,3-2-32 0,-1 0-128 15,2 0 192-15,1-2-64 0,1 1-128 0,-1-1 0 16,1-1 0-16,-1-1-7584 16,1-1-1392-16</inkml:trace>
          <inkml:trace contextRef="#ctx0" brushRef="#br0" timeOffset="86095.7413">3679 1500 14975 0,'0'0'656'0,"0"0"144"0,0 0-640 0,0 0-160 0,0 0 0 0,-5-11 0 16,5 11 1712-16,0 0 304 0,0 0 64 0,0 0 16 16,0 0-864-16,0 0-160 0,0 0-48 15,0 0 0-15,0 0-640 0,0 0-144 0,0 0-32 0,-3 17 0 16,1 0-208-16,2 2 0 0,3 2 0 0,1 1 0 16,1 0 0-16,0 2 0 0,3-2 0 0,-1 0 0 0,0-2 0 15,1-3 0-15,0-2 0 0,1 0 0 0,-1-2-176 0,1-1-80 16,1-4 0-16</inkml:trace>
          <inkml:trace contextRef="#ctx0" brushRef="#br0" timeOffset="86596.1402">3868 1550 13983 0,'0'0'624'0,"0"0"128"0,0 0-608 0,0 0-144 15,10 12 0-15,0-2 0 0,-10-10 592 0,10 10 96 0,-10-10 16 0,12 10 0 16,-4 2 576-16,0 1 128 0,1 1 32 0,-2 1 0 16,-2 2-384-16,-2 1-80 0,0-1-16 0,1 0 0 15,-1 0-704-15,2 0-256 0,-2-1 144 0,3 3-144 0,0-2 0 0,1 0 0 31,0-1 0-31,1 1 0 0,1-2 128 0,-1 0-128 16,0-1 128-16,1-1-128 0,-1-1 0 0,-8-12 0 16,10 15 0-16,-1-1 0 0,-9-14 0 0,6 15 0 0,-6-15 0 0,5 15 0 15,-5-15 0-15,4 17 0 0,-4-17 0 0,0 0 0 16,0 17 0-16,0-17 0 0,-5 13 0 0,5-13 128 0,0 0-128 0,-10 10 0 16,0-1 0-16,-1-4 128 0,0-2-128 0,1-1 160 15,0-1-160-15,-1-1 160 0,1-1-160 0,10 1 0 16,-13-4 0-16,1 3 128 0,12 1-128 0,-12-4 0 0,2 3 0 15,10 1 0 1,-12-5 176-16,4 0-48 0,8 5-128 0,-8-5 192 16,-1-1-192-16,9 6 0 0,-8-6 0 0,1-1 0 0,0-3 0 0,2 0 0 15,0 0 0-15,2 0 0 0,1-2 0 0,2 0 0 16,2-1 0-16,1-1 0 0,1-1 176 0,1 2 80 16,0-4 32-16,0 0 0 0,0 0-144 0,2 2-16 0,1 3-128 15,-8 12 192-15,10-13-192 0,2 4 0 0,-2 3 0 0,-10 6 0 31,17-2-352-31,-4 2-112 0,-13 0-32 0,14 0 0 0</inkml:trace>
        </inkml:traceGroup>
        <inkml:traceGroup>
          <inkml:annotationXML>
            <emma:emma xmlns:emma="http://www.w3.org/2003/04/emma" version="1.0">
              <emma:interpretation id="{CAA9F2FB-C195-4627-8795-DE3BC16260C0}" emma:medium="tactile" emma:mode="ink">
                <msink:context xmlns:msink="http://schemas.microsoft.com/ink/2010/main" type="inkWord" rotatedBoundingBox="10808,8473 12205,8453 12216,9198 10819,9218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86789.2647">3837 1360 2751 0,'-12'-12'128'0,"12"12"16"0,0 0-144 0</inkml:trace>
          <inkml:trace contextRef="#ctx0" brushRef="#br0" timeOffset="88132.9081">4445 1579 12607 0,'0'0'560'0,"0"0"112"0,0 0-544 0,0 0-128 0,0 0 0 0,0 0 0 0,0 0 1408 0,0 0 256 15,0 0 64-15,0 0 0 16,1-10-672-16,-1 10-128 0,0 0-32 0,0 0 0 15,0 0-608-15,9-9-128 0,-9 9-32 0,0 0 0 0,11-8-128 0,1 3-192 0,-12 5 32 16,15-2 16 0,-1 2-1056-16,-1 0-208 0</inkml:trace>
          <inkml:trace contextRef="#ctx0" brushRef="#br0" timeOffset="88293.0159">4524 1609 10127 0,'0'0'896'0,"0"0"-704"16,3-14-192-16,-3 14 0 0,5-11 1664 0,2 1 320 0,1 1 48 0,-8 9 16 15,14-8-1232-15,-1 1-240 0,-13 7-64 0,15-3 0 32,-15 3-1200-32,15-2-240 0,-15 2-48 0,19 0-16 0</inkml:trace>
          <inkml:trace contextRef="#ctx0" brushRef="#br0" timeOffset="89968.9023">5735 1538 3679 0,'0'0'320'0,"0"0"-320"16,0 0 0-16,0 0 0 0,0 0 2336 0,0 0 400 15,0 0 80-15,0 0 0 0,7-3-1024 0,-7 3-192 0,0 0-64 0,0 0 0 16,0 0-320-16,0 0-80 0,0 0-16 0,0 0 0 0,0 0-288 0,0 0-48 16,0 0-16-16,0 0 0 0,5 12-528 0,0 1-112 15,-2 1-128-15,1 1 176 0,-1 3-176 0,0 2 0 32,2 2 0-32,1 0 0 0,-1 0 0 0,1-2 0 0,1-1 0 0,0-1 0 15,1 1 0-15,1-2 0 0,-1-1 0 0,2 0 128 16,0-3-320-16,0-1-80 15,0-2-16-15</inkml:trace>
          <inkml:trace contextRef="#ctx0" brushRef="#br0" timeOffset="90404.2827">5944 1658 1839 0,'0'0'0'0,"0"0"160"0,0 0-160 0,0 0 0 0,0 0 0 0,0 0 0 0,0 0 2480 0,3 11 464 16,2 1 80-16,0-2 32 0,0 0-1904 0,2-1-368 16,-7-9-80-16,7 8 0 15,-1-1 160-15,1 0 32 0,-7-7 16 0,9 6 0 0,-9-6-128 0,8 9-16 16,-8-9-16-16,0 0 0 0,0 0-160 0,0 0-16 0,0 0-16 0,0 0 0 15,0 0-96-15,0 0-16 16,0 0 0-16,0 0 0 0,0 0-128 0,0 0-16 0,0 0-16 16,0 0 0-16,0 0-160 0,0 0-128 15,0 0 144-15,0 0-144 0,0 0 0 0,0 0 0 16,0 0 0-16,0 0 0 0,0 0 144 0,0 0-144 16,-2-10 128-16,2 1-128 0,2 1 0 0,1-2 0 15,2 0 0-15,0 1 0 0,2 3 0 0,0 1 0 16,0-2 0-16,-7 7 0 0,10-5 0 0,0 1-144 0,-2 3 144 0,-8 1-160 0,12 1 160 0,-2 4 0 15,-1 2-144-15,-1 2 144 0,0 1 0 0,-1 1 0 16,0 3 0-16,-2 1 0 16,0 0 0-16,0 2 0 15,0 2 0-15,-2-1-11616 0</inkml:trace>
          <inkml:trace contextRef="#ctx0" brushRef="#br0" timeOffset="88844.4384">5486 1293 9263 0,'0'0'400'0,"0"0"112"0,0 0-512 0,0 0 0 15,0 0 0-15,0 0 0 0,0 0 992 0,0 0 96 16,0 0 32-16,-7-2 0 0,7 2-608 0,0 0-112 0,-8 2-16 0,0 1-16 16,-1-1-176-16,9-2-16 0,-10 5-16 0,0 0 0 15,0-2 480-15,0 2 80 16,-2 0 32-16,0 2 0 0,0 3 16 0,1 0 0 15,-3-1 0-15,1-1 0 0,-1-1-448 0,1 1-64 0,-1 0-32 0,-1 1 0 16,0 1 144-16,2 0 16 0,-1 0 16 0,-1 5 0 0,3-1 176 0,5-2 16 31,7-12 16-31,-5 11 0 0,5-11-368 0,0 0-80 0,2 14-16 0,3-2 0 16,4-2 16-16,2-2 0 0,6-3 0 0,3 0 0 16,2 0 176-16,2 0 48 0,3-1 0 0,1 1 0 0,3-2-384 15,-1 0 0-15,-1-1 0 0,2-2 0 16,3 0-352-16,-2-2-144 0,0 1-16 15</inkml:trace>
        </inkml:traceGroup>
        <inkml:traceGroup>
          <inkml:annotationXML>
            <emma:emma xmlns:emma="http://www.w3.org/2003/04/emma" version="1.0">
              <emma:interpretation id="{0F816464-0E73-4DC5-911D-8EA0EBF7C4C9}" emma:medium="tactile" emma:mode="ink">
                <msink:context xmlns:msink="http://schemas.microsoft.com/ink/2010/main" type="inkWord" rotatedBoundingBox="12786,8445 13730,8432 13738,8999 12794,9013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154343.8389">307 2036 1839 0,'0'0'160'0,"0"0"-160"0,0 0 0 0,0 0 0 16,0 0 992-16,0 0 160 0,0 0 48 0,0 0 0 0,0 0-864 0,0 0-160 0,0 0-48 0,0 0 0 15,0 0 64-15,0 0 16 16,0 0 0-16,0 0 0 0,-10-1 384 0,10 1 80 16,0 0 16-16,0 0 0 0,0 0 112 0,0 0 32 15,0 0 0-15,0 0 0 0,0 0-192 0,0 0-48 16,0 0 0-16,-10 6 0 0,10-6-96 0,0 0-32 16,0 0 0-16,-12 7 0 0,4 0-320 0,8-7-144 15,-10 10 128-15,1 0-128 0,9-10 0 0,-8 13 128 16,1-1-128-16,2-2 0 0,5-10 288 0,-7 14-32 15,-1-2 0-15,1-1 0 0,7-11 112 0,-6 15 16 16,-1-1 0-16,2-1 0 0,0-1 0 0,0 2 0 16,1-1 0-16,1 2 0 0,1 0-384 0,2 2 0 0,0 0 0 0,4 0 0 0,-1 3 0 15,2-3 0-15,2 0 0 16,0-1 0-16,1-2 0 0,0-4 128 0,2 0-128 0,2 0 0 16,-2-3 128-16,2 0-128 0,-12-7 128 0,15 5-128 15,2-2 0-15,0 2 144 0,-2-3-144 0,2 0 0 16,0-2-832-16,0 0-256 0</inkml:trace>
          <inkml:trace contextRef="#ctx0" brushRef="#br0" timeOffset="155081.0071">299 2255 13295 0,'0'0'576'0,"0"0"144"0,0 0-576 0,0 0-144 16,0 0 0-16,0 0 0 0,0 0 944 0,0 0 144 16,0 0 48-16,0 0 0 0,0 0-176 0,0 0-48 0,0 0 0 0,0 0 0 15,13-2-336-15,-13 2-80 16,17 4-16-16,-2 1 0 0,0 0-304 0,1 3-176 0,-1 4 192 0,0 1-192 16,0 4 0-16,0 0 0 0,0-2 0 0,2 4 0 0,-2-4 0 0,0 2 0 15,1 0 0-15,-1-1 0 0,-2 1 0 0,1 0 0 16,-3-2 0-16</inkml:trace>
          <inkml:trace contextRef="#ctx0" brushRef="#br0" timeOffset="154837.2">524 2127 2751 0,'0'0'256'0,"0"0"-256"0,0 0 0 0,9 10 0 16,-9-10 1792-16,3 12 320 0,-3-12 64 0,0 15 16 16,0-1-768-16,-3 1-144 0,-2-2-48 0,-2 2 0 15,-1 0-144-15,-1 1-48 0,-1 2 0 0,0-1 0 16,2 0-624-16,-3-4-128 0,1 1-32 0,2-1 0 16,-2 2-256-16,0-1 160 0,0-4-160 0,0 2 128 15,-1-2-128-15,3 0 0 0,-2 0 144 0,2-2-144 31,1 1-960-31,7-9-256 0,-9 6-48 0</inkml:trace>
        </inkml:traceGroup>
      </inkml:traceGroup>
      <inkml:traceGroup>
        <inkml:annotationXML>
          <emma:emma xmlns:emma="http://www.w3.org/2003/04/emma" version="1.0">
            <emma:interpretation id="{56D6114D-8C87-42E7-971F-CD821B88BAE5}" emma:medium="tactile" emma:mode="ink">
              <msink:context xmlns:msink="http://schemas.microsoft.com/ink/2010/main" type="line" rotatedBoundingBox="7761,9149 10141,9212 10125,9802 7746,9739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976E8B8B-672B-4B1C-B614-5916F29F5A6A}" emma:medium="tactile" emma:mode="ink">
                <msink:context xmlns:msink="http://schemas.microsoft.com/ink/2010/main" type="inkWord" rotatedBoundingBox="7761,9164 8684,9189 8669,9763 7746,9739"/>
              </emma:interpretation>
            </emma:emma>
          </inkml:annotationXML>
          <inkml:trace contextRef="#ctx0" brushRef="#br0" timeOffset="155582.7813">699 2428 13823 0,'0'0'1216'0,"0"0"-960"0,0 0-256 0,0 0 0 16,0 0 960-16,0 0 128 0,0 0 48 0,0 0 0 16,0 0-320-16,0 0-64 0,0 0-16 0,0 0 0 15,0 0-448-15,0 0-96 0,9 12 0 0,-9-12-16 16,0 0-176-16,10 14 128 0,-10-14-128 0,0 0 128 0,8 15-128 0,-8-15 0 16,9 15 0-16,-3-2 0 0,-6-13 0 0,4 14 0 15,-4-14 0-15,3 15 128 16,-3-15-1088-16,0 0-208 0</inkml:trace>
          <inkml:trace contextRef="#ctx0" brushRef="#br0" timeOffset="156241.7661">905 2033 8927 0,'0'0'384'0,"-2"13"96"0,0 1-480 0,-1 1 0 15,-1 2 0-15,3 1 0 0,1-4 1024 0,3 3 96 16,1-1 32-16,1 3 0 0,0-2 256 0,1 1 48 16,4 2 16-16,2 2 0 0,0 2-736 0,1-1-144 15,1 4-16-15,-1-5-16 0,1-3-432 0,1 1-128 16,-2-2 0-16,1 4 0 0,-1 0 128 0,-1 0-128 15,-3 0 0-15,-4 1 0 0,-5 1 0 0,-4 0 0 0,-6-3 0 0,-7 5-9088 16</inkml:trace>
          <inkml:trace contextRef="#ctx0" brushRef="#br0" timeOffset="155846.0213">889 2425 9215 0,'0'0'400'0,"0"0"96"0,-13 0-496 0,13 0 0 0,0 0 0 0,0 0 0 16,-10 5 1376-16,10-5 176 16,0 0 48-16,0 0 0 0,-12 5-944 0,12-5-176 15,0 0-32-15,-8 7-16 0,8-7 416 0,0 0 96 0,0 0 16 0,0 0 0 16,0 0-688-16,0 0-128 0,-2 15-16 0,2-2-128 16,0-13 128-16,2 14-128 0,-2-14 0 0,5 15 0 15,1-2 0-15,0 1 0 0,-6-14 0 0,6 15 0 16,-6-15-672-16,10 13-240 0,-10-13-48 0,12 16-16 15</inkml:trace>
          <inkml:trace contextRef="#ctx0" brushRef="#br0" timeOffset="159320.8533">1509 2122 2751 0,'0'0'256'0,"0"0"-256"0,0 0 0 0,0 0 0 0,0 0 1488 0,0 0 256 16,0 0 48-16,0 0 16 0,0 0-928 0,0 0-192 15,0 0-48-15,0 0 0 0,0 0-16 0,0 0-16 0,0 0 0 0,0 0 0 16,0 0 80-16,-12 5 16 0,12-5 0 0,0 0 0 16,-10 9-80-16,10-9-16 0,-10 8 0 0,10-8 0 15,0 0-176-15,-9 13-48 16,2-1 0-16,7-12 0 0,-5 15-64 0,2-3-32 0,3-12 0 0,-2 15 0 15,1 0-112-15,1-1-32 16,0-2 0-16,1 1 0 0,4 1-144 0,-1-1 0 0,-3 2 0 0,3-1 128 16,1-1-128-16,2 1 0 0,-2-4 0 0,0 0 0 15,-2 0 0-15,0 2 0 0,1-2 0 0,1 0 0 16,-5-10 0-16,8 12 0 0,1-4 144 0,1 0-144 16,-2 1 0-16,2-1 128 0,2-4-128 0,0-3-9648 0</inkml:trace>
          <inkml:trace contextRef="#ctx0" brushRef="#br0" timeOffset="160460.6787">1618 2188 8287 0,'0'0'736'0,"0"0"-592"16,0 0-144-16,0 0 0 0,0 0 1536 0,0 0 288 0,0 0 48 0,0 0 16 15,0 0-864-15,0 0-192 0,0 0-16 0,0 0-16 16,7 13-80-16,-1-1-16 16,-2-2 0-16,-1 2 0 0,-1 1-112 0,1-1-16 15,-1 0-16-15,1 0 0 0,1-2-560 0,-4-10 0 0,5 13 0 0,0-3 0 16,-5-10 0-16,8 12 0 0,1-4 0 0,1 1 0 16,3-4 128-16,2-2-128 0,0-3 0 0,4 2 0 15,3-2 192-15,0 2-64 0,0-1 0 0,-1 3-6912 16,0-1-1360-16</inkml:trace>
          <inkml:trace contextRef="#ctx0" brushRef="#br0" timeOffset="160191.4028">1805 2147 9615 0,'0'0'416'0,"0"0"96"0,0 0-512 0,0 0 0 0,0 0 0 0,13-3 0 16,-13 3 1344-16,0 0 144 0,0 0 48 0,0 0 0 15,0 0-304-15,0 0-48 0,0 0-16 0,0 0 0 0,0 0-608 0,7 12-128 16,-7-12-32-16,-2 17 0 15,-1-2-144-15,-2 0-16 0,0 0-16 0,-4 3 0 0,-1-1-224 0,-2 2 144 16,1-1-144-16,2 1 128 16,1-1-128-16,1 1 0 0,0-6 0 0,2 1 128 15,0-4-128-15,5-10 0 0,-3 12 0 0,3-12 0 0,-3 13 0 0,1-3 0 16,2-10 0-16,0 0 0 16,-2 15 0-16,1-5 0 0,1-10-224 0,0 0 80 0</inkml:trace>
        </inkml:traceGroup>
        <inkml:traceGroup>
          <inkml:annotationXML>
            <emma:emma xmlns:emma="http://www.w3.org/2003/04/emma" version="1.0">
              <emma:interpretation id="{2E82B972-23F6-4CF2-882B-EFB66B67FC9F}" emma:medium="tactile" emma:mode="ink">
                <msink:context xmlns:msink="http://schemas.microsoft.com/ink/2010/main" type="inkWord" rotatedBoundingBox="9041,9183 10141,9212 10127,9720 9027,9691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161136.6448">1980 2442 1839 0,'0'0'0'0,"0"0"160"0,0 0-160 0,0 0 0 0,0 0 0 0,0 0 0 0,0 0 3712 0,0 0 704 0,-10-5 128 0,10 5 48 16,0 0-2544-16,0 0-512 0,0 0-112 0,0 0-16 16,0 0-512-16,0 0-128 0,0 0 0 0,0 0-16 15,0 0-592-15,0 0-160 16,5 15 0-16,1-2 0 0,-6-13 0 0,9 15 0 15,-2-1 0-15,-7-14 0 0,6 15 0 0,-1-1 0 0,-5-14 0 0,5 16 0 16,-5-16 0-16,2 17 0 16,-2-17 0-16,0 0-11584 0</inkml:trace>
          <inkml:trace contextRef="#ctx0" brushRef="#br0" timeOffset="161557.9137">2108 2433 8927 0,'0'0'384'0,"0"0"96"0,0 0-480 0,0 0 0 0,-12 7 0 0,12-7 0 0,0 0 1168 16,0 0 144-16,0 0 32 0,0 0 0 15,0 0 0-15,0 0 16 0,0 0 0 0,0 0 0 16,0 0-528-16,0 0-128 0,0 0 0 0,10 5-16 15,0-2-560-15,0 1-128 0,2-1 0 0,0-1 0 16,-2-2 144-16,0 2 48 0,0-1 16 0,2 1 0 16,-12-2-16-16,0 0 0 0,10 3 160 15,-10-3-80-15,0 0-16 0,0 0 0 0,0 0 0 16,0 0-96-16,8 9-32 0,-8-9 0 0,0 0 0 16,5 8-128-16,-5-8 0 0,0 0 0 0,0 0 0 0,-1 12 0 0,1-12 0 15,0 0 0-15,-2 10 0 0,2-10 0 0,-5 8 0 16,5-8 0-16,0 0 0 0,-5 9 0 0,5-9 0 15,0 0 0-15,-7 7 0 0,7-7 0 0,0 0 0 16,-8 5 0-16,8-5 0 0,0 0 0 0,0 0 0 0,0 0 0 0,0 0 0 16,0 0 0-16,0 0 0 15,0 0 0-15,0 0 0 0,10 1 0 0,2 3 0 0,1-3 0 0,4-1 128 0,0-1-128 0,1-1 0 32,2-1 0-32,9-6-7136 15,-4-3-1376-15</inkml:trace>
          <inkml:trace contextRef="#ctx0" brushRef="#br0" timeOffset="162004.0458">2308 2055 15423 0,'0'0'688'0,"0"0"144"0,0 0-672 0,0 0-160 15,0 0 0-15,0 0 0 0,0 0 912 0,0 0 160 16,0 0 16-16,0 0 16 0,10 1-480 0,2 1-112 16,1 0 0-16,2 1-16 0,0 1 144 0,2 1 16 0,0 1 16 0,2 3 0 15,1 3-416-15,-2 1-96 16,1 4-16-16,-2 3 0 0,-2 2-144 0,-3 3 0 15,-2 4 0-15,-4 3 0 0,-1 3 0 0,-5 4 0 0,-3-4 0 0,-4 4 0 16,-4 3 0-16,-5-4 0 0,-2 0 0 0,-2-1-10752 16</inkml:trace>
          <inkml:trace contextRef="#ctx0" brushRef="#br0" timeOffset="10529.6978">-1882 1907 911 0,'0'0'0'0,"0"0"0"0,0 0 0 0,0 0 0 16,0 0 2448-16,0 0 416 0,0 0 80 0,0 0 0 0,0 0-2272 0,0 0-464 16,0 0-80-16,14 10-128 0,-1-2 0 0,-13-8 0 15,14 14 0-15,-3-3 0 0,-11-11 352 0,14 12-32 16,-14-12 0-16,15 14 0 0,-1-1 80 0,-14-13 16 16,0 0 0-16,13 12 0 0,-13-12-96 0,0 0 0 0,12 8-16 0,-12-8 0 15,0 0 144-15,0 0 16 0,0 0 16 0,0 0 0 16,0 0 512-16,0 0 96 0,0 0 32 0,0 0 0 0,-5-8-688 0,-2 1-144 15,0 0-32-15,-1-1 0 16,-2-2-256-16,-4 0 128 0,3 3-128 0,-3 0 0 0,1-1 0 0,-1 1 0 31,4-1 0-31,-3-4 0 0,-4-1 128 0,2 1-128 0,-1 2 0 0,3-2 0 0,-2 0 144 0,1-1-144 16,1-1 0-16,-1 1 144 0,-1-2-144 0,0 1 0 16,0-3 0-16,2-1 0 0,-1-2 0 0,2 1 0 15,4 1 0-15,3-1 0 0,2 1 0 0,1-3 0 16,2 3 0-16,2 1 0 0,1 2 0 0,4 2 0 0,-1 1 0 0,6 2 128 15,2-2-128-15,2 0 0 0,3 2 0 0,1 0 0 32,2 1 0-32,3 3-144 0,2 1 144 0,-2 0 0 15,-1 0-288-15,-1 0 48 0,3 3 16 0,-3 2-6352 16,-4 2-1264-16</inkml:trace>
          <inkml:trace contextRef="#ctx0" brushRef="#br0" timeOffset="10746.4467">-2089 1829 9215 0,'0'0'816'0,"0"0"-656"0,0 0-160 0,0 0 0 16,12-6 1216-16,2 1 224 0,2-1 32 0,3 3 16 15,1 0-1152-15,0 1-336 0,-1-3 144 0,1 0-144 0,2 0 0 0,0 0 0 31,-4 0 0-31,2 0 0 0,1 1 0 0,-1-1 0 0,-2 0 0 0,-1 2-6480 16</inkml:trace>
          <inkml:trace contextRef="#ctx0" brushRef="#br0" timeOffset="10963.5587">-1538 1844 8287 0,'0'0'736'0,"0"0"-592"0,0 0-144 0,0 0 0 16,0 0 2880-16,0 0 560 0,0 0 96 0,0 0 32 16,0 0-2672-16,16 9-544 0,0-2-96 0,2 3-32 15,2 0-48-15,2 2-16 0,0-4 0 0,0 5 0 16,-4 1-32-16,1 1 0 0,-1 0 0 0,-1-1-6864 15,-2 1-1392-15</inkml:trace>
        </inkml:traceGroup>
      </inkml:traceGroup>
    </inkml:traceGroup>
    <inkml:traceGroup>
      <inkml:annotationXML>
        <emma:emma xmlns:emma="http://www.w3.org/2003/04/emma" version="1.0">
          <emma:interpretation id="{59FFF03A-A735-4B02-AE83-0A5D8CC4B995}" emma:medium="tactile" emma:mode="ink">
            <msink:context xmlns:msink="http://schemas.microsoft.com/ink/2010/main" type="paragraph" rotatedBoundingBox="5352,11921 13703,11652 13737,12703 5386,129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82F7CF-FE61-47A0-80F6-250DEF4007B7}" emma:medium="tactile" emma:mode="ink">
              <msink:context xmlns:msink="http://schemas.microsoft.com/ink/2010/main" type="line" rotatedBoundingBox="5352,11921 13703,11652 13737,12703 5386,12972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9D21983A-DF1D-4B5A-AB76-3A435BB78137}" emma:medium="tactile" emma:mode="ink">
                <msink:context xmlns:msink="http://schemas.microsoft.com/ink/2010/main" type="inkWord" rotatedBoundingBox="8900,11900 9554,11879 9573,12452 8918,12473"/>
              </emma:interpretation>
            </emma:emma>
          </inkml:annotationXML>
          <inkml:trace contextRef="#ctx0" brushRef="#br0" timeOffset="100466.4384">1596 4743 3679 0,'0'0'320'15,"0"0"-320"-15,0 0 0 0,0 0 0 0,0 0 2592 0,0 0 448 16,0 0 96-16,0 0 0 0,-13 0-1040 0,1-1-224 16,0 1-32-16,2 3-16 0,0 2-768 0,0 0-160 0,-2-1-16 15,2 1-16-15,2 1-352 0,-4 3-64 16,-2-2 0-16,1 1-16 0,-2-1-112 0,0 1 0 0,1 0-16 15,-1 3 0 1,-2-1 96-16,4 0 32 0,-1-2 0 0,4 1 0 0,0 1 112 0,2 0 32 16,1 0 0-16,7-10 0 0,-2 13-192 0,2 2-16 15,2 1-16-15,1-1 0 16,4 0-224-16,0 0-128 0,1 2 128 0,4-4-128 0,1 1 176 16,2-4-48-16,1 2 0 0,2-4 0 0,2 1-128 0,2-1 0 0,0 0 144 15,3-4-144-15,4-6 0 0,1 0-240 16,-1-3 48-16,1-1-9520 15,2-1-1888-15</inkml:trace>
          <inkml:trace contextRef="#ctx0" brushRef="#br0" timeOffset="100136.4491">1488 4855 2751 0,'0'0'256'0,"0"0"-256"16,0 0 0-16,14-2 0 0</inkml:trace>
          <inkml:trace contextRef="#ctx0" brushRef="#br0" timeOffset="100932.7961">1828 5307 911 0,'0'0'0'0,"0"0"0"0,0 0 0 0,0 0 0 0,0 0 4528 0,0 0 816 15,0 0 160-15,0 0 48 16,0 0-3360-16,0 0-656 0,0 0-144 0,0 0-32 0,0 0-320 0,0 0-64 15,-3-12-16-15,3 12 0 0,0 0-256 0,0 0-64 16,0-11-16-16,0 11 0 0,0 0-320 0,3-11-64 0,-3 11-16 0,7-10 0 31,-7 10-224-31,7-8 0 0,-7 8 0 0,8-12 0 16,1 2 0-16,-1 2 0 0,-8 8 0 0,7-10 0 0,-7 10 0 0,6-12 0 16,-1 2 128-16,-5 10-128 0,6-12 0 0,-6 12 0 15,1-14 0-15,1 3 0 0,-2 11 0 0,0-10 0 16,-2-1 0-16,2 11 0 0,0 0 0 0,-3-10 0 15,3 10 0-15,0 0 0 0,0 0 0 0,0 0 0 16,0 0 0-16,0 0 0 0,0 0 0 0,0 0 0 16,0 0 0-16,0 0 0 0,0 0 0 0,0 0 0 15,10 12 0-15,0-2 0 0,0 0 0 0,0 0 0 16,-10-10 0-16,12 14 0 0,-2-4 0 0,0 2 0 16,-1 0 0-16,-3-1 0 15,-6-11-1808-15,9 12-304 0</inkml:trace>
          <inkml:trace contextRef="#ctx0" brushRef="#br0" timeOffset="101097.2888">1912 4971 23151 0,'-6'-19'1024'0,"2"7"208"0,-1 1-976 0,2 0-256 0,0 3 0 0,3 8 0 15,-2-8 704-15,2 8 80 0,-2-9 32 0,2 9 0 16,0 0-1888-16,0 0-368 0,0 0-80 0,0 0-8528 0</inkml:trace>
        </inkml:traceGroup>
        <inkml:traceGroup>
          <inkml:annotationXML>
            <emma:emma xmlns:emma="http://www.w3.org/2003/04/emma" version="1.0">
              <emma:interpretation id="{2BC9D282-ED2F-43A5-B308-44162AA1D959}" emma:medium="tactile" emma:mode="ink">
                <msink:context xmlns:msink="http://schemas.microsoft.com/ink/2010/main" type="inkWord" rotatedBoundingBox="5352,11921 11666,11718 11700,12769 5386,12972"/>
              </emma:interpretation>
            </emma:emma>
          </inkml:annotationXML>
          <inkml:trace contextRef="#ctx0" brushRef="#br0" timeOffset="101474.1358">2114 5098 6447 0,'0'0'576'0,"0"0"-576"16,0 0 0-16,0 0 0 0,4-10 2864 0,-4 10 464 0,5-11 80 0,-5 11 32 0,0 0-1600 0,10-7-320 16,-10 7-64-16,10-3-16 15,-10 3-528-15,0 0-96 16,15 1-32-16,-1 4 0 0,-14-5-560 0,15 9-224 0,-4-1 176 0,0 0-176 0,-11-8 144 16,10 14-144-1,-2-4 128-15,-8-10-128 0,7 13 128 0,0-1-128 0,-7-12 128 0,5 14-128 16,-5-1 208-16,0-13-32 0,0 0-16 0,-2 14 0 15,2-14 96-15,0 0 32 0,-5 11 0 0,5-11 0 16,-5 14 16-16,1-4 0 0,4-10 0 0,-5 13 0 0,5-13-128 0,-5 14-32 16,5-14 0-16,-5 12 0 15,5-12-144-15,0 0 0 0,-6 11 144 0,6-11-144 16,0 0 0-16,-4 16 128 0,4-16-128 0,0 0 0 16,0 0 0-16,0 0 0 0,0 0 0 0,12 8 128 0,-12-8-128 0,18 3 144 15,1-3-144-15,-1-1 160 0,1-4-160 0,3 0 0 16,0-2 0-16,1 2 0 0,3-4-176 0,-1-1-112 0,2 0-32 0,0-2-13360 15</inkml:trace>
          <inkml:trace contextRef="#ctx0" brushRef="#br0" timeOffset="94112.264">521 4878 9375 0,'0'0'416'0,"0"0"96"0,0 0-512 0,0 0 0 0,0 0 0 0,0 0 0 16,0 0 1088-16,0 0 128 0,0 0 32 0,0 0 0 16,0 0-208-16,0 0-32 0,0 0-16 0,-3-10 0 15,3 10-416-15,0 0-96 0,-7-10-16 0,7 10 0 16,0 0 80-16,-9-7 16 0,9 7 0 0,0 0 0 0,0 0-176 16,-8-7-48-16,8 7 0 0,0 0 0 0,0 0-48 0,0 0-16 0,0 0 0 0,0 0 0 15,-8-6-144-15,8 6-128 0,0 0 144 0,0 0-144 16,0 0 0-16,0 0 0 0,-12-2 0 0,12 2 0 15,-14 2 128-15,3 1-128 0,11-3 0 0,-14 5 0 16,4 2 448-16,0 0 0 0,0-1 0 0,0 3 0 16,0 1 0-16,1 0 0 0,9-10 0 0,-6 13 0 15,-1 1-160-15,3-1-32 0,3 1-16 0,2 3 0 16,1-1-240-16,3 1 0 0,5-2 0 0,0 4 0 16,2-2 0-16,3 0 0 0,4-2 0 0,3-2 0 0,1 1 160 15,4-4-160-15,2-2 160 0,4 0-160 0,3 1 128 16,1-1-128-16,3-4 0 0,2-6 144 15,4 0-1744-15,-3-8-336 0</inkml:trace>
          <inkml:trace contextRef="#ctx0" brushRef="#br0" timeOffset="98981.2383">704 4866 13823 0,'0'0'608'0,"0"0"128"0,0 0-592 0,9-8-144 16,-9 8 0-16,17-3 0 0,1 1 1264 0,1 4 208 15,-1 1 64-15,1 2-9216 0</inkml:trace>
          <inkml:trace contextRef="#ctx0" brushRef="#br0" timeOffset="98779.7881">649 5398 4607 0,'0'0'400'0,"0"0"-400"0,0 0 0 0,0 0 0 31,0 0 1088-31,0 0 144 0,0 0 32 0,0 0 0 0,0 0 32 16,13 3 16-16,-13-3 0 0,0 0 0 0,15 0 352 0,-15 0 80 0,16 2 16 16,-16-2 0-16,0 0-800 0,15 3-144 15,-15-3-48-15,15 2 0 0,-2 0-320 0,-13-2-64 16,0 0 0-16,0 0-16 0,0 0-144 0,14 3-32 0,-14-3 0 0,13 2 0 0,-13-2-32 16,0 0-16-1,0 0 0-15,14-2 0 0,-14 2 32 0,15-3 0 16,-2-1 0-16,-13 4 0 0,10-6-176 0,0 1 0 0,-10 5 0 0,11-9 0 15,-11 9 0-15,8-10 0 16,-8 10 0-16,8-12 128 0,-8 12-128 0,7-13 0 0,-7 13 0 0,5-14 128 16,-5 14-128-16,2-11 0 0,-2 11 0 0,0-14 128 15,0 14 32-15,0 0 0 0,0 0 0 0,0 0 0 0,0 0-160 16,3-15 0 0,-3 15 0-16,0 0 0 0,0 0 0 0,0 0 0 0,0 0 0 0,0 0 0 15,0 0 0-15,0 0 0 0,0 0 0 0,0 0 0 16,0 0 176-16,0 0 0 0,0 0 0 0,0 0 0 0,0 0 80 0,0 0 32 15,14 7 0-15,-4 1 0 0,-10-8-160 0,0 0-128 0,12 9 144 0,-12-9-144 32,13 6 0-32,-13-6 0 0,13 5 0 0,-13-5 0 15,14 2-2304-15,-14-2-368 16</inkml:trace>
          <inkml:trace contextRef="#ctx0" brushRef="#br0" timeOffset="99385.5199">1110 5277 15199 0,'0'0'672'0,"0"0"144"0,0 0-656 0,-10-4-160 16,1-1 0-16,9 5 0 0,0 0 1664 0,0 0 288 0,0 0 64 0,0 0 16 16,0 0-832-16,0 0-176 15,0 0-16-15,0 0-16 0,0 0-368 0,0 0-80 16,0 0-16-16,0 0 0 0,0 0-192 0,0 0-32 15,7 21-16-15,1-5 0 0,-8-16-112 0,14 17-32 0,-2-2 0 0,-1 1 0 16,0-5-144-16,-3 3 0 0,-8-14 0 0,10 17-8672 31,-10-17-1840-31</inkml:trace>
          <inkml:trace contextRef="#ctx0" brushRef="#br0" timeOffset="101952.6288">2634 4760 8287 0,'0'0'368'0,"0"0"80"0,-8-6-448 0,8 6 0 0,-7-9 0 0,7 9 0 15,0 0 2880-15,0 0 512 0,0 0 80 0,0 0 32 16,0 0-2400-16,0 0-464 0,0 0-112 0,0 0-16 16,0 0-272-16,0 0-64 0,0 0-16 0,12-3 0 0,0-2-160 0,1 5-224 0,1 0 48 0,1 1-10032 15</inkml:trace>
          <inkml:trace contextRef="#ctx0" brushRef="#br0" timeOffset="102249.9913">2883 4784 7359 0,'0'0'656'0,"0"0"-528"0,0 0-128 0,0 0 0 0,0 0 1696 0,0 0 304 16,14-4 64-16,-14 4 16 0,0 0-576 0,10-8-112 0,-10 8-32 0,0 0 0 31,0 0-288-31,12-5-64 0,-12 5-16 0,0 0 0 15,0 0-736-15,15-2-256 0,-15 2 144 0,15-1-10560 16</inkml:trace>
          <inkml:trace contextRef="#ctx0" brushRef="#br0" timeOffset="43124.8328">-2023 5179 7359 0,'0'0'656'31,"0"0"-528"-31,0 0-128 0,0 0 0 0,13 10 2176 0,-1-3 384 0,-12-7 96 0,15 5 16 16,-1 0-1584-16,-14-5-304 0,12 7-64 0,-12-7-16 15,15 5 256-15,-15-5 64 0,0 0 0 0,15 5 0 0,-15-5-144 16,15 8-32-16,-15-8 0 0,13 10 0 0,-13-10-224 0,14 16-48 15,-4-1-16-15,-3-2 0 0,-7-13-352 0,6 15-64 0,-6-15-16 0,7 17 0 16,-7-17-128-16,5 19 0 16,-5-19 0-16,0 17 0 0,0-17 0 0,0 0 128 15,0 0-128-15,-1 15 0 0,1-15 128 0,0 0-128 0,0 0 0 16,0 0 128-16,0 0-128 0,0 0 0 0,0 0 144 0,0 0-144 16,0 0 160-16,0 0-32 0,-12 3-128 0,12-3 192 15,-10-2-192-15,0-3 144 16,-2-1-144-16,2-1 128 0,1-2-128 0,-1-1 0 15,0-1 0-15,0-1 128 0,-2-2-128 0,2-1 0 0,0-3 0 0,2-1 0 16,-4 1 0-16,2-4 0 0,0-8 0 0,0-1 128 16,0-1-128-16,-1-3 0 15,1 1 0-15,4 2 0 0,1 5 0 0,-1 0 0 16,-2 4 0-16,3 1 0 0,5 2 0 0,0 5 0 0,0 1 0 0,2 2 0 16,3 1 0-16,1 2 0 0,1 1 0 0,2 1 0 0,2 0-240 15,3 2 32-15,-1 0 0 0,4 2 0 16,3 0-224-16,2-1-32 0,2 1-16 15,-1 1 0 1,-1-3-176-16,0 3-48 0,-2 2 0 0,-1 5 0 0,-2 2-1728 16,-2 2-368-16</inkml:trace>
          <inkml:trace contextRef="#ctx0" brushRef="#br0" timeOffset="43340.4482">-2092 5231 7359 0,'-30'0'320'0,"11"2"80"0,1-2-400 0,-1 0 0 15,2 0 0-15,4 3 0 0,3 1 1632 0,10-4 240 16,0 0 48-16,0 0 16 0,0 0-656 0,0 0-128 0,0 0-16 0,13-4-16 16,7 1-608-16,6 0-128 15,4-2-32-15,5-2 0 0,4-1-352 0,1-3 0 16,2 1 0-16,-1 2 0 0,-2-2-144 0,-2 0 0 15,-4-2 0-15</inkml:trace>
          <inkml:trace contextRef="#ctx0" brushRef="#br0" timeOffset="43781.7028">-1596 5364 18655 0,'0'0'832'0,"0"0"160"0,0 0-800 0,0 0-192 0,0 0 0 0,0 0 0 16,0 0 688-16,12-1 80 0,-12 1 32 0,17-4 0 15,-4 1-64-15,-13 3-16 0,16-3 0 0,-3-1 0 16,2 1-224-16,0-1-48 0,-1-1-16 0,1 2 0 15,-2-2-304-15,1 2-128 0,-1-2 128 0,-1 0-128 16,-12 5 0-16,14-6 0 0,-14 6 128 0,0 0-128 16,10-6 0-16,-10 6 128 0,0 0-128 0,0 0 128 0,0 0-128 0,0 0 0 15,0 0 0-15,0 0 0 0,0-15 0 0,0 15 128 0,0 0-128 0,0 0 0 16,-4-16 0-16,4 16 0 16,-5-13 0-16,5 13 0 0,0 0 144 0,0 0-144 0,0 0 160 0,0 0-160 15,0 0 192-15,0 0-48 0,0 0-16 0,0 0 0 16,0 0 32-16,12-7 0 0,-12 7 0 0,0 0 0 15,17-3-160-15,-2 3 0 0,-2 2 0 0,-13-2 0 0,16 5 0 0,-3 0 0 16,0 3 0-16,1-1 0 16,-2 0 0-16,-2-1 0 0,0 3 0 0,-10-9 0 31,7 10-1440-31,-7-10-320 0</inkml:trace>
          <inkml:trace contextRef="#ctx0" brushRef="#br0" timeOffset="104085.9341">3942 4966 20495 0,'0'0'896'0,"0"0"208"0,0 0-880 0,0 0-224 0,0 0 0 0,-7 10 0 0,2 1 176 15,0 3-16-15,0-1 0 0,1 1 0 0,3-1 160 0,1 4 16 16,1 0 16-16,4 3 0 0,2-1 112 0,1 1 32 15,3-2 0-15,2 3 0 0,1-1-112 0,1 3-32 0,0 2 0 0,0-1 0 16,0-2 0-16,-1 0 0 0,-1-2 0 0,-1 2 0 16,-2-4 144-16,-2 6 16 0,-3-1 16 0,0-1 0 15,0 0-176-15,-1 2-32 0,-4-1-16 0,0-1 0 16,-2-2-144-16,0-1-32 0,-1-4 0 0,3-15 0 16,-8 14 0-16,1-4 0 15,7-10 0-15,-10 8 0 0,0-3 112 0,10-5 16 0,-14 0 0 0,2 0 0 0,1-2-48 0,1 1 0 16,0-1 0-16,-1-3 0 0,0 0-208 0,-1 0 128 15,0-2-128-15,0 0 0 0,1 1 0 0,-1-3 0 16,2 1 0-16,3-1 0 0,0-4 0 0,2 1 128 16,2-1-128-16,1 3 0 0,2 10 0 0,2-14 0 15,-1-3 128-15,5 1-128 0,-1-1 0 0,1 0 0 16,1 0 0-16,1 0 0 0,1 2 0 0,-1 0 0 16,1 0 0-16,-1-2 0 15,-1 0-320-15,0 2-144 0,-1-5-48 0,1-2 0 0</inkml:trace>
          <inkml:trace contextRef="#ctx0" brushRef="#br0" timeOffset="103079.637">3279 4651 5519 0,'0'0'496'0,"0"0"-496"0,0 0 0 0,0 0 0 15,0 0 3184-15,0 0 528 0,0 0 128 0,0-10 0 16,0-4-2144-16,0 14-432 16,0 0-96-16,5-8-16 0,-5 8-384 0,6-7-96 15,-1 0-16-15,-5 7 0 0,7-6-288 0,-7 6-64 16,7-7-16-16,-7 7 0 0,0 0-288 0,0 0 128 0,0 0-128 0,0 0 0 16,0 0 192-16,0 0-64 15,0 0 0-15,0 0-128 0,-10 3 240 0,1 2-64 16,-1 0-16-16,0 1 0 0,0-3 96 0,-2 4 0 0,1-1 16 0,-3 1 0 0,1 2 192 0,1-1 48 15,-2 2 0-15,4 0 0 0,-1 0-160 0,2 0-32 32,2 2 0-32,1 2 0 0,1-4-128 0,0 1-16 0,1 1-16 0,-1 3 0 0,5-15-160 0,0 0 0 15,-3 14 144-15,3-14-144 0,0 0 0 0,5 18 128 16,-5-18-128-16,7 19 0 0,-7-19 0 0,18 12 144 16,2-4-144-16,0 0 0 0,1-1 128 0,1 0-128 15,1-4 0-15,4 1 0 16,2-3-1600-16,-1 1-384 0</inkml:trace>
        </inkml:traceGroup>
        <inkml:traceGroup>
          <inkml:annotationXML>
            <emma:emma xmlns:emma="http://www.w3.org/2003/04/emma" version="1.0">
              <emma:interpretation id="{DA5B6437-3A37-4314-8ED7-EAF7642230DC}" emma:medium="tactile" emma:mode="ink">
                <msink:context xmlns:msink="http://schemas.microsoft.com/ink/2010/main" type="inkWord" rotatedBoundingBox="11231,11831 11423,11824 11425,11871 11232,11877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103666.3229">3681 4720 6447 0,'-12'-14'576'0,"5"6"-576"0,-1 0 0 0,8 8 0 0,-9-10 5200 0,9 10 944 31,0 0 176-31,0 0 32 0,0 0-4864 0,0 0-976 0,0 0-192 0,0 0-32 16,16 3-528-16,-3 4-96 0,-13-7-32 0,13 10-8400 16,1 1-1696-16</inkml:trace>
          <inkml:trace contextRef="#ctx0" brushRef="#br0" timeOffset="104303.4656">3795 4718 26207 0,'0'0'1152'0,"0"0"256"0,0 0-1136 0,0 0-272 0,0 0 0 0,0 0 0 16,15-3 192-16,-1 3 0 0,-14 0-16 0,15 5-8048 15,-15-5-1616-15</inkml:trace>
        </inkml:traceGroup>
        <inkml:traceGroup>
          <inkml:annotationXML>
            <emma:emma xmlns:emma="http://www.w3.org/2003/04/emma" version="1.0">
              <emma:interpretation id="{13AA2E70-DE18-42DD-A0B4-8F1D86F409BC}" emma:medium="tactile" emma:mode="ink">
                <msink:context xmlns:msink="http://schemas.microsoft.com/ink/2010/main" type="inkWord" rotatedBoundingBox="11877,11896 12045,11890 12047,11952 11879,11958"/>
              </emma:interpretation>
            </emma:emma>
          </inkml:annotationXML>
          <inkml:trace contextRef="#ctx0" brushRef="#br0" timeOffset="105145.391">4300 4745 13183 0,'0'0'576'0,"0"0"128"0,0 0-560 0,0 0-144 15,0 0 0-15,0 0 0 0,0 0 848 0,0 0 144 16,0 0 32-16,0 0 0 0,0 0-512 0,-5 12-112 0,5-12-16 0,0 0 0 0,0 0-224 16,-3 13-160-16,3-13 192 0,0 0-192 0</inkml:trace>
          <inkml:trace contextRef="#ctx0" brushRef="#br0" timeOffset="105311.2383">4451 4802 2751 0,'0'0'128'0,"0"0"16"0,0 0-144 0,0 0 0 0,0 0 0 0,-1-10 0 16,1 10 4480-16,0 0 880 0,3-10 160 0,-3 10 48 16,0 0-4528-16,8-7-896 0,-8 7-144 0,0 0-10080 15</inkml:trace>
        </inkml:traceGroup>
        <inkml:traceGroup>
          <inkml:annotationXML>
            <emma:emma xmlns:emma="http://www.w3.org/2003/04/emma" version="1.0">
              <emma:interpretation id="{A15BC5EC-B790-4865-BFA6-0F41E1397361}" emma:medium="tactile" emma:mode="ink">
                <msink:context xmlns:msink="http://schemas.microsoft.com/ink/2010/main" type="inkWord" rotatedBoundingBox="12846,11766 13705,11738 13722,12253 12862,12281"/>
              </emma:interpretation>
            </emma:emma>
          </inkml:annotationXML>
          <inkml:trace contextRef="#ctx0" brushRef="#br0" timeOffset="106845.2683">5400 4632 11455 0,'0'0'512'0,"0"0"96"0,0 0-480 0,0 0-128 15,0 0 0-15,0 0 0 0,0 0 1168 0,0 0 224 16,0 0 32-16,0 0 16 0,0 0-544 0,0 0-128 0,0 0 0 0,0 0-16 0,0 0-112 0,0 0-32 16,0 0 0-16,0 0 0 15,0 0 112-15,0 0 32 16,0 0 0-16,0 0 0 0,7-11 16 0,-7 11 16 0,0 0 0 16,0 0 0-16,0 0-208 0,0 0-64 0,0 0 0 0,0 0 0 15,-10-5-240-15,10 5-48 0,-12-4-16 0,0 4 0 0,1 2-208 0,11-2 144 16,-16 5-144-16,5 0 128 0,-1-2 0 0,0 2 0 15,2 0 0 1,10-5 0-16,-13 6 0 0,13-6 0 0,-12 6 0 0,12-6 0 16,-9 10 0-16,9-10 0 0,-5 15 0 0,5-15 0 15,0 0-128-15,2 21 192 0,1-5-192 0,4 0 192 0,-7-16 720 0,14 16 160 16,-1-4 16-16,0 0 16 31,3-2-1664-31,0-1-336 0,1-6-64 0,2 2 0 0,1-2 768 0,0-1 192 0,-1-2 0 0,1 0 0 31,0 0-384-31,2-2-96 0,1 1-16 0,3-3-8720 0,-3 1-1760 0</inkml:trace>
          <inkml:trace contextRef="#ctx0" brushRef="#br0" timeOffset="111861.099">5629 4749 13759 0,'0'0'608'0,"0"0"128"0,0 0-592 0,0 0-144 0,0 0 0 0,0 0 0 0,0 0 944 0,0 0 144 16,0 0 48-16,0 0 0 0,0 0-512 0,0 0-112 16,-12 1 0-16,12-1-16 15,0 0 80-15,0 0 32 0,-11-1 0 0,11 1 0 16,0 0 224-16,0 0 32 0,0 0 16 0,0 0 0 15,0 0-336-15,0 0-64 0,0 0-16 0,0 0 0 16,0 0-464-16,0 0 0 0,6 13 0 0</inkml:trace>
          <inkml:trace contextRef="#ctx0" brushRef="#br0" timeOffset="107624.1778">5855 4787 5519 0,'0'0'240'0,"0"0"64"0,0 0-304 0,0 0 0 0,0 0 0 0,0 0 0 16,0 0 3376-16,0 0 608 15,0 0 128-15,0 0 32 0,0 0-2352 0,0 0-480 0,0 0-96 0,0 0 0 0,0 0-768 16,0 0-128-16,0 0-48 0,0 0 0 0,10 14-272 0,-10-14 0 16,6 16-208-16,-1 1 80 0,-1-2 128 0,-4-15 144 31,2 19-16-31,-1-2-128 0,1-4 384 0,-2-13-48 16,3 15 0-16,1-1 0 0,-4-14 48 0,3 15 0 0,0-3 0 0,-3-12 0 15,0 0-64-15,0 0 0 0,0 0 0 0,0 0 0 16,0 0 128-16,0 0 0 15,0 0 16-15,0 0 0 0,0 0-32 0,0 0-16 16,0 0 0-16,0 0 0 0,12-7-272 0,-12 7-144 0,7-8 160 0,-7 8-160 16,7-14 0-16,-2 2 128 0,0 1-128 0,-2-3 0 15,-1 1 0-15,-1 1 0 0,1 0 128 0,0 0-128 16,-1-1 0-16,1 3 0 0,-2 10 0 0,0-12 0 0,2-1 0 0,-2 2 0 0,0 11 0 0,0 0 0 16,0 0 0-16,0 0 0 0,0 0 0 0,0 0 0 31,0 0-176-31,13 4 176 0,-13-4-160 0,17 7 160 0,-2-1-128 0,0 4 128 15,2 4 0-15,0 3-144 0,0 0 144 0,0 1 0 16,1 1 0-16,1-1-9680 16,-2 2-1872-16</inkml:trace>
          <inkml:trace contextRef="#ctx0" brushRef="#br0" timeOffset="110934.7277">5436 5125 9263 0,'0'0'400'0,"0"0"112"0,0 0-512 0,0 0 0 0,0 0 0 0,0 0 0 16,0 0 736-16,0 0 48 0,0 0 16 0,0 0 0 15,0 0-512-15,0 0-96 0,0 0-32 0,0 0 0 16,0 0-160-16,0 0 128 0,0 0-128 0,0 0 128 0,-5-10-128 0,5 10 192 16,0 0-192-16,0 0 192 0,-2-11 384 0,2 11 96 0,2-14 16 0,1 2 0 31,-3 12 112-31,8-8 32 0,-1-1 0 0,-7 9 0 16,10-8-16-16,-1 1 0 0,-9 7 0 0,8-8 0 0,-8 8-272 0,8-9-48 15,-8 9-16-15,0 0 0 0,12-6-480 0,-12 6 0 16,9-7 0-16,-9 7 0 0,0 0 0 0,0 0 0 0,6-8 0 0,-6 8 0 31,5-9 0-31,-5 9 0 0,5-10 0 0,-5 10 0 16,5-8 176-16,1-1-176 0,-1 1 192 0,-5 8-192 0,0 0 0 0,3-10 0 15,-1 0 0-15,-2 10 0 16,5-9 0-16,-5 9 0 0,1-8 0 0,-1 8 0 0,2-9 0 0,-2 9 0 0,0-10 0 0,0 10 0 16,0 0 128-16,0 0-128 0,0 0 0 0,0 0 0 15,0 0 576-15,0 0 16 16,0 0 0-16,0 0 0 0,0 0-176 0,0 0-32 0,0 0-16 0,0 0 0 15,0 0-224-15,0 0-144 0,0 0 192 0,0 0-192 0,0 0 336 0,0 0-32 32,0 0-16-32,8 15 0 0,-8-15-32 0,7 14 0 0,-7-14 0 0,9 13 0 15,-9-13-256-15,10 16 0 0,-10-16 0 0,10 11 0 16,-10-11 0-16,13 10-304 0,-3-1 48 0,2-2-8400 31,0-1-1680-31</inkml:trace>
          <inkml:trace contextRef="#ctx0" brushRef="#br0" timeOffset="107095.3313">5641 4698 18255 0,'0'0'800'0,"0"0"176"0,0 0-784 0,0 0-192 15,0 0 0-15,0 0 0 0,0 0 992 0,0 0 160 16,0 0 16-16,0 0 16 0,0 0-736 0,0 0-160 0,3 15-32 0,-3-15 0 16,2 17 144-16,0 0 32 0,-1 0 0 0,3-1 0 15,-1 1-272-15,0 0-160 0,1-2 192 0,3 0-192 31,-4 1-1408-31,2-5-400 0,-5-11-80 0,10 22-16 0</inkml:trace>
        </inkml:traceGroup>
      </inkml:traceGroup>
    </inkml:traceGroup>
    <inkml:traceGroup>
      <inkml:annotationXML>
        <emma:emma xmlns:emma="http://www.w3.org/2003/04/emma" version="1.0">
          <emma:interpretation id="{A30566CF-F188-4236-BB62-07EABD33319C}" emma:medium="tactile" emma:mode="ink">
            <msink:context xmlns:msink="http://schemas.microsoft.com/ink/2010/main" type="paragraph" rotatedBoundingBox="8070,13264 9764,13185 9770,13304 8076,1338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C76B8E8-D931-4CDE-AF59-EB1E7129F71A}" emma:medium="tactile" emma:mode="ink">
              <msink:context xmlns:msink="http://schemas.microsoft.com/ink/2010/main" type="line" rotatedBoundingBox="8070,13264 9764,13185 9770,13304 8076,13382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BE5A9AE5-0325-4F78-9156-A80EC3E01486}" emma:medium="tactile" emma:mode="ink">
                <msink:context xmlns:msink="http://schemas.microsoft.com/ink/2010/main" type="inkWord" rotatedBoundingBox="8070,13264 8188,13258 8194,13377 8076,13382"/>
              </emma:interpretation>
            </emma:emma>
          </inkml:annotationXML>
          <inkml:trace contextRef="#ctx0" brushRef="#br0" timeOffset="113132.4722">486 6135 8287 0,'0'0'736'0,"0"0"-592"0,0 0-144 0,0 0 0 15,0 0 2064-15,0 0 384 16,8-8 80-16,-8 8 16 0,10-9-1648 0,-10 9-320 0,14-3-64 0,-3-1-8768 16</inkml:trace>
          <inkml:trace contextRef="#ctx0" brushRef="#br0" timeOffset="112789.3764">588 6212 8287 0,'-15'-18'736'0,"7"6"-592"0</inkml:trace>
          <inkml:trace contextRef="#ctx0" brushRef="#br0" timeOffset="113296.4841">608 6226 13823 0,'-8'-15'1216'0,"0"-1"-960"0,-1 3-256 0,4 5 0 16,5 8 480-16</inkml:trace>
        </inkml:traceGroup>
        <inkml:traceGroup>
          <inkml:annotationXML>
            <emma:emma xmlns:emma="http://www.w3.org/2003/04/emma" version="1.0">
              <emma:interpretation id="{1951F9FF-696A-49BE-B38F-8127ED29AB60}" emma:medium="tactile" emma:mode="ink">
                <msink:context xmlns:msink="http://schemas.microsoft.com/ink/2010/main" type="inkWord" rotatedBoundingBox="9104,13284 9125,13284 9126,13312 9106,13312"/>
              </emma:interpretation>
              <emma:one-of disjunction-type="recognition" id="oneOf12">
                <emma:interpretation id="interp16" emma:lang="" emma:confidence="0">
                  <emma:literal>.</emma:literal>
                </emma:interpretation>
                <emma:interpretation id="interp17" emma:lang="" emma:confidence="0">
                  <emma:literal>r</emma:literal>
                </emma:interpretation>
                <emma:interpretation id="interp18" emma:lang="" emma:confidence="0">
                  <emma:literal>-</emma:literal>
                </emma:interpretation>
                <emma:interpretation id="interp19" emma:lang="" emma:confidence="0">
                  <emma:literal>:</emma:literal>
                </emma:interpretation>
                <emma:interpretation id="interp20" emma:lang="" emma:confidence="0">
                  <emma:literal>,</emma:literal>
                </emma:interpretation>
              </emma:one-of>
            </emma:emma>
          </inkml:annotationXML>
          <inkml:trace contextRef="#ctx0" brushRef="#br0" timeOffset="113648.3557">1520 6162 15999 0,'0'0'704'0,"0"0"160"0,0 0-688 0,0 0-176 16,0 0 0-16,0 0 0 0,0-10 1024 0,0 10 192 16,0 0 16-16,0 0 16 0,4-12-960 0,-4 12-288 0,0 0 128 0,15-7-9280 15</inkml:trace>
        </inkml:traceGroup>
        <inkml:traceGroup>
          <inkml:annotationXML>
            <emma:emma xmlns:emma="http://www.w3.org/2003/04/emma" version="1.0">
              <emma:interpretation id="{98FF21A5-756A-4A29-AD0C-F6AD8960DA25}" emma:medium="tactile" emma:mode="ink">
                <msink:context xmlns:msink="http://schemas.microsoft.com/ink/2010/main" type="inkWord" rotatedBoundingBox="9751,13214 9765,13213 9766,13228 9751,13229"/>
              </emma:interpretation>
            </emma:emma>
          </inkml:annotationXML>
          <inkml:trace contextRef="#ctx0" brushRef="#br0" timeOffset="113814.4202">2165 6063 1839 0,'0'0'160'0,"0"0"-160"0,0 0 0 0,0 0 0 15,0 0 2192-15</inkml:trace>
        </inkml:traceGroup>
      </inkml:traceGroup>
    </inkml:traceGroup>
    <inkml:traceGroup>
      <inkml:annotationXML>
        <emma:emma xmlns:emma="http://www.w3.org/2003/04/emma" version="1.0">
          <emma:interpretation id="{039184C5-864D-442A-B9A8-1B8B4A41D62D}" emma:medium="tactile" emma:mode="ink">
            <msink:context xmlns:msink="http://schemas.microsoft.com/ink/2010/main" type="paragraph" rotatedBoundingBox="5510,13978 14070,13705 14096,14513 5536,147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339F490-3C6D-497D-A630-6A450ECF7361}" emma:medium="tactile" emma:mode="ink">
              <msink:context xmlns:msink="http://schemas.microsoft.com/ink/2010/main" type="line" rotatedBoundingBox="5510,13978 14070,13705 14096,14513 5536,14787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12AA8782-FFDD-47ED-87CD-AE48B28D1378}" emma:medium="tactile" emma:mode="ink">
                <msink:context xmlns:msink="http://schemas.microsoft.com/ink/2010/main" type="inkWord" rotatedBoundingBox="8642,13970 9549,13941 9562,14342 8655,14371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173719.208">1231 6825 5519 0,'0'0'496'0,"0"0"-496"0,0 0 0 0,0 0 0 16,0 0 2112-16,-8-5 336 0,8 5 64 0,0 0 16 16,-12-4-496-16,12 4-112 0,0 0 0 0,-12-1-16 0,12 1-848 0,0 0-160 15,-12 1-48-15,12-1 0 16,0 0-240-16,-12 2-48 0,12-2-16 0,-11 5 0 0,11-5-208 15,-12 7-32-15,12-7-16 0,-12 5 0 16,12-5 96-16,-13 8 32 0,1-1 0 0,2 1 0 16,10-8-256-16,-10 14-160 0,1-2 192 0,1-1-192 15,1 1 0-15,2 2 0 0,5-14 0 0,-3 16 0 0,1 0 0 0,2-3 0 16,3 1 0-16,4-1 0 16,2 2 0-16,2 0 0 0,4 0 0 0,1 1 0 0,2-1 176 15,2-2-176-15,4 2 160 0,1 2-160 0,0 2 128 0,2 1-128 16,-1 0 0-16,-1 0-8720 0,0-1-1856 0</inkml:trace>
          <inkml:trace contextRef="#ctx0" brushRef="#br0" timeOffset="176890.6343">1273 6951 10127 0,'0'0'896'0,"0"0"-704"16,0 0-192-16,-8-5 0 15,8 5 2240-15,0 0 400 0,0 0 96 0,0 0 16 0,0 0-1184 0,0 0-224 0,0 0-64 0,0 0 0 16,3-10-240-16,-3 10-48 16,0 0-16-16,10-9 0 0,-10 9-448 0,17-1-80 0,0 1-32 0,-2 3 0 15,-2 0-176-15,1 2-48 0,-2 1 0 0,-1 2 0 16,-1 0 96-16,-1 4 16 0,-1 0 0 0,1 1 0 15,-1 3 16-15,1-1 0 0,1 3 0 0,-2-1 0 16,2 1-320-16,2 1 0 0,1 0 0 0,1 2 0 16,-2 0 0-16,3-3-272 0,2-3 16 0,1-5-14016 15</inkml:trace>
          <inkml:trace contextRef="#ctx0" brushRef="#br0" timeOffset="176602.4258">1524 6912 911 0,'0'0'0'0,"0"0"0"16,0 0 0-16,10-8 0 0,-10 8 2736 0,0 0 464 0,10-10 80 0,-10 10 32 15,10-10-1216-15,-10 10-240 16,0 0-64-16,0 0 0 0,5-10-384 0,-5 10-96 15,0 0-16-15,0 0 0 0,0 0-96 0,0 0-32 0,0 0 0 0,-10-4 0 16,10 4-224-16,-13 2-48 0,1 0-16 0,0 1 0 0,2 2-464 0,10-5-96 31,-12 8 0-31,2 1-16 0,2-1-304 0,8-8 0 0,-9 14 0 16,2-3 0-16,1 1 0 0,2 0 0 0,4-12 0 0,-3 15 0 0,0-1 0 0,-1-3 0 16,4-11 0-16,-1 17 0 0,-1 2 0 0,0-4 0 15,1-3 0-15,-1 1 0 16,0 1-704-16,-3 1-32 0,-3-2-16 0,-1-1-8352 15,3 1-1680-15</inkml:trace>
          <inkml:trace contextRef="#ctx0" brushRef="#br0" timeOffset="177705.6823">1670 7094 8287 0,'0'0'736'0,"0"0"-592"16,0 0-144-16,0 0 0 0,0 0 2576 0,0 0 496 15,0 0 80-15,0 0 32 0,-8-3-1248 0,8 3-240 16,0 0-48-16,0 0-16 0,-4-9-544 0,4 9-96 15,0 0-32-15,5-8 0 0,-5 8-624 0,0 0-128 0,0 0-16 0,14-4-16 16,-14 4-176-16,13-1 0 16,-13 1 0-16,0 0 0 0,0 0 0 0,15 6 0 15,-15-6 0-15,0 0 0 0,11 16 0 0,-11-16 0 16,6 13 0-16,-6-13 0 0,5 17-128 0,-1-4 128 0,-4-13 0 0,-2 15 0 16,2-15 0-16,0 0 0 0,0 0 0 0,0 0 0 15,-5 11 0-15,5-11 0 0,0 0 0 0,0 0 0 16,0 0 128-16,0 0-128 0,-10-4 128 0,10 4-128 0,-5-10 128 0,1-2-128 15,3 1 128-15,1-3-128 16,0-1 0-16,3 1 0 0,1 1 128 0,-1 0-128 16,2-1 0-16,0 2 0 0,0 1 0 0,-5 11 0 0,7-11 0 0,-7 11 0 15,8-8 0-15,-8 8 0 0,0 0 0 0,0 0 0 0,0 0 0 16,0 0 0 0,0 0-192-16,0 0 192 0,0 0-160 0,7 14 160 15,-7-14 0-15,7 16 0 0,-2-1-128 0,-5-15 128 16,6 16 0-16,-6-16 0 0,7 13 0 0,-7-13 0 15,9 12 0-15,-9-12 0 0,0 0 0 0,0 0 0 16,0 0 0-16,10 10 0 0,-10-10 0 0,0 0 0 0,0 0 144 0,0 0-144 16,0 0 0-16,0 0 144 0,0 0-144 0,0 0 0 15,8-8 144-15,-8 8-144 0,5-11 0 0,-5 11 0 16,2-11 0-16,-2 11 0 0,-2-14 0 0,2 2 0 0,0 12 0 0,0 0 0 0,2-11 176 0,-2 11-48 31,1-10 0-31,-1 10 0 0,4-11 256 0,-4 11 64 16,0 0 0-16,10-6 0 0,-2-1 0 0,-8 7 16 0,14-5 0 0,-1 0 0 15,-13 5-192-15,15-3-32 16,1 1-16-16,-16 2 0 0,16 0-96 0,-16 0 0 16,0 0-128-16,16 5 192 0,-16-5-192 0,0 0 0 0,13 8 0 0,-13-8 0 15,12 10 0-15,-12-10 0 0,8 16 0 0,-3-3 0 16,-5-13 0-16,5 17 0 0,-1-2 0 0,-3 0 0 31,-1-1-544-31,0-1 0 0,0-3 0 0,0 0 0 16,0-10-2096-16,4 12-432 0,-4-12-64 0</inkml:trace>
        </inkml:traceGroup>
        <inkml:traceGroup>
          <inkml:annotationXML>
            <emma:emma xmlns:emma="http://www.w3.org/2003/04/emma" version="1.0">
              <emma:interpretation id="{20FBB36E-062D-4B1B-BF5D-9719C049BA60}" emma:medium="tactile" emma:mode="ink">
                <msink:context xmlns:msink="http://schemas.microsoft.com/ink/2010/main" type="inkWord" rotatedBoundingBox="5510,13978 14070,13705 14096,14513 5536,14787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116389.1427">400 7033 8063 0,'0'0'352'0,"0"0"80"0,0 0-432 0,0 0 0 0,-9-5 0 0,9 5 0 16,-5-5 704-16,5 5 64 0,0 0 16 0,0 0 0 16,-5-6 256-16,5 6 48 0,0 0 16 0,0 0 0 0,0 0-128 0,4-7-16 0,-4 7-16 0,0 0 0 31,0 0-224-31,6-9-32 0,-6 9-16 0,0 0 0 0,7-6 144 0,-7 6 16 0,0 0 16 0,0 0 0 16,0 0-16-16,0 0-16 0,0 0 0 0,0 0 0 0,0 0-288 0,0 0-48 31,0 0-16-31,0 0 0 0,0 0-304 0,0 0-160 0,-8-2 160 0,8 2-160 15,-10 3 0-15,10-3 0 16,-12 9 0-16,0-1 0 0,4 1 0 0,8-9 0 16,-9 11 0-16,3 1 0 0,6-12 128 0,-6 14-128 15,0-3 0-15,6-11 144 0,-5 16 80 0,1-1 16 0,1-2 0 0,0 1 0 16,1 1 48-16,2-15 16 0,-2 15 0 0,1-2 0 0,1-13 16 0,-2 15 16 16,2-15 0-16,0 14 0 0,0-14 0 0,0 0 0 31,0 0 0-31,0 0 0 0,0 0-80 0,10 10 0 0,-10-10-16 0,15 5 0 15,0-3-112-15,2-2 0 0,2-2-128 0,1 0 192 16,-2-3-192-16,6 0 0 0,1 2 0 0,2 0 0 16,2-1 0-16,-1 3-208 0,1 1 16 0,-1-2-9920 15,1 0-1984-15</inkml:trace>
          <inkml:trace contextRef="#ctx0" brushRef="#br0" timeOffset="117435.1357">708 7333 11967 0,'0'0'1072'0,"0"0"-864"15,0 0-208-15,0 0 0 0,0 0 1744 0,0 0 304 0,0 0 64 0,0 0 16 16,0 0-848-16,10-5-192 16,-10 5-16-16,0 0-16 0,0 0-480 0,0 0-80 0,0 0-32 0,0 0 0 15,12 8 112-15,-12-8 0 16,8 15 16-16,-1 1 0 0,-7-16 176 0,6 16 16 0,-6-16 16 0,9 19 0 15,-9-19-336-15,8 15-64 16,-8-15-16-16,0 0 0 0,0 0-160 0,9 15-32 16,-9-15-16-16,0 0 0 0,0 0-176 0,0 0 160 15,0 0-160-15,0 0 160 0,0 0-160 0,0 0 128 16,0 0-128-16,0 0 128 0,0 0-128 0,0 0 0 0,0 0 0 0,0 0 128 16,0-10-128-16,0 2 0 0,-2-2 0 0,2 10 0 15,-3-12 128-15,3 12-128 0,0-14 0 0,1 3 128 16,-1 11-128-16,4-14 0 0,-4 14 0 0,6-12-176 0,-6 12-32 0,9-8-16 0,-9 8 0 15,0 0 0-15,0 0 80 0,12-5 16 0,-12 5 0 0,0 0 0 16,0 0 128-16,13 0-128 16,1 0 128-16,-14 0-128 15,0 0 128-15,13 5 0 0,-13-5 0 0,13 7-128 16,-13-7 128-16,14 6 0 0,-14-6 0 0,12 7 0 0,-12-7 0 0,0 0 0 16,13 8 0-16,-13-8 0 0,14 7 0 0,-14-7 0 15,13 5 0-15,-13-5 0 16,14 7 0-16,-14-7 0 0,0 0 0 0,0 0 0 0,0 0 0 0,0 0 0 15,0 0 0-15,0 0 0 0,0 0 0 0,0 0 0 0,0 0 0 0,0 0 0 32,0 0 0-32,0 0 144 0,0 0-144 0,0 0 0 0,0 0 128 0,0 0-128 15,0 0 0-15,3-12 0 0,-3 12 0 0,3-13 0 0,1 3 0 16,-4 10 0-16,3-14 0 0,0 2 0 0,-3 12 0 0,7-13 0 16,-2 1 0-16,-5 12 0 0,10-12 0 0,-1 4 0 15,-9 8 0-15,11-8 0 0,-11 8 0 0,16-5 0 16,-3 1 0-16,-13 4 0 0,15 0 0 0,-1 4-144 15,-3 1 144-15,1 1 0 0,-12-6 0 0,12 10 0 16,-4 0 0-16,-8-10 0 16,10 12 0-16,-1-2 0 0,-9-10 0 0,8 12 0 15,-8-12 128-15,9 12-128 0,-9-12 912 0,10 10 112 0,-10-10 32 0,8 12 0 32,-8-12-1856-32,0 0-368 0,10 10-80 0,-10-10-8448 0,12 8-1696 0</inkml:trace>
          <inkml:trace contextRef="#ctx0" brushRef="#br0" timeOffset="117626.8376">1322 7328 14735 0,'0'0'1312'0,"0"0"-1056"0,-9-5-256 0,9 5 0 0,0 0 2144 0,0 0 368 16,0 0 80-16,0 0 16 0,0 0-1424 0,0 0-288 15,0 0-48-15,0 0-16 16,0 0-368-16,0 0-80 0,0 0 0 0,0 0-16 15,-5 13-368-15,5-13 128 0,-1 22-128 0,1-2 0 0,0-3 0 0,1 2 0 0,-1-19 0 0,5 23-8384 32,0-3-1760-32</inkml:trace>
          <inkml:trace contextRef="#ctx0" brushRef="#br0" timeOffset="118350.6011">2027 7321 4607 0,'0'0'192'0,"0"0"64"0,0 0-256 0,0 0 0 0,0 0 0 0,10-7 0 0,-2-1 4656 0,4 1 880 16,2 0 176-16,-1 2 48 0,-13 5-4432 0,17-5-880 16,0 2-192-16,0 1-16 0,-1 2-240 0,3 0 0 15,-1 0-192-15,3 0-7504 16,-1 0-1520-16</inkml:trace>
          <inkml:trace contextRef="#ctx0" brushRef="#br0" timeOffset="179513.152">5794 6598 4607 0,'0'0'400'0,"0"0"-400"0,0 0 0 0,-7-7 0 15,-1 0 2272-15,8 7 368 0,0 0 80 0,0 0 16 16,0 0-1536-16,0 0-304 0,-9-7-64 0,9 7-16 0,0 0-224 0,0 0-32 16,0 0-16-16,0 0 0 15,0 0-288-15,0 0-64 0,0 0-16 0,-8 7 0 16,8-7-176-16,-8 9 128 0,-4 1-128 0,2 0 128 0,0 0 512 0,-2 2 112 0,-2 1 16 0,1 1 0 31,0-1-240-31,-3 0-32 0,5-1-16 0,-1-2 0 16,2 2-160-16,1 0-48 0,1 0 0 0,8-12 0 0,0 0-96 0,0 18-32 0,3-1 0 15,-3-17 0-15,10 17-144 0,4-5 0 0,1-6 0 0,3 1 0 0,4-4-144 0,2-1-64 16,1-2-16-16,2-3-11200 16</inkml:trace>
          <inkml:trace contextRef="#ctx0" brushRef="#br0" timeOffset="45564.1904">-1772 7436 6447 0,'0'0'576'15,"0"0"-576"-15,0 0 0 0,0 0 0 0,0 0 4448 0,0 0 784 0,0 0 144 0,0 0 48 16,0 0-4208-16,0 0-848 16,0 0-176-16,0 0-16 0,6 15-176 0,-6-15 0 15,9 18 0-15,-1-1 128 0,-8-17 224 0,14 18 32 0,-3-2 16 0,1 0 0 16,-2 1-64-16,-1-2-16 16,-3-1 0-16,0-1 0 0,-6-13-128 0,5 15-16 15,-5-15-16-15,0 0 0 0,3 14-160 0,-3-14 0 16,0 0 144-16,0 0-144 0,0 0 192 0,0 0-48 15,0 0 0-15,0 0 0 0,0 0 240 0,0 0 32 0,-10-10 16 0,1-2 0 16,1-5-272-16,0 2-160 0,-4 0 192 0,2 2-192 0,1-1 144 0,-1-1-144 16,-2-2 0-16,1 0 144 15,-1 2-144-15,-2 0 0 0,-1 0 0 0,0 1 0 0,0 1 0 0,0 1 0 0,-4-3 0 0,3 0 0 32,0-2 0-32,0 0 0 0,-5-1 0 0,5-3 0 15,-1 1 0-15,0 0 0 0,0-3 0 0,2-4 0 16,3-4 0-16,2 3 0 0,0-1 0 0,5 2 0 0,2 0-192 15,3 4 192-15,3-1-160 0,4 4 160 0,3 1-128 0,0 4 128 16,3 2 0-16,2 3-144 0,4 0 16 0,-1 3 0 16,3-1 0-16,-1 3 0 0,0 1-160 0,2 2-32 15,-2 2 0-15,2 4 0 16,0 1-368-16,1 2-80 0,-1-2 0 0,2 3-16 0,1 2-1520 31,0 2-320-31,-3 0-48 0,-2 1-16 0</inkml:trace>
          <inkml:trace contextRef="#ctx0" brushRef="#br0" timeOffset="181878.7429">6152 6739 2751 0,'0'0'128'0,"0"0"16"0,0 0-144 0,0 0 0 0,0 0 0 0,0 0 0 31,0 0 3072-31,0 0 576 0,0 0 112 0,0 0 16 0,0 0-2064 0,0 0-432 0,0 0-64 0,0 0-32 16,0 0-736-16,0 0-160 0,0 0-32 0,12 10 0 16,-12-10-128-16,0 0-128 0,12 8 192 0,-12-8-192 15,0 0 192-15,0 0-192 16,8 12 192-16,-8-12-192 0,0 0 160 0,9 12-160 0,-9-12 128 0,0 0-128 16,0 0 176-16,0 0-48 0,0 0-128 0,0 15 192 15,0-15 0-15,0 0-16 0,0 0 0 0,0 0 0 16,0 0 48-16,0 0 16 0,-5 14 0 0,5-14 0 15,0 0-64-15,0 0-16 0,0 0 0 0,0 0 0 0,0 0 16 16,0 0 0-16,0 0 0 0,0 0 0 16,0 0-48-16,0 0 0 15,0 0 0-15,6-12 0 0,0 2-128 0,-1 1 0 0,-5 9 0 0,8-10 128 16,-8 10 0-16,7-10-128 0,-7 10 192 0,0 0-64 16,6-12-128-16,-6 12 0 0,0 0 0 0,0 0 0 15,9-8 0-15,-9 8 0 0,0 0 0 0,0 0 0 0,0 0-128 0,0 0 128 16,0 0-160-16,0 0 160 15,0 0-208-15,0 0 48 0,0 0 16 0,0 0 0 0,0 0 144 0,13 8 0 16,-13-8 0-16,0 0 0 0,12 10 0 0,-12-10 144 0,0 0 0 16,14 9 0-16,-14-9-16 0,0 0 0 15,0 0 0-15,0 0 0 0,0 0 16 0,11 8 0 0,-11-8 0 0,0 0 0 16,0 0-144-16,0 0 0 16,0 0 0-16,0 0 0 0,0 0 128 0,0 0-128 15,0 0 192-15,0 0-64 16,0 0-128-16,0 0 0 0,0 0 0 0,0 0 0 15,10-6 128-15,-10 6-128 0,0 0 128 0,0 0-128 0,9-12 0 0,-9 12 0 16,8-9 0-16,-8 9 0 0,0 0 0 0,0 0 0 16,0 0 0-16,14-6 0 0,-14 6 0 0,13-4 0 15,-13 4 0-15,14-3 0 0,-14 3-128 0,16-2 128 0,0 1 0 0,-3 1 0 16,-13 0 0-16,14 1-144 0,-1 1 144 0,-13-2 0 16,0 0 0-16,13 3 0 15,-13-3 0-15,0 0 0 0,0 0-128 0,0 0 128 16,12 9 0-16,-12-9 0 0,0 0-128 0,0 0 128 0,0 0 0 0,5 15 0 15,-5-15 0-15,4 15 0 0,-4-15 0 0,0 15 0 32,0-15-1664-32,1 14-208 0,-1-14-48 0</inkml:trace>
          <inkml:trace contextRef="#ctx0" brushRef="#br0" timeOffset="180039.0558">5831 6690 2751 0,'0'0'128'0,"0"0"16"0,0 0-144 0,0 0 0 0,0 0 0 0,0 0 0 16,7-10 3280-16,-7 10 624 0,0 0 128 0,0 0 32 16,0 0-2224-16,0 0-448 15,0 0-96-15,6-8-16 0,-6 8-272 0,0 0-64 0,0 0-16 16,0 0 0-16,0 0-416 0,14-5-96 15,-14 5-16-15,13-4 0 0,-13 4-400 0,14 0 0 0,-14 0 128 0,15 4-128 16,-15-4 0-16,17 6 0 0,0 1 0 0,-2-2 0 16,0 2 0-16,0 0 0 0,0 1 0 0,0 2 0 0,2-2 0 0,0 1-176 15,-2-2 48-15,0-2-11680 0</inkml:trace>
          <inkml:trace contextRef="#ctx0" brushRef="#br0" timeOffset="120421.016">5776 7101 22111 0,'0'0'976'0,"0"0"208"0,0 0-944 0,0 0-240 15,0 0 0-15,0 0 0 16,0 0 1328-16,0 0 208 0,0 0 64 0,0 0 0 0,0 0-960 0,13 8-176 15,-1-1-32-15,0-2-16 0,-12-5-160 0,15 7-16 0,-15-7-16 0,13 6 0 16,-13-6-224-16,10 9 128 0,-10-9-128 0,7 10 0 0,-7-10 144 0,5 13-144 16,-3-3 128-16,-2 4-128 0,-2-1 0 0,2-13 0 15,-3 15 0-15,1-1 0 0,-1-2 0 0,3-12 0 32,-5 10 0-32,5-10 0 0,0 0 0 0,0 0 0 0,0 0 0 0,0 0 0 0,0 0 0 0,0 0 0 31,0 0 0-31,0 0 0 0,0 0 128 0,0 0-128 0,5-15 128 0,1 1-128 15,1 1 0-15,0-2 0 0,-2-2 0 0,0 0 0 16,-2-2 0-16,1 3 0 0,-1-1 0 0,-1 2 0 0,-1 3 0 0,1 2 0 16,-2 10 0-16,0 0 0 0,0 0 0 0,0 0 0 15,0 0 0-15,0 0 0 0,0 0-208 0,0 0 80 16,0 0 128-16,0 0-208 0,8 13 208 0,-1 1-176 16,-2-1 176-16,0 1-160 0,0-3 160 0,0 1 0 15,-5-12 0-15,7 15 0 16,-7-15 0-16,7 14 0 0,-7-14 0 0,7 13 0 15,-7-13 0-15,0 0 0 0,0 0 0 0,10 10 0 0,-10-10 0 0,0 0 128 16,0 0-128-16,0 0 0 0,0 0 0 0,0 0 144 0,0 0-144 0,0 0 0 16,13-3 160-16,-13 3-160 15,9-12 128-15,-9 12-128 0,5-15 928 0,0 2 96 0,-2-1 32 0,-1 1 0 32,-1-1-1632-32,3 1-336 0,-3-1-64 0,3 4-16 0,1 0 768 0,-5 10 224 0,7-12 0 0,1 6 0 31,2-1-144-31,2 0 144 0,0 2 0 0,1 2 0 0,1 1 0 15,1 2 0-15,0 0 0 0,0 2 0 0,2 3 208 16,0 0-48-16,-1 0-16 0,0 2 0 0,-1 1-16 0,-2 0-128 16,1 1 192-16,-3 1-64 0,-1 0-128 0,1 2 128 15,-1-2-128-15,-2 3 128 0,-1 6-128 0,-2-4 0 16,-3-2 0-16,-1 1 0 16,-1 1-512-16,-1-3-16 0,-1-2-16 0,2-10-13040 0</inkml:trace>
          <inkml:trace contextRef="#ctx0" brushRef="#br0" timeOffset="120827.6253">6287 7112 17503 0,'0'0'768'0,"0"0"176"0,0 0-752 0,0 0-192 0,0 0 0 0,0 0 0 0,0 0 1840 0,0 0 336 16,10 14 64-16,-1-4 0 0,-9-10-960 0,0 0-192 15,11 8-32-15,-11-8-16 16,14 11-720-16,-2-1-160 0,-12-10-32 0,8 11 0 16,-8-11-128-16,7 14 0 0,-7-14 0 0,0 0 0 15,0 15 0-15,0-15 128 0,0 0-128 0,-4 15 0 16,1-3 144-16,3-12-144 0,-7 10 160 0,7-10-160 16,0 0 0-16,-8 7 128 0,8-7-128 0,0 0 0 0,0 0 0 0,0 0 144 15,0 0-144-15,0 0 128 0,0 0-128 0,0 0 192 0,0 0-192 16,0-12 192-16,1-3-64 0,3 0 0 0,-1 1 0 0,2-1 0 15,0-2 176-15,2 0 16 0,0 1 16 0,-1-1 0 16,0-2 32-16,0 2 0 0,1 4 0 0,0 1 0 16,-1 4-16-16,-6 8 0 0,9-7 0 0,-9 7 0 15,0 0-128-15,0 0-32 0,0 0 0 0,13 8 0 0,-4 6-192 16,-1 3 0-16,1 0 0 0,-3 6-160 0,-1 4 32 0,4 0 0 16,1 2 0-16,2-1-10368 15,-1-1-2048 1</inkml:trace>
          <inkml:trace contextRef="#ctx0" brushRef="#br0" timeOffset="172797.2668">1100 6872 911 0,'0'0'0'0,"0"0"0"16,0 0 0-16,0 0 0 0,0 0 2064 0,0 0 336 15,5-10 64-15,-5 10 16 0,8-9-1504 0,-8 9-288 0,9-8-64 0,-9 8-16 16,0 0 32-16,0 0 0 16,0 0 0-16,0 0 0 0,0 0 192 0,0 0 32 0,0 0 16 0,0 0 0 0,0 0-560 0,0 0-128 15,0 15 0-15,-2 0-16 0,-1 2 48 0,-2-2 16 16,-2 0 0-16,0 0 0 15,2 1 64-15,0-3 16 0,5-13 0 0,-2 15 0 16,6-1 0-16,1-1 0 0,3-1 0 0,6-2 0 16,1 0-32-16,5 0 0 0,7 4 0 0,1-1 0 15,3 2-96-15,2 0 0 0,4 2-16 0,4 0 0 16,-1 3-960-16,1-1-192 0,11 4-48 16,-9-4 0-16</inkml:trace>
        </inkml:traceGroup>
        <inkml:traceGroup>
          <inkml:annotationXML>
            <emma:emma xmlns:emma="http://www.w3.org/2003/04/emma" version="1.0">
              <emma:interpretation id="{9295634C-40A1-489C-BDD6-A2AEE0CDE4E2}" emma:medium="tactile" emma:mode="ink">
                <msink:context xmlns:msink="http://schemas.microsoft.com/ink/2010/main" type="inkWord" rotatedBoundingBox="10654,14328 10738,14326 10739,14365 10656,14367"/>
              </emma:interpretation>
            </emma:emma>
          </inkml:annotationXML>
          <inkml:trace contextRef="#ctx0" brushRef="#br0" timeOffset="118494.183">3070 7217 21071 0,'0'0'928'0,"0"0"208"0,7-7-912 0,1 2-224 0,1 0 0 0,1 2 0 0,1-2-128 0,1-1-80 16,0 1-16-16,1-1-8928 16</inkml:trace>
        </inkml:traceGroup>
        <inkml:traceGroup>
          <inkml:annotationXML>
            <emma:emma xmlns:emma="http://www.w3.org/2003/04/emma" version="1.0">
              <emma:interpretation id="{B1C53DFD-8E9B-4EA9-85A1-2376832307F3}" emma:medium="tactile" emma:mode="ink">
                <msink:context xmlns:msink="http://schemas.microsoft.com/ink/2010/main" type="inkWord" rotatedBoundingBox="11576,14143 11716,14139 11720,14274 11581,14278"/>
              </emma:interpretation>
            </emma:emma>
          </inkml:annotationXML>
          <inkml:trace contextRef="#ctx0" brushRef="#br0" timeOffset="118682.6242">3995 7128 20271 0,'0'-21'896'0,"0"10"192"0,0-1-880 0,4 0-208 0,1 0 0 0,3 2 0 0,1-2 1984 0,2 4 336 16,3-2 80-16,-1 2 16 0,2 1-2192 0,2 0-432 31,2 2-96-31,1 0-12240 0</inkml:trace>
        </inkml:traceGroup>
        <inkml:traceGroup>
          <inkml:annotationXML>
            <emma:emma xmlns:emma="http://www.w3.org/2003/04/emma" version="1.0">
              <emma:interpretation id="{B81B9EA8-C16E-4D13-85EC-3B9C76BAA5F1}" emma:medium="tactile" emma:mode="ink">
                <msink:context xmlns:msink="http://schemas.microsoft.com/ink/2010/main" type="inkWord" rotatedBoundingBox="12279,14093 12389,14090 12389,14115 12280,14119"/>
              </emma:interpretation>
            </emma:emma>
          </inkml:annotationXML>
          <inkml:trace contextRef="#ctx0" brushRef="#br0" timeOffset="118925.6073">4694 6968 13823 0,'0'0'1216'0,"0"0"-960"0,0 0-256 0,0 0 0 16,0 0 1744-16,0 0 304 0,10-7 64 0,-2 4 16 16,1-2-1600-16,-9 5-320 15,10-2-64-15,5-1-16 16,-15 3-1616-16,17-4-336 0,4 1-64 0,-2 1-16 0</inkml:trace>
        </inkml:traceGroup>
        <inkml:traceGroup>
          <inkml:annotationXML>
            <emma:emma xmlns:emma="http://www.w3.org/2003/04/emma" version="1.0">
              <emma:interpretation id="{34DDFE8E-E81B-4A7C-AD7E-E071BF6F4BF5}" emma:medium="tactile" emma:mode="ink">
                <msink:context xmlns:msink="http://schemas.microsoft.com/ink/2010/main" type="inkWord" rotatedBoundingBox="9595,13897 13185,13783 13202,14331 9613,14445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178232.739">2188 6741 14735 0,'0'0'1312'0,"0"0"-1056"0,0 0-256 0,0 0 0 0,0 0 2176 0,0 0 384 0,0 0 80 15,0 0 16-15,0 0-1760 0,14 6-336 0,-14-6-80 0,13 14-16 16,1 4 48-16,-1 3 0 16,1 0 0-16,-3 6 0 15,-2 5-192-15,-1 5-48 0,-1 2 0 0,0 5 0 16,-1 1-272-16,-1 2 0 0,1-3 128 0,-6-2-128 0,-2-5 0 0,-3-2-144 15,-5 1 16-15</inkml:trace>
          <inkml:trace contextRef="#ctx0" brushRef="#br0" timeOffset="119689.2492">5501 6867 7359 0,'0'0'656'0,"0"0"-528"0,0 0-128 0,0 0 0 15,0 0 2176-15,0 0 384 0,0 0 96 0,0 0 16 0,0 0-1344 0,0 0-272 16,0 0-48-16,0 0-16 0,0 0 64 0,0 0 16 16,5-7 0-16,-5 7 0 0,0 0-432 0,0 0-64 15,0 0-32-15,0 0 0 0,0 0-176 0,0 0-48 16,0 0 0-16,0 0 0 16,0 0-192-16,-8 7-128 0,-1 0 160 0,1-1-160 15,-2 3 240-15,0-1-48 0,-2 2-16 0,2 0 0 16,0-1 96-16,0 1 32 0,3 0 0 0,-1 0 0 0,-1 0 80 15,3 0 0-15,-1 0 16 0,-2 5 0 16,4 1 704-16,2-5 144 0,3-11 32 0,0 15 0 16,2-1-1760-16,3-2-352 0,3-2-64 0,2 3 0 15,0-3 896-15,4 2 0 0,1-2 0 0,0 0 0 0,0 2 0 0,2-3 0 16,0-4 0-16,3 0-192 16,4-4-672-16,1-2-144 0,2-4-16 0,0 0-12304 15</inkml:trace>
          <inkml:trace contextRef="#ctx0" brushRef="#br0" timeOffset="177891.1002">2077 7030 6447 0,'0'0'576'0,"0"0"-576"0,0 0 0 0,0 0 0 16,-5-8 3360-16,5 8 560 0,-8-7 112 0,8 7 32 0,0 0-2080 0,-10-3-400 16,10 3-96-16,-12-4-16 15,12 4-672-15,-10 2-144 0,10-2-16 0,0 0-16 0,-7 10-368 0,7-10-64 16,-3 13 0-16,1 3-16 0,2-1-176 0,3 0 128 15,3 0-128-15,0 2 128 16,3 0-128-16,1-1 0 0,2 3 144 0,1-2-144 16,0-2 0-16,-1-2 0 0,-2 1 0 0,2-4-8848 15,0-2-1648-15</inkml:trace>
        </inkml:traceGroup>
      </inkml:traceGroup>
    </inkml:traceGroup>
    <inkml:traceGroup>
      <inkml:annotationXML>
        <emma:emma xmlns:emma="http://www.w3.org/2003/04/emma" version="1.0">
          <emma:interpretation id="{D1259863-2E0B-454F-9A8B-E18F419DD671}" emma:medium="tactile" emma:mode="ink">
            <msink:context xmlns:msink="http://schemas.microsoft.com/ink/2010/main" type="paragraph" rotatedBoundingBox="5591,14434 14380,13594 14415,13951 5626,147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ADF591F-FDC0-4B39-91D9-0B25F1F2A9A4}" emma:medium="tactile" emma:mode="ink">
              <msink:context xmlns:msink="http://schemas.microsoft.com/ink/2010/main" type="line" rotatedBoundingBox="5591,14434 14380,13594 14415,13951 5626,14790">
                <msink:destinationLink direction="with" ref="{AE0DA2B2-E1DD-4C42-B8C0-27A928EEBB75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3BE79A61-995A-48DC-9F58-AB18B85191FD}" emma:medium="tactile" emma:mode="ink">
                <msink:context xmlns:msink="http://schemas.microsoft.com/ink/2010/main" type="inkWord" rotatedBoundingBox="5594,14458 14203,13635 14228,13892 5618,14714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45787.8584">-1888 7417 9215 0,'-17'2'400'0,"17"-2"96"0,-14 0-496 0,14 0 0 16,-13-2 0-16,13 2 0 0,-12 0 2048 0,12 0 304 0,0 0 64 0,0 0 16 15,0 0-1584-15,0 0-304 0,0 0-64 0,0 0-16 16,0 0 320-16,14-5 64 0,-3 0 16 0,4 2 0 0,1-3-560 0,2 1-112 16,2 0-32-16,4 0 0 0,1 0-160 0,2 2 0 15,2 0 0-15,1-1-10400 0</inkml:trace>
          <inkml:trace contextRef="#ctx0" brushRef="#br0" timeOffset="49329.6429">-1979 7441 6959 0,'0'0'304'0,"0"0"80"0,0 0-384 0,0 0 0 0,0 0 0 0,0 0 0 16,0 0 912-16,0 0 112 16,15-7 32-16,-2 0 0 0,1 0-432 0,-1 2-96 15,1-1-16-15,-3 1 0 0,0-2 224 0,0 2 32 0,4 0 16 0,-1 0 0 16,-1 0 48-16,1 1 16 0,-14 4 0 0,17-3 0 0,-2-2-272 0,0 3-64 31,-2 2-16-31,1 0 0 0,-14 0-368 0,17-2-128 16,-4 1 0-16</inkml:trace>
          <inkml:trace contextRef="#ctx0" brushRef="#br0" timeOffset="50287.8051">-1468 7430 9215 0,'0'0'816'0,"0"0"-656"0,0 0-160 0,0 0 0 15,0 0 1856-15,0 0 352 16,0 0 64-16,0 0 16 0,0 0-1040 0,0 0-208 15,10-11-32-15,-10 11-16 0,10-5-320 0,-10 5-64 0,12-7-16 0,-12 7 0 16,14 0-112-16,-1 0-32 0,-13 0 0 0,17 2 0 0,-4-1-448 0,1 3 0 16,-14-4 0-16,15 5 0 15,-15-5 0-15,15 6 0 0,-15-6 0 0,0 0 0 0,14 11 176 0,-14-11-16 16,10 13 0-16,-10-13 0 0,0 0-160 0,5 15 0 16,-5-15 0-16,0 0 0 0,0 0 208 0,-4 15-32 15,4-15-16-15,0 0 0 0,-5 14-32 0,5-14 0 0,0 0 0 0,0 0 0 16,0 0 64-16,0 0 16 15,0 0 0-15,0 0 0 0,0 0-208 0,0 0 0 0,0 0 0 0,0 0 0 16,-8-7 0-16,8 7 144 16,0 0-144-16,-3-12 128 0,3 12-128 0,0-13 128 0,0 13-128 0,5-14 128 15,-2 1-128-15,-3 13 0 16,5-14 0-16,-5 14-176 0,8-11-32 0,-8 11-16 16,0 0 0-16,10-9 0 0,-10 9 224 0,0 0-192 15,0 0 192-15,0 0-192 0,0 0 192 0,0 0 0 0,0 0 0 0,14-2-144 16,-14 2-16-16,12 0 0 0,-12 0 0 0,12 6 0 0,-12-6 160 15,13 6 0-15,-13-6 0 0,13 7-128 0,-13-7 128 0,14 8 0 16,-2-1 0-16,-12-7 0 16,0 0 0-16,13 9 0 15,-13-9 0-15,15 8 0 0,-15-8 0 0,14 7 0 0,-14-7 0 0,0 0 0 0,10 8 128 16,-10-8-128-16,0 0 128 0,0 0-128 0,0 0 0 0,0 0 0 16,0 0 0-16,0 0 128 0,0 0 64 15,0 0 0-15,0 0 16 0,0 0 0 0,0 0 96 0,0 0 16 16,0 0 0-16,0 0 0 0,0 0-192 0,0 0-128 15,0 0 144-15,0 0-144 16,2-12 128-16,-2 12-128 0,1-13 0 0,-1 13 0 16,5-14 0-16,-1 3 0 0,-4 11 0 0,3-12 0 15,-3 12 0-15,5-14 0 0,-5 14 0 0,7-13 0 0,-1 3 0 0,1 0 0 16,-7 10 0-16,12-9 0 0,-12 9 0 0,10-8 0 16,-10 8 0-16,0 0 0 0,14-5 0 0,-14 5-128 15,13-2 128-15,-13 2 0 16,15-1 0-16,-1 1-160 0,-1 0 160 0,-1 1-128 0,-12-1 128 0,15 5 144 15,-2 0-16-15,1 0-128 0,-14-5 208 0,17 7-64 0,-2 0-16 0,-2-2 0 0,-13-5-128 16,15 8 0-16,-1-1 144 0,-14-7-144 16,13 10 0-16,-3 0 0 0,-10-10 0 0,11 14 0 15,-11-14 0-15,11 15 0 0,-2 0 0 0</inkml:trace>
          <inkml:trace contextRef="#ctx0" brushRef="#br0" timeOffset="179798.3591">6131 6534 11967 0,'0'0'1072'0,"0"0"-864"0,0 0-208 0,-12-2 0 15,12 2 2352-15,-12 3 416 0,12-3 96 0,-12 5 16 0,12-5-1584 0,-13 7-304 16,1-2-64-16,0 0-16 0,0 2-16 0,1 1-16 15,-3-1 0-15,2 0 0 16,-1 1-464-16,1 2-96 0,-1 0 0 0,1 2-16 16,2 0-304-16,1-2 0 0,-1 0 0 0,2 0 0 0,-1-1 0 0,9-9 0 15,-11 11 0-15,1 0 0 16,10-11-320-16,-12 11-128 0,0-1-32 0,2-1-8096 16,10-9-1600-16</inkml:trace>
          <inkml:trace contextRef="#ctx0" brushRef="#br0" timeOffset="182320.1192">6575 6729 6447 0,'0'0'576'0,"0"0"-576"0,-12 2 0 0,12-2 0 0,0 0 1376 0,-14 3 160 16,3 0 48-16,11-3 0 15,0 0-672-15,0 0-128 0,-12 5-16 0,12-5-16 0,0 0 272 0,0 0 48 16,0 0 16-16,0 0 0 0,0 0-608 0,0 0-112 16,0 0-32-16,0 0 0 0,0 0 176 0,0 0 48 0,0 0 0 0,0 0 0 15,0 0 160-15,0 0 48 0,0 0 0 0,0 0 0 16,0 0-480-16,0 0-96 0,0 0 0 0,0 0-16 15,0 0-48-15,0 0-128 0,0 0 192 0,0 0-64 32,0 0 0-32,0 0 0 0,0 0 0 0,0 0 0 0,0 0 0 0,0 0-128 15,-12 0 192-15,12 0-64 0,0 0-128 0,0 0 0 16,-12-6 0-16,12 6 0 0,0 0 0 0,0 0 0 16,0 0 0-16,0 0 0 0,0 0 0 0,5-12 0 0,-5 12 0 0,9-9 0 0,-9 9 0 15,10-8 0-15,-10 8 0 0,12-5 0 0,-12 5 0 0,13-3 0 16,-13 3 0-16,14 0 0 0,-14 0 0 0,0 0 192 31,13 1-32-31,-13-1 0 0,0 0-32 0,14 7 0 0,-14-7 0 0,0 0 0 16,0 0-128-16,13 8 128 0,-13-8-128 0,0 0 128 0,0 0-128 0,10 10 0 15,-10-10 0-15,0 0 0 0,0 0 0 0,0 0 0 16,0 0 144-16,12 11-144 16,-12-11-448-16,0 0-144 0,0 0-48 0,15 5-7264 15,-15-5-1456-15</inkml:trace>
        </inkml:traceGroup>
        <inkml:traceGroup>
          <inkml:annotationXML>
            <emma:emma xmlns:emma="http://www.w3.org/2003/04/emma" version="1.0">
              <emma:interpretation id="{6F18CE77-453E-43E5-B5AF-89C82E60E67E}" emma:medium="tactile" emma:mode="ink">
                <msink:context xmlns:msink="http://schemas.microsoft.com/ink/2010/main" type="inkWord" rotatedBoundingBox="14265,13606 14380,13594 14414,13951 14299,13962"/>
              </emma:interpretation>
              <emma:one-of disjunction-type="recognition" id="oneOf17">
                <emma:interpretation id="interp25" emma:lang="" emma:confidence="0">
                  <emma:literal>\</emma:literal>
                </emma:interpretation>
                <emma:interpretation id="interp26" emma:lang="" emma:confidence="0">
                  <emma:literal>.</emma:literal>
                </emma:interpretation>
                <emma:interpretation id="interp27" emma:lang="" emma:confidence="0">
                  <emma:literal>,</emma:literal>
                </emma:interpretation>
                <emma:interpretation id="interp28" emma:lang="" emma:confidence="0">
                  <emma:literal>`</emma:literal>
                </emma:interpretation>
                <emma:interpretation id="interp29" emma:lang="" emma:confidence="0">
                  <emma:literal>'</emma:literal>
                </emma:interpretation>
              </emma:one-of>
            </emma:emma>
          </inkml:annotationXML>
          <inkml:trace contextRef="#ctx0" brushRef="#br0" timeOffset="182638.9135">6679 6455 18655 0,'0'0'832'0,"0"0"160"0,0 0-800 0,0 0-192 16,0 0 0-16,0 0 0 0,0 0 544 0,0 0 64 15,5 15 16-15,-2-2 0 0,-3-13 480 0,5 17 112 16,1 0 0-16,-1 1 16 0,1 3-80 0,3-1-32 0,-3 0 0 0,3 0 0 15,1-1-464-15,0-1-80 0,0 2-32 0,0 1 0 16,2-1-368-16,1-2-176 16,-1 6 160-16,-2-2-9472 15,-1 0-1888-15</inkml:trace>
        </inkml:traceGroup>
      </inkml:traceGroup>
    </inkml:traceGroup>
    <inkml:traceGroup>
      <inkml:annotationXML>
        <emma:emma xmlns:emma="http://www.w3.org/2003/04/emma" version="1.0">
          <emma:interpretation id="{286D5961-894E-4173-A94D-BF283629643C}" emma:medium="tactile" emma:mode="ink">
            <msink:context xmlns:msink="http://schemas.microsoft.com/ink/2010/main" type="paragraph" rotatedBoundingBox="5710,15186 13906,15147 13910,15991 5714,1602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8130D1E-6B27-4B39-8DA6-BF8BF2571ABF}" emma:medium="tactile" emma:mode="ink">
              <msink:context xmlns:msink="http://schemas.microsoft.com/ink/2010/main" type="line" rotatedBoundingBox="5710,15186 13906,15147 13910,15991 5714,16029"/>
            </emma:interpretation>
          </emma:emma>
        </inkml:annotationXML>
        <inkml:traceGroup>
          <inkml:annotationXML>
            <emma:emma xmlns:emma="http://www.w3.org/2003/04/emma" version="1.0">
              <emma:interpretation id="{9176F902-FC00-4777-9119-D5170E24684D}" emma:medium="tactile" emma:mode="ink">
                <msink:context xmlns:msink="http://schemas.microsoft.com/ink/2010/main" type="inkWord" rotatedBoundingBox="5710,15222 7185,15215 7189,16017 5714,16024">
                  <msink:destinationLink direction="with" ref="{21A4E2A9-A2E5-495D-917D-22352D8E573B}"/>
                  <msink:destinationLink direction="with" ref="{7D41629F-D129-4C0F-B9BB-B4A392DE1EF8}"/>
                  <msink:destinationLink direction="with" ref="{6BF4C9C9-88F7-44DF-9B17-2AD0170A08E2}"/>
                </msink:context>
              </emma:interpretation>
            </emma:emma>
          </inkml:annotationXML>
          <inkml:trace contextRef="#ctx0" brushRef="#br0" timeOffset="20118.5294">-1867 8585 12895 0,'0'0'1152'0,"-5"-10"-928"0,4-2-224 0,1 12 0 16,0 0 2384-16,0 0 432 0,0 0 96 0,17-2 16 15,-2 2-2368-15,-2 2-560 0,-13-2 0 0,15 5 0 16,-1 2 0-16,-2-1 0 0,-12-6 0 0,15 10 0 0,-2 1 0 0,1-1 0 0,-3 0 144 16,1 0-16-16,0 0 240 0,0 0 48 0,-12-10 16 0,11 10 0 15,-11-10-256-15,12 10-48 0,-12-10-128 0,0 0 192 16,0 0-192-16,0 0 0 0,0 0 0 0,0 0 0 31,0 0 0-31,0 0 128 0,0 0-128 0,0 0 0 0,0 0 288 0,0 0-32 16,0 0-16-16,0 0 0 15,-15-5-48-15,0-2 0 0,0-1 0 0,0-2 0 16,0-2-192-16,-1 0 128 0,1-1-128 0,2-2 0 0,1-2 0 0,2-5 0 16,0-3 0-16,1 0 0 0,3-4 128 0,1-3-128 15,0-2 0-15,3 1 0 0,0 1 128 0,2-2-128 0,4 0 0 0,1 4 144 16,1 2-144-16,3 4 0 15,-1 5 0-15,2 1 0 0,0 3 0 0,4 1 0 16,-1 3 0-16,1 2 0 0,-2 1 0 0,1-1 0 16,2 3 0-16,0 2 0 0,0 1 0 0,1 0 0 0,-3 1 0 0,0 2 0 15,1 0-144-15,-1 2 144 16,-13-2 0-16,17 5 0 0,-2-2 0 0,-1 2 0 16,-2 2 0-16,-12-7 0 0,11 8-144 0,-2 4 144 0,-9-12 0 0,5 17-144 15,-3-2 144-15,-2-15 0 0,-7 17 128 0,-2-4-128 0,1-4 0 16,-4 2 0-16,0 1 0 0,1 0-128 0,-3 0 128 0,2-1 0 31,-1 1 0-31,1 0 0 0,0 0 0 0,1 1 0 0,-1-1 0 0,2 0-128 16,0 0 128-16,3 1 0 0,0 2 0 0,2-1 0 15,3-1 0-15,2 1 0 0,2-1 0 0,5 0 0 0,1 1 0 16,2-1 0-16,2 1 0 0,3-4 0 0,2 0 0 0,3 0 0 0,6-1 0 16,0 2 0-16,3 1 0 0,3 0 128 15,2-4-128-15,1 4 0 0,2-2 0 0,0 0 144 16,-2 0-144-16,-1-1 0 15,-2-2 0-15,-3-2 0 0,-2-2-192 0,-4-1-7904 16,-4-1-1568-16</inkml:trace>
          <inkml:trace contextRef="#ctx0" brushRef="#br0" timeOffset="20523.3789">-1125 8482 15999 0,'0'0'704'0,"0"0"160"0,0 0-688 0,0 0-176 0,0 0 0 0,0 0 0 15,-8 7 1360-15,8-7 240 0,0 0 64 0,0 0 0 0,-7 10-448 0,7-10-64 16,0 0-32-16,0 0 0 0,0 0-416 0,0 0-96 0,0 0-16 0,0 0 0 0,0 0-432 0,0 0-160 31,0 0 0-31,15-2 144 0,-15 2-144 0,16-5 0 0,-6-3 0 0,0 1 128 16,-10 7-128-16,13-10 0 16,-1 0 0-16,0 1 128 0,-2 1-128 0,-2 0 0 15,1-3 0-15,-1 1 0 0,1-1 0 0,-1 2 128 16,-1-1-128-16,-7 10 0 0,5-12 0 0,-2 2 0 15,-3 10 0-15,0-12 0 0,-3 4 0 0,1 0 0 0,2 8 0 0,-7-10 0 16,-1 3 0-16,-1 2 0 0,-1 1 0 0,0 3 0 0,-1-1 0 0,-1 2 0 16,12 0-128-16,-14 2 128 15,1-2 0-15,-1 5 0 0,3 0-144 0,-1 2 144 0,2 1 0 0,1 2-128 16,1 2 128-16,1 3 0 0,2 0 0 0,2 2 0 16,-1 1 0-16,3 1 0 0,1 1 0 0,0 0 0 15,3 1 0-15,0-1 0 0,4-3 0 0,2-1 0 16,1-4 0-16,3 0 0 0,2-2 0 0,2-3 0 0,2-1 0 0,-1 0 0 15,2-1 0-15,0-2 0 0,2-3 0 0,0 0 0 32,2-2-368-32,-1 2-112 0,-1-5-32 0,2 0 0 15,-1 0-2256-15,-1-3-464 0,-2-6-96 0</inkml:trace>
          <inkml:trace contextRef="#ctx0" brushRef="#br0" timeOffset="20776.2548">-706 8358 16991 0,'-8'-14'752'0,"8"14"144"0,-7-10-704 0,-1 2-192 0,-2 1 0 0,1 0 0 31,1 2 1472-31,-2 2 256 0,1-1 48 0,9 4 16 0,0 0-944 0,0 0-176 16,-11 0-32-16,11 0-16 0,0 0-320 0,0 0-64 0,0 0-16 0,-5 14 0 16,5-14-224-16,0 18 0 0,3 1 0 0,4 1 0 15,1 4 0-15,6 1 0 0,1 3 0 0,3-2 0 16,4-1 0-16,0-2 0 0,-2 1 0 0,2 1 0 0,-2-3 0 0,0 0 0 16,-1-2 0-16,-2-1 0 0,-2-1 0 0,0 1 0 15,-2-2 0-15,-2-2 0 0,-5 0 128 0,-1 0-128 16,-1 0 0-16,-4-15 0 0,1 15 0 0,-1 0 0 15,0-15 0-15,-5 19 0 0,-3-2 0 0,0-4 0 32,2 1 0-32,6-14 0 0,0 0 0 0,0 0 0 15,0 0 0-15,0 0 0 0,0 0 0 0,0 0 0 0,14 6-176 0,-1-6 176 16</inkml:trace>
          <inkml:trace contextRef="#ctx0" brushRef="#br0" timeOffset="20947.2749">-398 8617 6447 0,'-17'-21'272'0,"9"11"80"0,-2 0-352 0,2 0 0 0,1 0 0 0,0 3 0 0,7 7 5488 0,0 0 1024 15,-7-6 208-15,7 6 32 0,0 0-5376 0,0 0-1072 16,-3-9-304-16,3 9 0 16,0 0 0-16,0 0 0 0,0 0 0 0,0 0 0 15,0 0 0-15,15 9-192 0</inkml:trace>
        </inkml:traceGroup>
        <inkml:traceGroup>
          <inkml:annotationXML>
            <emma:emma xmlns:emma="http://www.w3.org/2003/04/emma" version="1.0">
              <emma:interpretation id="{761A5389-7FFC-4B69-8ED6-AD3F4A79FBBE}" emma:medium="tactile" emma:mode="ink">
                <msink:context xmlns:msink="http://schemas.microsoft.com/ink/2010/main" type="inkWord" rotatedBoundingBox="9091,15320 12005,15306 12008,16000 9094,16014"/>
              </emma:interpretation>
              <emma:one-of disjunction-type="recognition" id="oneOf18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125315.367">1530 8583 911 0,'0'0'0'0,"0"0"0"0,-11 0 0 0,11 0 0 0,0 0 3680 0,-12 5 656 16,12-5 128-16,0 0 16 0,0 0-1552 0,0 0-320 15,0 0-64-15,0 0-16 0,0 0-720 0,0 0-144 16,0 0-16-16,10 17-16 0,3-2-864 0,3 0-192 16,-1-1-16-16,2-1-16 0,1-3-80 0,-1 4-16 15,0-1 0-15,0 1 0 16,-2-1-288-16,-2 0-160 0,-1 3 160 0,-2 0-160 0,0 1 0 0,-3 3-128 16,-4-1-16-16,1-1-10416 15,-3-1-2096-15</inkml:trace>
          <inkml:trace contextRef="#ctx0" brushRef="#br0" timeOffset="126649.9162">2293 8517 3679 0,'0'0'320'0,"0"0"-320"0,0 0 0 0,0 0 0 16,0 0 2816-16,0 0 512 0,0 0 80 0,0 0 32 15,0 0-1200-15,-5-11-256 16,-2 2-32-16,7 9-16 0,-9-7-640 0,1 1-128 16,0-3-16-16,1 3-16 0,0-1-240 0,7 7-64 0,-7-9 0 0,1 3 0 15,-1-3-128-15,0 3-48 0,1-3 0 0,0 1 0 0,1-2 0 0,0 0 0 16,0 1 0-16,0 1 0 0,-1-1-224 0,1-1-48 15,-2 2-16-15,2-1 0 0,-2 3-208 0,-1-4-32 16,-1 1-128-16,1-1 192 0,-1-2-192 0,-2 1 0 16,-3-3 0-16,1 2 0 15,-1-1 0-15,1-1 0 0,1 6 0 0,2 0 0 16,0-1 0-16,1 1 0 0,1 1 0 0,1-1 0 0,7 8 0 0,-7-9 0 0,7 9 0 0,-6-7 0 31,6 7 0-31,0 0 0 0,0 0 0 0,0 0 0 16,0 0 128-16,0 0-128 0,0 0 0 0,0 0 0 0,0 0 0 15,0 0 128 1,0 0-128-16,0 0 0 0,0 0 0 0,0 0 0 0,12 9 0 0,-12-9 0 0,10 12 0 0,-2 1 0 0,0 4 0 16,-1 0 0-16,0 5 0 0,0 1 0 0,-2-1 0 0,1 2-160 31,1 1 160-31,2 3 0 0,-1 3 0 0,2 1-128 0,2-4 128 0,0-2 0 16,-2-5 0-16,3 0-128 0,1 0 128 0,1-2 0 0,0-4 0 0,2-1 0 15,-2-3 0-15,0-2 0 0,2-3 0 0,0 0 0 16,0-3 144-16,-2 2-144 0,0-3 192 0,-2-2-192 15,-13 0 160-15,15-2-160 0,-15 2 128 0,14-2-128 16,-14 2 160-16,0 0-160 0,0 0 192 0,0 0-192 0,0 0 128 16,0 0-128-16,0 0 0 0,0 0 0 0,0 0 192 0,3-12-192 15,-3 12 192-15,-1-13-192 0,-3 1 0 0,1 0 0 16,-1 1 0-16,1 1 0 0,1-4 128 0,2 1-128 31,0-2 0-31,2 1 0 0,1 1 0 0,1 1 0 0,1-3 0 0,0 5 0 16,-5 10 0-16,10-7 0 0,-10 7 0 0,12-5 0 0,-12 5 0 0,0 0 0 15,15 1 0-15,-15-1 0 0,15 9 0 16,-5-1 0-16,-10-8-128 0,10 15 128 0,0 2-192 0,-1-2 0 31,-4-1 0-31,-2 1 0 16,1 0-2240-16,-1 2-432 0</inkml:trace>
          <inkml:trace contextRef="#ctx0" brushRef="#br0" timeOffset="127580.2533">3701 8600 24527 0,'-5'-14'1088'0,"5"14"224"0,-3-10-1056 0,1 0-256 0,4-2 0 0,1 2 0 15,2 0 1472-15,2-3 256 0,1-1 32 0,0 3 16 0,3 0-608 0,-1 0-112 16,-2-1-32-16,2 3 0 0,2 1-480 0,-2 1-96 16,0 2-32-16,-10 5 0 0,14-1-416 0,-1 1 0 15,-13 0-144-15,17 1 144 16,-2 3-1808-16,-1-1-256 0,-14-3-48 0</inkml:trace>
          <inkml:trace contextRef="#ctx0" brushRef="#br0" timeOffset="127756.3143">4421 8455 16575 0,'0'0'736'0,"-8"-10"160"0,-1-2-720 0,3 4-176 0,6 8 0 0,-6-10 0 0,3 1 2848 0,3 9 544 15,0 0 96-15,0 0 32 0,0 0-2832 0,0 0-560 16,0 0-128-16,0 0 0 16,0 0-1408-16,14 0-256 0,-1 4-64 0</inkml:trace>
        </inkml:traceGroup>
        <inkml:traceGroup>
          <inkml:annotationXML>
            <emma:emma xmlns:emma="http://www.w3.org/2003/04/emma" version="1.0">
              <emma:interpretation id="{488E03C3-E09C-4807-973A-645B0D8624B8}" emma:medium="tactile" emma:mode="ink">
                <msink:context xmlns:msink="http://schemas.microsoft.com/ink/2010/main" type="inkWord" rotatedBoundingBox="10255,15618 10693,15615 10695,15905 10257,15907"/>
              </emma:interpretation>
            </emma:emma>
          </inkml:annotationXML>
          <inkml:trace contextRef="#ctx0" brushRef="#br0" timeOffset="127036.1176">2670 8467 8287 0,'0'0'736'0,"0"0"-592"16,0 0-144-16,0 0 0 0,0 0 2416 0,0 0 448 0,0 0 80 0,0 0 32 16,0 0-688-16,0 0-144 0,0 0-32 0,0 0 0 15,0 0-704-15,0 0-160 0,0 0-32 0,0 0 0 16,13 12-752-16,-1-4-144 15,-2 1-48-15,0-1 0 16,-10-8 48-16,15 8 0 0,-3 1 0 0,-12-9 0 0,8 10 112 0,-8-10 16 16,7 15 16-16,-2-2 0 0,-2 1-192 0,-4-2-32 15,-3-1-16-15,-1 3 0 0,0-1-224 0,-1-1 0 0,-5 0 0 0,1 0 0 16,0-2 128-16,2 0-128 16,-1 0 0-16,9-10 0 0,-10 12 0 0,10-12 0 15,-6 12 0-15,6-12 0 0,0 0 0 0,0 0 0 0,0 0 0 16,3 15 0-16,-3-15 192 0,0 0-64 0,13 10-128 0,3-5 192 15,0 0 32-15,1-2 0 0,2 1 0 0,-1-3 0 16,1-1-224-16,1 0 144 0,4 0-144 0,1-1 128 16,3-3-128-16,4 1 0 0,2 0 0 0,1-1 0 15,1-1-1824-15,1 0-240 0,0 0-48 0</inkml:trace>
        </inkml:traceGroup>
        <inkml:traceGroup>
          <inkml:annotationXML>
            <emma:emma xmlns:emma="http://www.w3.org/2003/04/emma" version="1.0">
              <emma:interpretation id="{3C339D2E-73D4-4D98-B833-3107A9B917F8}" emma:medium="tactile" emma:mode="ink">
                <msink:context xmlns:msink="http://schemas.microsoft.com/ink/2010/main" type="inkWord" rotatedBoundingBox="12274,15155 13379,15150 13382,15773 12277,15778"/>
              </emma:interpretation>
            </emma:emma>
          </inkml:annotationXML>
          <inkml:trace contextRef="#ctx0" brushRef="#br0" timeOffset="127929.908">4690 8408 2751 0,'15'-8'128'0,"-15"8"16"0,16-4-144 0,-1 3 0 0,-2-1 0 0,-13 2 0 0,14-2 192 16,-14 2 0-16,0 0 0 0,0 0 0 0,0 0 0 16,0 0 16-16,0 0 0 0,0 0 0 0,0 0 1520 0,0 0 320 15,0 0 48-15,0 0 16 0,0 0-320 0,0 0-64 16,0 0-16-16,13 9 0 0,2-4-1712 0,4-4-192 16</inkml:trace>
          <inkml:trace contextRef="#ctx0" brushRef="#br0" timeOffset="128680.1363">5486 8329 11967 0,'0'0'1072'0,"0"0"-864"16,0 0-208-16,0 0 0 0,0 0 2528 0,0 0 464 16,-3-10 80-16,3 10 32 0,0-10-1344 0,0 10-272 0,-4-14-48 0,3 4-16 15,-1 0-240-15,0 2-48 0,1-1-16 0,-1-1 0 16,-1 2-208-16,3 8-32 15,0 0-16-15,-5-9 0 0,5 9-432 0,-5-8-96 16,-1 0-16-16,3-1 0 0,3 9-64 0,-5-10 0 0,0 0-16 0,2 0 0 16,-1 0-112-16,1 1 0 15,3 9-128-15,-5-13 192 0,1-1-192 0,1 1 0 0,0 1 128 0,-1 0-128 16,4 12 0-16,-1-13 144 0,-3-2-144 0,3 3 128 16,1 12-128-16,-2-13 0 0,0-1 0 0,2 14 0 15,-1-12 0-15,1 12 0 0,0 0 0 0,0 0 0 0,0 0 0 0,0 0 0 16,-4-13 0-16,4 13 0 0,0 0 0 0,0 0 0 15,0 0 0-15,0 0 0 0,0 0 0 0,0 0-192 16,-12 8 64-16,4 4 128 0,1 1-144 0,2 3 144 16,0 0 0-16,2 5 0 0,1-1 0 0,1 2 0 0,1 0 0 0,3 1 0 15,2-1 0-15,2 3 0 16,-1 0 0-16,4 4 0 0,2 0 0 0,3 1 0 0,2 0 0 0,0 4 0 0,2-4 0 16,-1-1 0-16,1-4 0 0,-1 0 0 0,1 1 0 15,-1-6 0-15,-1-3 0 0,-2-2 0 16,0-5 0-16,0-2 0 0,-1 1-160 0,-1-3 160 0,-1-1 0 15,-12-5 0-15,15-1 0 0,-1-3 0 0,-1-2 160 0,1-1-32 16,-4-2-128-16,0-2 192 16,-2-3-192-16,1 1 176 0,-3-2-176 0,3-1 160 15,-3 1-160-15,1-1 128 0,-3-5-128 0,-1 3 128 16,-1-1-128-16,-1-1 0 0,1 2 0 0,-2 1 0 0,0 2 0 16,-2 1 0-16,1 1 0 0,-1 3 0 0,-1 1 0 15,-1 2 0-15,-1 1 0 0,5 6 0 0,-8-7 0 0,8 7 0 16,-9-7 0-16,9 7 0 0,-10-1 0 0,-2 1 0 15,1 1 0-15,1 3 0 0,10-4 0 0,0 0 0 16,-11 6 0-16,11-6-176 0,-8 10 176 0,8-10 0 16,-5 12-144-16,5-12 144 0,0 15 0 0,0-15 0 15,8 14 0-15,4 3 0 16,2 1-512-16,1-3-16 0,3-5-16 0,3 2-10448 16,-1 2-2080-16</inkml:trace>
        </inkml:traceGroup>
        <inkml:traceGroup>
          <inkml:annotationXML>
            <emma:emma xmlns:emma="http://www.w3.org/2003/04/emma" version="1.0">
              <emma:interpretation id="{11321559-17E7-4AA3-80B3-03B338840887}" emma:medium="tactile" emma:mode="ink">
                <msink:context xmlns:msink="http://schemas.microsoft.com/ink/2010/main" type="inkWord" rotatedBoundingBox="8335,15369 13907,15342 13910,15886 8338,15913"/>
              </emma:interpretation>
              <emma:one-of disjunction-type="recognition" id="oneOf19">
                <emma:interpretation id="interp31" emma:lang="" emma:confidence="1">
                  <emma:literal/>
                </emma:interpretation>
              </emma:one-of>
            </emma:emma>
          </inkml:annotationXML>
          <inkml:trace contextRef="#ctx0" brushRef="#br0" timeOffset="131669.9933">5907 8531 8287 0,'0'0'736'0,"0"0"-592"0,0 0-144 0,0 0 0 15,-10-4 3312-15,10 4 624 0,0 0 128 0,-10-3 32 16,10 3-2240-16,-12-3-448 0,12 3-96 0,0 0-16 16,0 0-208-16,0 0-32 0,0 0-16 0,0 0 0 0,0 0-368 0,0 0-80 15,0 0-16-15,0 0 0 0,0 0-400 0,0 0-176 32,7 13 128-32,-7-13-128 0,0 0 144 0,10 14-144 0,-4-3 160 0,-6-11-160 15,0 0 176-15,7 14-176 0,-7-14 192 0,0 0-192 16,5 15 208-16,-5-15-64 0,2 14-16 0,-2-14 0 15,0 0 80-15,0 0 16 0,0 0 0 0,0 0 0 0,0 0-80 0,0 0-16 16,0 0 0-16,0 0 0 0,0 0 112 0,0 0 16 16,0 0 0-16,0 0 0 0,0-12-16 15,3 2 0-15,2-2 0 0,4 0 0 16,1 0-240-16,0 1 176 0,0-3-176 0,2-1 160 16,-1-2-160-16,1 2 0 0,-2 0 0 0,0 0 128 0,1-2-128 0,-3 2 0 15,0 1 0-15,-1 4 0 0,-7 10 0 0,7-8 0 16,-7 8 0-16,0 0 0 0,0 0 0 0,0 0 0 0,0 0 0 15,0 0 0-15,0 0 0 0,0 0 0 0,0 0 0 0,0 0 0 16,0 0 0-16,0 0 0 0,8 18-144 0,1-1 144 0,1 0 0 16,2 1 0-1,1 3-128-15,4-1 128 0,1 2 0 0,6 0 0 16,3-1 0-16,3 1 0 16,2 0-1280-16,2 0-288 0,1-3-64 0</inkml:trace>
          <inkml:trace contextRef="#ctx0" brushRef="#br0" timeOffset="125065.7823">906 8628 17503 0,'0'0'768'0,"0"0"176"0,-3-11-752 0,3 11-192 15,-2-12 0-15,2 12 0 16,-5-15 1616-16,0 1 304 0,2 1 48 0,-1 1 16 0,3 2-624 0,-1 0-112 16,0 0-32-16,1 1 0 0,-1 1-512 0,0-2-128 15,1 0 0-15,-3 3-16 0,1 0-144 0,-2-1-32 16,-2 1 0-16,2 2 0 0,0 0 192 0,2-3 48 0,-2-1 0 0,1 2 0 15,-1 1-48-15,-2-3 0 0,4 1 0 0,-2 0 0 0,-2-3-208 0,2 3-48 16,2 1-16-16,-2 1 0 0,0-5-176 0,0 5-128 16,0-3 144-16,1 1-144 0,1-2 0 0,0 1 0 15,-1-1 0-15,1 0 0 16,-2-2 0-16,3 2 128 0,2 0-128 0,0 2 0 16,-2-2 0-16,2 10 0 15,-1-9 0-15,1 9 0 0,0-8 0 0,0 8 0 0,0 0 0 0,0 0 0 16,0 0 0-16,0 0 0 15,0 0 0-15,0 0 0 0,0 0 0 0,0 0 0 0,0 0 0 0,0 0 0 16,0 0 0-16,0 17 0 0,0-2-128 0,0 2 128 16,0-4 0-16,1 4 0 0,3 1 0 0,-2 6 0 15,-1 1 0-15,1 4-128 0,-2-1 128 0,2 6 0 16,-1-2 0-16,3 0 0 0,1-3 0 0,0-1 144 0,-2-1-144 0,4-2-144 16,0-1 144-16,3-4-208 0,1-3 208 0,5-2 0 15,-1 0 0-15,2-5 0 0,-1-1 0 0,5-1 0 16,-1-3 0-16,2 0 0 0,1-1 176 0,1-3-176 15,-1-4 160-15,2 0-160 0,2-1 160 0,0 1-160 16,-1 0 160-16,-1-3-160 0,-2 1 144 0,-1 0-144 0,-3 0 128 16,-2-1-128-16,-4-1 128 0,-3-2-128 15,-1 1 0-15,-9 8 128 0,6-12-128 0,-1 0 128 0,-3-1-128 0,-2-2 128 16,-3 1-128-16,-2-1 0 0,0 0 144 0,-2 2-144 31,-2-1 0-31,1 2 0 0,0 1 0 0,1 2 128 0,-2 1-128 16,9 8 0-16,-8-9 0 0,8 9 0 0,0 0 0 15,0 0 0-15,0 0 0 0,0 0-128 0,0 0 128 0,0 0 0 16,0 0 0-16,0 0 0 0,0 0 0 0,0 0-160 0,8 11 160 0,1-1 0 16,-9-10 0-16,12 11-128 0,-4 1 128 0,0 0 0 15,-8-12 0-15,9 15 0 0,-2-1 0 0,-7-14 0 32,5 15-512-32,-2 0-32 0,-1-2-16 0,-2-13 0 15,1 15-2176-15,-1-15-432 0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4:08.21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726E2E63-9AB2-43D2-A092-5DCC57AEA968}" emma:medium="tactile" emma:mode="ink">
          <msink:context xmlns:msink="http://schemas.microsoft.com/ink/2010/main" type="writingRegion" rotatedBoundingBox="14539,13893 15000,13893 15000,14183 14539,14183"/>
        </emma:interpretation>
      </emma:emma>
    </inkml:annotationXML>
    <inkml:traceGroup>
      <inkml:annotationXML>
        <emma:emma xmlns:emma="http://www.w3.org/2003/04/emma" version="1.0">
          <emma:interpretation id="{212BFE00-07AC-4E33-8725-BEDBE069B8CE}" emma:medium="tactile" emma:mode="ink">
            <msink:context xmlns:msink="http://schemas.microsoft.com/ink/2010/main" type="paragraph" rotatedBoundingBox="14539,13893 15000,13893 15000,14183 14539,141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2753D68-E4A6-4F8B-97D0-B07584D4DFB1}" emma:medium="tactile" emma:mode="ink">
              <msink:context xmlns:msink="http://schemas.microsoft.com/ink/2010/main" type="line" rotatedBoundingBox="14539,13893 15000,13893 15000,14183 14539,14183"/>
            </emma:interpretation>
          </emma:emma>
        </inkml:annotationXML>
        <inkml:traceGroup>
          <inkml:annotationXML>
            <emma:emma xmlns:emma="http://www.w3.org/2003/04/emma" version="1.0">
              <emma:interpretation id="{D5B2D28B-3F99-4D31-ABC3-7E3098656093}" emma:medium="tactile" emma:mode="ink">
                <msink:context xmlns:msink="http://schemas.microsoft.com/ink/2010/main" type="inkWord" rotatedBoundingBox="14539,13893 15000,13893 15000,14183 14539,1418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7219 6831 5519 0,'0'0'496'0,"0"0"-496"0,2-11 0 0,-2 11 0 15,3-12 1728-15,-3 12 240 0,5-12 48 0,-5 12 16 0,5-12-1520 0,-5 12-320 16,-1-10-48-16,1 10-16 0,0 0 0 0,0 0 0 16,-7-12 0-16,-2 6 0 15,9 6 816-15,-13-5 144 0,-2 1 48 0,1 3 0 0,1-1-176 16,-2 0-16-16,-4 2-16 0,1 2 0 0,-1 1-128 0,2 1-32 16,-1-3 0-16,1 3 0 0,2-1-160 0,1 2-32 15,1 2-16-15,0 1 0 0,1 2-192 0,12-10-48 16,-7 12 0-16,7-12 0 0,-7 15-320 0,4 2 128 15,1-2-128-15,2 0 0 0,2-1 0 0,0 1 0 16,-1-1 0-16,3-1 0 0,1 0 0 0,0 1 128 0,-5-1-128 0,0-13 0 16,3 15 0-16,-3-15 0 0,2 14 0 0,-2-14 128 15,0 0-128-15,0 0 0 0,0 0 0 0,0 0 128 16,0 0-128-16,0 0 0 0,0 0 128 0,0 0-128 16,0 0 160-16,13-3-32 0,-3-4-128 0,-10 7 192 0,10-10-192 0,1 0 144 15,-3 1-144-15,0 1 128 0,-8 8-128 0,14-10 0 16,-2 0 0-16,-1 1 0 0,1 1 0 0,-2-1 0 15,-10 9 0-15,14-8 0 16,-4 0 0-16,-10 8 0 16,8-7 0-16,-8 7 0 0,10-9 320 0,-10 9 48 15,10-6 0-15,-10 6 0 0,14-5 112 0,-14 5 32 0,13-4 0 0,1 3 0 16,-14 1-512-16,17 0 0 0,-4 1 0 0,-13-1 0 0,15 4 0 16,-1 1 0-16,-14-5 0 0,15 8 0 0,-3 2 0 0,-12-10 0 15,11 14 0-15,0-1 0 0,-1-1 0 0,0 0 0 16,1-1 0-16,1 1 0 15,0 0 0-15,0-2 0 0,-2 2 0 16,2 1 0 0,-2 1-1504-16,0-2-240 0,-2-2-48 0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4:08.74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A2DC940A-5DF4-4496-9D77-2B609F1CD939}" emma:medium="tactile" emma:mode="ink">
          <msink:context xmlns:msink="http://schemas.microsoft.com/ink/2010/main" type="writingRegion" rotatedBoundingBox="15069,14023 15656,14051 15635,14507 15048,14479"/>
        </emma:interpretation>
      </emma:emma>
    </inkml:annotationXML>
    <inkml:traceGroup>
      <inkml:annotationXML>
        <emma:emma xmlns:emma="http://www.w3.org/2003/04/emma" version="1.0">
          <emma:interpretation id="{6827B17B-D118-408F-AE95-78E9B0FF1B8C}" emma:medium="tactile" emma:mode="ink">
            <msink:context xmlns:msink="http://schemas.microsoft.com/ink/2010/main" type="paragraph" rotatedBoundingBox="15069,14023 15656,14051 15635,14507 15048,144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39B5831-912A-47FD-8195-600FC3BEA3F6}" emma:medium="tactile" emma:mode="ink">
              <msink:context xmlns:msink="http://schemas.microsoft.com/ink/2010/main" type="line" rotatedBoundingBox="15069,14023 15656,14051 15635,14507 15048,14479"/>
            </emma:interpretation>
          </emma:emma>
        </inkml:annotationXML>
        <inkml:traceGroup>
          <inkml:annotationXML>
            <emma:emma xmlns:emma="http://www.w3.org/2003/04/emma" version="1.0">
              <emma:interpretation id="{AD24839C-24B9-484C-A8F6-C0D4ABDAC7F2}" emma:medium="tactile" emma:mode="ink">
                <msink:context xmlns:msink="http://schemas.microsoft.com/ink/2010/main" type="inkWord" rotatedBoundingBox="15069,14023 15656,14051 15635,14507 15048,14479">
                  <msink:destinationLink direction="with" ref="{1F52B1B5-9D6A-4649-BFFC-7223AF865B2B}"/>
                </msink:context>
              </emma:interpretation>
            </emma:emma>
          </inkml:annotationXML>
          <inkml:trace contextRef="#ctx0" brushRef="#br0">7483 6894 6447 0,'0'0'576'0,"0"0"-576"0,0 0 0 0,0 0 0 16,0 0 2224-16,0 0 336 0,14 0 64 0,-14 0 0 15,0 0-1280-15,13 5-256 16,-13-5-48-16,12 8-16 0,-12-8-384 0,10 10-64 0,-2 0-32 0,1 2 0 16,-2 0 256-16,-2 1 48 0,-5-13 16 0,6 17 0 0,-1-2-160 0,-1 1-16 15,-1 0-16-15,1-1 0 0,-1 1-320 0,0-1-64 16,2 0-16-16,-1 0 0 0,1-1-272 0,-2-3 0 31,-3-11 0-31,5 14 0 0,-5-14 0 0,0 0 0 0,7 10 0 0,-7-10 0 16,0 0 160-16,0 0-32 15,0 0 0-15,0 0 0 0,0 0 288 0,0 0 48 0,10-12 16 0,-10 12 0 16,5-15-192-16,0 1-32 0,-2 1-16 0,-3 1 0 16,0 12-112-16,-3-12-128 0,3 12 176 0,-3-11-176 0,-1 1 128 0,4 10-128 15,0 0 0-15,-6-9 0 0,6 9 128 0,0 0-128 16,0 0 0-16,0 0 0 0,0 0 0 0,0 0 0 0,0 0 0 0,0 0 0 15,0 0 0-15,0 0 0 16,0 0 0-16,0 0 0 0,0 0 0 0,0 0 0 16,0 0-128-16,0 0 128 0,0 0 0 0,0 0 0 15,0 0 0-15,0 0 0 16,0 0 0-16,0 0 0 0,0 0 0 0,0 0 0 0,0 0 0 0,0 0 0 16,0 0 0-16,0 0 0 0,-7 10 0 0,7-10 0 15,-7 12 0-15,7-12 0 16,-3 10 0-16,3-10 0 0,0 0 0 0,-5 10 0 15,5-10-288-15,0 0-64 0,-5 10-16 0,5-10 0 16,-7 12-464-16,2-2-80 0,5-10-32 0,0 0 0 16,-7 9 208-16,7-9 32 0,-7 10 16 0,7-10 0 15,-5 10-848-15,5-10-160 0,-13 7-32 0,13-7-16 0</inkml:trace>
          <inkml:trace contextRef="#ctx0" brushRef="#br0" timeOffset="853.8239">7488 7062 11055 0,'0'0'976'0,"0"0"-784"15,0 0-192-15,0 0 0 0,10-7 1216 0,-10 7 192 0,0 0 32 0,14-1 16 0,-14 1-1008 0,0 0-208 16,0 0-48-16,0 0 0 0,12 8 320 0,-12-8 64 31,0 0 16-31,0 0 0 0,0 0 240 0,0 0 64 0,6 12 0 0,-6-12 0 16,0 0-112-16,7 13-16 15,-7-13 0-15,7 14 0 0,-7-14-64 0,10 13-32 0,0-3 0 0,-2 2 0 16,1 0-288-16,1 0-64 16,2-4-16-16,-2 0 0 0,-10-8-304 0,13 10 0 0,-3-1 128 0,-10-9-128 15,10 10 0-15,-10-10 0 0,0 0 0 0,7 10 0 0,-7-10 0 0,0 0 0 16,0 0 0-16,0 0 0 0,0 0 0 0,-7 12 128 16,7-12-128-16,-13 7 0 0,0-2 176 0,-1-2-176 15,2-3 160-15,12 0-160 16,-13-2 128-16,1 1-128 0,12 1 0 0,-12-4 144 15,1 1-144-15,11 3 160 0,-12-3-160 0,12 3 160 16,-9-5-160-16,9 5 0 0,-6-9 0 0,6 9 0 0,0 0 0 0,0 0 0 16,-5-12 0-16,5 12 0 0,0 0 0 0,0 0 128 15,0-13-128-15,0 13 128 0,0-14-128 0,0 14 0 0,1-13 0 0,-1 1 0 16,0 0 0-16,0 12 0 16,2-13 0-16,-2 1 0 0,-2 2 0 0,1 0 0 15,-1 0 0-15,2 10 0 0,-2-10 0 0,1 0 0 16,1 0 0-16,0-1 0 0,0 11 0 0,0-10 0 15,0 2 0-15,0 8 0 0,3-8 0 0,-3 8 0 0,3-9 0 0,-3 9 128 0,0 0-128 16,9-8 0 0,-9 8 0-16,10-5 128 0,0 1-128 0,-10 4 0 15,13 2 0-15,-13-2 0 0,15 3 0 0,1 2 0 16,0-1 0-16,0 3 0 0,-3 1 0 0,0 0 0 0,1 1 0 0,-2-1 0 16,-2 2 0-16,2 2 0 0,-2 0-144 0,3 0 144 15,1-1 0-15,-1 1 0 0,-3 0 0 0,0 1 0 0,-1-1 0 16,-3 0 0-1,-6-12 0-15,9 12 0 0,-4-2 0 0,-5-10 0 0,3 13 0 16,-3-13 0-16,0 0 0 0,0 14 0 0,0-14 0 0,0 0 0 16,0 0 0-16,0 0 0 0,0 0 0 0,-5 10 0 0,5-10 0 0,0 0 0 15,0 0 0-15,0 0 144 0,0 0-144 0,0 0 128 16,0 0-128-16,0 0 128 16,0 0 64-16,0 0 0 0,0 0 0 0,2-15 0 15,1 0-64-15,1 3 0 0,-1 0 0 0,-1-1 0 16,-2-4-128-16,3 0 192 0,0-2-192 0,1 4 192 0,-1 2-192 0,-1-2 192 15,-2-2-192-15,1 2 192 0,1 0-192 0,2 1 0 16,-1-3 0-16,0 4 0 0,1 1 0 0,1 2 0 16,0-4 0-16,0 4 0 0,-5 10 0 0,6-10 0 15,0 2 0-15,-6 8 0 0,6-7 0 0,-6 7 0 16,0 0 0-16,12-5 0 0,-12 5 0 0,13 0 0 0,-13 0 0 0,16 7-176 0,-16-7 176 0,15 13 0 31,-3-1 0-31,-2 1 0 0,-2 1-128 0,0 1 128 0,-1 0-128 0,0 4 128 16,-2 1 0-16,0 2-160 0,0 1 160 0,0 3 0 0,0 1 0 0,4-2 0 15,-3-3 0-15,-1 3 0 0,-1 0 0 0,1 0 0 16,-2 1 0-16,1-1 0 0,-1-2 608 0,0-1 128 16,1-2 32-16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0" timeString="2021-03-04T03:46:43.56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8592EFD4-8498-42EE-9FAE-5F9743A1D16D}" emma:medium="tactile" emma:mode="ink">
          <msink:context xmlns:msink="http://schemas.microsoft.com/ink/2010/main" type="writingRegion" rotatedBoundingBox="11753,2641 11773,2641 11773,2777 11753,2777"/>
        </emma:interpretation>
      </emma:emma>
    </inkml:annotationXML>
    <inkml:traceGroup>
      <inkml:annotationXML>
        <emma:emma xmlns:emma="http://www.w3.org/2003/04/emma" version="1.0">
          <emma:interpretation id="{DC01D620-D0EA-4672-A33F-0D62D9071776}" emma:medium="tactile" emma:mode="ink">
            <msink:context xmlns:msink="http://schemas.microsoft.com/ink/2010/main" type="paragraph" rotatedBoundingBox="11753,2641 11773,2641 11773,2777 11753,27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FD8B28-59E7-46FB-9A38-1141C57C477E}" emma:medium="tactile" emma:mode="ink">
              <msink:context xmlns:msink="http://schemas.microsoft.com/ink/2010/main" type="line" rotatedBoundingBox="11753,2641 11773,2641 11773,2777 11753,2777"/>
            </emma:interpretation>
          </emma:emma>
        </inkml:annotationXML>
        <inkml:traceGroup>
          <inkml:annotationXML>
            <emma:emma xmlns:emma="http://www.w3.org/2003/04/emma" version="1.0">
              <emma:interpretation id="{76A67486-6264-4222-92ED-799763AA5E0D}" emma:medium="tactile" emma:mode="ink">
                <msink:context xmlns:msink="http://schemas.microsoft.com/ink/2010/main" type="inkWord" rotatedBoundingBox="11753,2641 11773,2641 11773,2777 11753,2777"/>
              </emma:interpretation>
              <emma:one-of disjunction-type="recognition" id="oneOf0">
                <emma:interpretation id="interp0" emma:lang="" emma:confidence="0">
                  <emma:literal>l</emma:literal>
                </emma:interpretation>
                <emma:interpretation id="interp1" emma:lang="" emma:confidence="0">
                  <emma:literal>|</emma:literal>
                </emma:interpretation>
                <emma:interpretation id="interp2" emma:lang="" emma:confidence="0">
                  <emma:literal>.</emma:literal>
                </emma:interpretation>
                <emma:interpretation id="interp3" emma:lang="" emma:confidence="0">
                  <emma:literal>1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10 0 0,'0'0'0,"0"0"0,0 0 16,0 0-16,0 0 15,-10 136 1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04T03:42:41.03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6BF4C9C9-88F7-44DF-9B17-2AD0170A08E2}" emma:medium="tactile" emma:mode="ink">
          <msink:context xmlns:msink="http://schemas.microsoft.com/ink/2010/main" type="inkDrawing" rotatedBoundingBox="5107,13941 5644,13950 5610,16057 5073,16049" semanticType="callout" shapeName="Other">
            <msink:sourceLink direction="with" ref="{9176F902-FC00-4777-9119-D5170E24684D}"/>
            <msink:sourceLink direction="with" ref="{AE0DA2B2-E1DD-4C42-B8C0-27A928EEBB75}"/>
          </msink:context>
        </emma:interpretation>
      </emma:emma>
    </inkml:annotationXML>
    <inkml:trace contextRef="#ctx0" brushRef="#br0">-10732 7469 4607 0,'0'0'400'0,"0"0"-400"16,0 0 0-16,0 0 0 0,0 0 1664 0,0 0 240 15,0 0 48-15,0 0 16 0,0 0-624 0,0 0-128 0,0 0-32 0,0 0 0 16,-3-10-176-16,3 10-48 16,-5-9 0-16,5 9 0 0,0 0-96 0,0 0-32 0,0 0 0 0,0 0 0 0,0 0-128 0,0 0-48 0,0 0 0 0,0 0 0 31,-5 14-320-31,5-14-64 0,0 0-16 0,5 21 0 16,0 1-112-16,4 2-16 0,1-1-128 0,3 1 192 15,2 1-192-15,2 4-128 0,2 4 128 0,-1 3-208 0,2 2 208 16,0 1 0-16,-1-2 0 0,-1-1 0 0,3-3 0 0,-5 1 0 15,-2-2 0-15,-2-2 0 0,-1-5 0 0,-2 1 0 16,-4-3 0-16,0 1 0 0,0-2 0 0,0-1 0 16,-2-2 0-16,1 3 0 0,-3 3 0 0,-1 2 160 15,0-2 0-15,4 4 0 0,3-1 80 0,-2 4 16 16,0 2 0-16,3 3 0 0,1-2-80 0,-1 1-16 16,2-1 0-16,2-3 0 0,0-2-160 0,-1 1 0 0,-1-4 0 0,2-1 0 15,-2-2 0-15,2 1 0 16,-2-3 0-16,-1 2 128 0,-1-4-128 0,-1 2 0 15,-1 0 0-15,1-1 0 0,0-2 0 0,-2 5 0 16,0 2 0-16,-2 5 0 0,1-1 0 0,-3 5 0 16,-1 6 0-16,2 1 0 0,0 2 0 0,-2-4 0 15,-2-6 0-15,-1-1 0 0,-1-4 0 0,3-4 0 16,-1 0 0-16,-1-5 0 0,-2-3 0 0,1-3 0 0,1-1 0 0,1-1 0 16,2-12 176-16,-3 13-48 0,3-13-128 0,-4 14 192 15,4-14 32-15,-1 15 0 0,-1-1 0 0,2-14 0 16,0 0 0-16,-3 16 0 0,1 0 0 0,2-1 0 15,0-15 128-15,-2 16 32 0,1 0 0 0,1-16 0 0,0 0 64 0,-2 15 32 16,2-15 0-16,-2 15 0 16,2-15-272-16,0 0-48 0,0 15-16 0,0-15 0 15,0 0-144-15,0 0 192 0,0 0-192 0,0 0 192 0,0 0 96 0,0 0 32 16,0 0 0-16,0 0 0 0,0 0 0 0,2-8 0 0,-2-4 0 0,-2 0 0 31,-1-3-1424-31,-5 0-288 0,-4 0-48 0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6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6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9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7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2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30965-9701-4A59-B9CC-D429662AC74B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4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emf"/><Relationship Id="rId18" Type="http://schemas.openxmlformats.org/officeDocument/2006/relationships/customXml" Target="../ink/ink9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customXml" Target="../ink/ink6.xml"/><Relationship Id="rId17" Type="http://schemas.openxmlformats.org/officeDocument/2006/relationships/image" Target="../media/image8.emf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5" Type="http://schemas.openxmlformats.org/officeDocument/2006/relationships/image" Target="../media/image7.emf"/><Relationship Id="rId10" Type="http://schemas.openxmlformats.org/officeDocument/2006/relationships/customXml" Target="../ink/ink5.xml"/><Relationship Id="rId19" Type="http://schemas.openxmlformats.org/officeDocument/2006/relationships/image" Target="../media/image9.emf"/><Relationship Id="rId4" Type="http://schemas.openxmlformats.org/officeDocument/2006/relationships/customXml" Target="../ink/ink2.xml"/><Relationship Id="rId9" Type="http://schemas.openxmlformats.org/officeDocument/2006/relationships/image" Target="../media/image4.emf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emf"/><Relationship Id="rId18" Type="http://schemas.openxmlformats.org/officeDocument/2006/relationships/customXml" Target="../ink/ink18.xml"/><Relationship Id="rId26" Type="http://schemas.openxmlformats.org/officeDocument/2006/relationships/customXml" Target="../ink/ink22.xml"/><Relationship Id="rId3" Type="http://schemas.openxmlformats.org/officeDocument/2006/relationships/image" Target="../media/image10.emf"/><Relationship Id="rId21" Type="http://schemas.openxmlformats.org/officeDocument/2006/relationships/image" Target="../media/image19.emf"/><Relationship Id="rId7" Type="http://schemas.openxmlformats.org/officeDocument/2006/relationships/image" Target="../media/image12.emf"/><Relationship Id="rId12" Type="http://schemas.openxmlformats.org/officeDocument/2006/relationships/customXml" Target="../ink/ink15.xml"/><Relationship Id="rId17" Type="http://schemas.openxmlformats.org/officeDocument/2006/relationships/image" Target="../media/image17.emf"/><Relationship Id="rId25" Type="http://schemas.openxmlformats.org/officeDocument/2006/relationships/image" Target="../media/image21.emf"/><Relationship Id="rId33" Type="http://schemas.openxmlformats.org/officeDocument/2006/relationships/image" Target="../media/image25.emf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29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1" Type="http://schemas.openxmlformats.org/officeDocument/2006/relationships/image" Target="../media/image14.emf"/><Relationship Id="rId24" Type="http://schemas.openxmlformats.org/officeDocument/2006/relationships/customXml" Target="../ink/ink21.xml"/><Relationship Id="rId32" Type="http://schemas.openxmlformats.org/officeDocument/2006/relationships/customXml" Target="../ink/ink25.xml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23" Type="http://schemas.openxmlformats.org/officeDocument/2006/relationships/image" Target="../media/image20.emf"/><Relationship Id="rId28" Type="http://schemas.openxmlformats.org/officeDocument/2006/relationships/customXml" Target="../ink/ink23.xml"/><Relationship Id="rId10" Type="http://schemas.openxmlformats.org/officeDocument/2006/relationships/customXml" Target="../ink/ink14.xml"/><Relationship Id="rId19" Type="http://schemas.openxmlformats.org/officeDocument/2006/relationships/image" Target="../media/image18.emf"/><Relationship Id="rId31" Type="http://schemas.openxmlformats.org/officeDocument/2006/relationships/image" Target="../media/image24.emf"/><Relationship Id="rId4" Type="http://schemas.openxmlformats.org/officeDocument/2006/relationships/customXml" Target="../ink/ink11.xml"/><Relationship Id="rId9" Type="http://schemas.openxmlformats.org/officeDocument/2006/relationships/image" Target="../media/image13.emf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2.emf"/><Relationship Id="rId30" Type="http://schemas.openxmlformats.org/officeDocument/2006/relationships/customXml" Target="../ink/ink24.xml"/><Relationship Id="rId8" Type="http://schemas.openxmlformats.org/officeDocument/2006/relationships/customXml" Target="../ink/ink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based Optimization Technique</a:t>
            </a:r>
            <a:br>
              <a:rPr lang="en-US" dirty="0" smtClean="0"/>
            </a:br>
            <a:r>
              <a:rPr lang="en-US" dirty="0" smtClean="0"/>
              <a:t>Lecture-VI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Transportation Problem</a:t>
            </a:r>
          </a:p>
          <a:p>
            <a:r>
              <a:rPr lang="en-US" dirty="0" smtClean="0"/>
              <a:t>Problem Formulation</a:t>
            </a:r>
          </a:p>
          <a:p>
            <a:r>
              <a:rPr lang="en-US" dirty="0" smtClean="0"/>
              <a:t>Initial Feasible Solution</a:t>
            </a:r>
          </a:p>
          <a:p>
            <a:r>
              <a:rPr lang="en-US" dirty="0" smtClean="0"/>
              <a:t>Optimal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2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There are ‘m’ number of sources and ‘n’ number of destinations</a:t>
            </a:r>
          </a:p>
          <a:p>
            <a:pPr algn="just"/>
            <a:r>
              <a:rPr lang="en-US" dirty="0" smtClean="0"/>
              <a:t>Each source ‘</a:t>
            </a:r>
            <a:r>
              <a:rPr lang="en-US" dirty="0" err="1" smtClean="0"/>
              <a:t>i</a:t>
            </a:r>
            <a:r>
              <a:rPr lang="en-US" dirty="0" smtClean="0"/>
              <a:t>’ has some available quantities (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) and each destination ‘j’ has some requirements ‘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’</a:t>
            </a:r>
          </a:p>
          <a:p>
            <a:pPr algn="just"/>
            <a:r>
              <a:rPr lang="en-US" dirty="0" smtClean="0"/>
              <a:t>The cell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ij</a:t>
            </a:r>
            <a:r>
              <a:rPr lang="en-US" dirty="0" smtClean="0"/>
              <a:t> denotes the cost associated with transporting one unit of quantity from source ‘I’ to destination ‘j’</a:t>
            </a:r>
          </a:p>
          <a:p>
            <a:pPr algn="just"/>
            <a:r>
              <a:rPr lang="en-US" dirty="0" smtClean="0"/>
              <a:t>The problem is to minimize the total transportation cost while satisfying the requirements/ constraints</a:t>
            </a:r>
          </a:p>
          <a:p>
            <a:pPr algn="just"/>
            <a:r>
              <a:rPr lang="en-US" dirty="0" smtClean="0"/>
              <a:t>Let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be the amount of quantities transported from source ‘</a:t>
            </a:r>
            <a:r>
              <a:rPr lang="en-US" dirty="0" err="1" smtClean="0"/>
              <a:t>i</a:t>
            </a:r>
            <a:r>
              <a:rPr lang="en-US" dirty="0" smtClean="0"/>
              <a:t>’ to destination ‘j’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17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Mathematical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Minimize Z =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/>
              <p14:cNvContentPartPr/>
              <p14:nvPr/>
            </p14:nvContentPartPr>
            <p14:xfrm>
              <a:off x="4447270" y="2530499"/>
              <a:ext cx="7920" cy="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79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/>
              <p14:cNvContentPartPr/>
              <p14:nvPr/>
            </p14:nvContentPartPr>
            <p14:xfrm>
              <a:off x="1103950" y="3160139"/>
              <a:ext cx="1316160" cy="38880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3150" y="3150779"/>
                <a:ext cx="134676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4" name="Ink 93"/>
              <p14:cNvContentPartPr/>
              <p14:nvPr/>
            </p14:nvContentPartPr>
            <p14:xfrm>
              <a:off x="3272590" y="1410899"/>
              <a:ext cx="4221000" cy="161604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8110" y="1391099"/>
                <a:ext cx="4266360" cy="16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9" name="Ink 98"/>
              <p14:cNvContentPartPr/>
              <p14:nvPr/>
            </p14:nvContentPartPr>
            <p14:xfrm>
              <a:off x="4661470" y="1472099"/>
              <a:ext cx="303840" cy="199080"/>
            </p14:xfrm>
          </p:contentPart>
        </mc:Choice>
        <mc:Fallback xmlns="">
          <p:pic>
            <p:nvPicPr>
              <p:cNvPr id="99" name="Ink 9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40230" y="1450859"/>
                <a:ext cx="3398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1" name="Ink 100"/>
              <p14:cNvContentPartPr/>
              <p14:nvPr/>
            </p14:nvContentPartPr>
            <p14:xfrm>
              <a:off x="5790790" y="1914899"/>
              <a:ext cx="19800" cy="5760"/>
            </p14:xfrm>
          </p:contentPart>
        </mc:Choice>
        <mc:Fallback xmlns="">
          <p:pic>
            <p:nvPicPr>
              <p:cNvPr id="101" name="Ink 10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66670" y="1895099"/>
                <a:ext cx="5724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1" name="Ink 160"/>
              <p14:cNvContentPartPr/>
              <p14:nvPr/>
            </p14:nvContentPartPr>
            <p14:xfrm>
              <a:off x="1538830" y="3435539"/>
              <a:ext cx="8976960" cy="351036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9751" y="3418259"/>
                <a:ext cx="9015118" cy="35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3" name="Ink 192"/>
              <p14:cNvContentPartPr/>
              <p14:nvPr/>
            </p14:nvContentPartPr>
            <p14:xfrm>
              <a:off x="3821230" y="4441379"/>
              <a:ext cx="1154880" cy="749160"/>
            </p14:xfrm>
          </p:contentPart>
        </mc:Choice>
        <mc:Fallback xmlns="">
          <p:pic>
            <p:nvPicPr>
              <p:cNvPr id="193" name="Ink 19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10790" y="4422299"/>
                <a:ext cx="117648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5" name="Ink 224"/>
              <p14:cNvContentPartPr/>
              <p14:nvPr/>
            </p14:nvContentPartPr>
            <p14:xfrm>
              <a:off x="3463030" y="5079299"/>
              <a:ext cx="1573920" cy="799920"/>
            </p14:xfrm>
          </p:contentPart>
        </mc:Choice>
        <mc:Fallback xmlns="">
          <p:pic>
            <p:nvPicPr>
              <p:cNvPr id="225" name="Ink 22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46470" y="5062739"/>
                <a:ext cx="1602000" cy="83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6" name="Ink 225"/>
              <p14:cNvContentPartPr/>
              <p14:nvPr/>
            </p14:nvContentPartPr>
            <p14:xfrm>
              <a:off x="3229390" y="3325739"/>
              <a:ext cx="664200" cy="1672920"/>
            </p14:xfrm>
          </p:contentPart>
        </mc:Choice>
        <mc:Fallback xmlns="">
          <p:pic>
            <p:nvPicPr>
              <p:cNvPr id="226" name="Ink 22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15710" y="3307379"/>
                <a:ext cx="698760" cy="171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90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Tabular Representation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5055670" y="2330339"/>
              <a:ext cx="579240" cy="5184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3430" y="2314859"/>
                <a:ext cx="6026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/>
              <p14:cNvContentPartPr/>
              <p14:nvPr/>
            </p14:nvContentPartPr>
            <p14:xfrm>
              <a:off x="5506390" y="2322059"/>
              <a:ext cx="331560" cy="504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97750" y="2307659"/>
                <a:ext cx="3546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/>
              <p14:cNvContentPartPr/>
              <p14:nvPr/>
            </p14:nvContentPartPr>
            <p14:xfrm>
              <a:off x="1641070" y="2221979"/>
              <a:ext cx="4318560" cy="325332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36390" y="2217299"/>
                <a:ext cx="4336200" cy="32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Ink 22"/>
              <p14:cNvContentPartPr/>
              <p14:nvPr/>
            </p14:nvContentPartPr>
            <p14:xfrm>
              <a:off x="5739310" y="5227619"/>
              <a:ext cx="111960" cy="43704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25270" y="5215739"/>
                <a:ext cx="14076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3" name="Ink 52"/>
              <p14:cNvContentPartPr/>
              <p14:nvPr/>
            </p14:nvContentPartPr>
            <p14:xfrm>
              <a:off x="2012230" y="3617339"/>
              <a:ext cx="337320" cy="129132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97830" y="3602939"/>
                <a:ext cx="368280" cy="13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8" name="Ink 67"/>
              <p14:cNvContentPartPr/>
              <p14:nvPr/>
            </p14:nvContentPartPr>
            <p14:xfrm>
              <a:off x="1938430" y="2386499"/>
              <a:ext cx="3924720" cy="3551400"/>
            </p14:xfrm>
          </p:contentPart>
        </mc:Choice>
        <mc:Fallback xmlns="">
          <p:pic>
            <p:nvPicPr>
              <p:cNvPr id="68" name="Ink 67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23670" y="2375699"/>
                <a:ext cx="3956040" cy="35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5" name="Ink 214"/>
              <p14:cNvContentPartPr/>
              <p14:nvPr/>
            </p14:nvContentPartPr>
            <p14:xfrm>
              <a:off x="5182390" y="3098579"/>
              <a:ext cx="249840" cy="159120"/>
            </p14:xfrm>
          </p:contentPart>
        </mc:Choice>
        <mc:Fallback xmlns="">
          <p:pic>
            <p:nvPicPr>
              <p:cNvPr id="215" name="Ink 21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67270" y="3086339"/>
                <a:ext cx="27432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7" name="Ink 256"/>
              <p14:cNvContentPartPr/>
              <p14:nvPr/>
            </p14:nvContentPartPr>
            <p14:xfrm>
              <a:off x="4643110" y="3295499"/>
              <a:ext cx="346320" cy="198360"/>
            </p14:xfrm>
          </p:contentPart>
        </mc:Choice>
        <mc:Fallback xmlns="">
          <p:pic>
            <p:nvPicPr>
              <p:cNvPr id="257" name="Ink 256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29070" y="3283619"/>
                <a:ext cx="37476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79" name="Ink 278"/>
              <p14:cNvContentPartPr/>
              <p14:nvPr/>
            </p14:nvContentPartPr>
            <p14:xfrm>
              <a:off x="1790110" y="2269859"/>
              <a:ext cx="3469320" cy="3717720"/>
            </p14:xfrm>
          </p:contentPart>
        </mc:Choice>
        <mc:Fallback xmlns="">
          <p:pic>
            <p:nvPicPr>
              <p:cNvPr id="279" name="Ink 278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75710" y="2258708"/>
                <a:ext cx="3499200" cy="37493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2" name="Ink 291"/>
              <p14:cNvContentPartPr/>
              <p14:nvPr/>
            </p14:nvContentPartPr>
            <p14:xfrm>
              <a:off x="5148550" y="3586379"/>
              <a:ext cx="391320" cy="782640"/>
            </p14:xfrm>
          </p:contentPart>
        </mc:Choice>
        <mc:Fallback xmlns="">
          <p:pic>
            <p:nvPicPr>
              <p:cNvPr id="292" name="Ink 29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32710" y="3571259"/>
                <a:ext cx="416520" cy="8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4" name="Ink 293"/>
              <p14:cNvContentPartPr/>
              <p14:nvPr/>
            </p14:nvContentPartPr>
            <p14:xfrm>
              <a:off x="2251270" y="4350659"/>
              <a:ext cx="2433960" cy="378000"/>
            </p14:xfrm>
          </p:contentPart>
        </mc:Choice>
        <mc:Fallback xmlns="">
          <p:pic>
            <p:nvPicPr>
              <p:cNvPr id="294" name="Ink 293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37230" y="4336619"/>
                <a:ext cx="245592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7" name="Ink 296"/>
              <p14:cNvContentPartPr/>
              <p14:nvPr/>
            </p14:nvContentPartPr>
            <p14:xfrm>
              <a:off x="1755910" y="2387939"/>
              <a:ext cx="3922560" cy="3378960"/>
            </p14:xfrm>
          </p:contentPart>
        </mc:Choice>
        <mc:Fallback xmlns="">
          <p:pic>
            <p:nvPicPr>
              <p:cNvPr id="297" name="Ink 29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45830" y="2373899"/>
                <a:ext cx="3950280" cy="34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8" name="Ink 297"/>
              <p14:cNvContentPartPr/>
              <p14:nvPr/>
            </p14:nvContentPartPr>
            <p14:xfrm>
              <a:off x="5234590" y="5001539"/>
              <a:ext cx="165960" cy="104760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18750" y="4988579"/>
                <a:ext cx="1976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9" name="Ink 298"/>
              <p14:cNvContentPartPr/>
              <p14:nvPr/>
            </p14:nvContentPartPr>
            <p14:xfrm>
              <a:off x="5425030" y="5055539"/>
              <a:ext cx="204120" cy="167400"/>
            </p14:xfrm>
          </p:contentPart>
        </mc:Choice>
        <mc:Fallback xmlns="">
          <p:pic>
            <p:nvPicPr>
              <p:cNvPr id="299" name="Ink 298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16390" y="5037539"/>
                <a:ext cx="23112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1" name="Ink 300"/>
              <p14:cNvContentPartPr/>
              <p14:nvPr/>
            </p14:nvContentPartPr>
            <p14:xfrm>
              <a:off x="4234870" y="950819"/>
              <a:ext cx="3960" cy="49320"/>
            </p14:xfrm>
          </p:contentPart>
        </mc:Choice>
        <mc:Fallback xmlns="">
          <p:pic>
            <p:nvPicPr>
              <p:cNvPr id="301" name="Ink 300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17950" y="933899"/>
                <a:ext cx="3780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2" name="Ink 301"/>
              <p14:cNvContentPartPr/>
              <p14:nvPr/>
            </p14:nvContentPartPr>
            <p14:xfrm>
              <a:off x="1841230" y="5019899"/>
              <a:ext cx="181800" cy="761040"/>
            </p14:xfrm>
          </p:contentPart>
        </mc:Choice>
        <mc:Fallback xmlns="">
          <p:pic>
            <p:nvPicPr>
              <p:cNvPr id="302" name="Ink 301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26110" y="5005139"/>
                <a:ext cx="213120" cy="79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78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few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951" y="1825625"/>
            <a:ext cx="10515600" cy="4351338"/>
          </a:xfrm>
        </p:spPr>
        <p:txBody>
          <a:bodyPr/>
          <a:lstStyle/>
          <a:p>
            <a:pPr algn="just"/>
            <a:r>
              <a:rPr lang="en-US" dirty="0" smtClean="0"/>
              <a:t>Feasible Solution</a:t>
            </a:r>
          </a:p>
          <a:p>
            <a:pPr lvl="1" algn="just"/>
            <a:r>
              <a:rPr lang="en-US" dirty="0" smtClean="0"/>
              <a:t>A set of non-negative individual allocations (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&gt;= 0) which simultaneously removes deficiencies/ satisfies constraints is called a feasible solution</a:t>
            </a:r>
          </a:p>
          <a:p>
            <a:pPr algn="just"/>
            <a:r>
              <a:rPr lang="en-US" dirty="0" smtClean="0"/>
              <a:t>Basic Feasible Solution</a:t>
            </a:r>
          </a:p>
          <a:p>
            <a:pPr lvl="1" algn="just"/>
            <a:r>
              <a:rPr lang="en-US" dirty="0" smtClean="0"/>
              <a:t>A feasible solution to a m-origin, n-destination problem is said to be basic if the number of positive allocations are m+n-1. Otherwise it is known ‘degenerate BFS’</a:t>
            </a:r>
          </a:p>
          <a:p>
            <a:pPr algn="just"/>
            <a:r>
              <a:rPr lang="en-US" dirty="0" smtClean="0"/>
              <a:t>Optimal Solution</a:t>
            </a:r>
          </a:p>
          <a:p>
            <a:pPr lvl="1" algn="just"/>
            <a:r>
              <a:rPr lang="en-US" dirty="0" smtClean="0"/>
              <a:t>A feasible solution is said to be optimal if it minimizes the total transportation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7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find optimal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Methods to find the Initial Basic Feasible Solution</a:t>
            </a:r>
          </a:p>
          <a:p>
            <a:pPr lvl="1" algn="just"/>
            <a:r>
              <a:rPr lang="en-US" dirty="0" smtClean="0"/>
              <a:t>North-West Corner Rule</a:t>
            </a:r>
          </a:p>
          <a:p>
            <a:pPr lvl="1" algn="just"/>
            <a:r>
              <a:rPr lang="en-US" dirty="0" smtClean="0"/>
              <a:t>Lowest Cost Entry (Matrix Minimum) Method</a:t>
            </a:r>
          </a:p>
          <a:p>
            <a:pPr lvl="1" algn="just"/>
            <a:r>
              <a:rPr lang="en-US" dirty="0" smtClean="0"/>
              <a:t>Vogel’s Approximation (Unit cost Penalty) Method</a:t>
            </a:r>
          </a:p>
          <a:p>
            <a:pPr algn="just"/>
            <a:r>
              <a:rPr lang="en-US" dirty="0" smtClean="0"/>
              <a:t>To find optimal solution by successive improvements in the initial basic feasible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51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North-West Corner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with cell (1,1) </a:t>
            </a:r>
            <a:r>
              <a:rPr lang="en-US" dirty="0" err="1" smtClean="0"/>
              <a:t>i.e</a:t>
            </a:r>
            <a:r>
              <a:rPr lang="en-US" dirty="0" smtClean="0"/>
              <a:t> the north west corner</a:t>
            </a:r>
          </a:p>
          <a:p>
            <a:r>
              <a:rPr lang="en-US" dirty="0" smtClean="0"/>
              <a:t>Allocate as much as possible </a:t>
            </a:r>
            <a:r>
              <a:rPr lang="en-US" dirty="0"/>
              <a:t>[</a:t>
            </a:r>
            <a:r>
              <a:rPr lang="en-US" dirty="0" smtClean="0"/>
              <a:t>minimum (a</a:t>
            </a:r>
            <a:r>
              <a:rPr lang="en-US" baseline="-25000" dirty="0" smtClean="0"/>
              <a:t>1</a:t>
            </a:r>
            <a:r>
              <a:rPr lang="en-US" dirty="0" smtClean="0"/>
              <a:t>,b</a:t>
            </a:r>
            <a:r>
              <a:rPr lang="en-US" baseline="-25000" dirty="0" smtClean="0"/>
              <a:t>1</a:t>
            </a:r>
            <a:r>
              <a:rPr lang="en-US" dirty="0" smtClean="0"/>
              <a:t>)]</a:t>
            </a:r>
          </a:p>
          <a:p>
            <a:r>
              <a:rPr lang="en-US" dirty="0" smtClean="0"/>
              <a:t>Move to the right or down depending on the remaining non-zero value in availability or requirements </a:t>
            </a:r>
          </a:p>
          <a:p>
            <a:r>
              <a:rPr lang="en-US" dirty="0" smtClean="0"/>
              <a:t>Continue from left to right and top to bottom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4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North-West Corner Rule - Example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69675" y="4462732"/>
            <a:ext cx="986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Transportation Cost = 19*5 + 30*2 + 30*6 + 40*3 + 70*4 + 20*14  =  1015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3200018"/>
              </p:ext>
            </p:extLst>
          </p:nvPr>
        </p:nvGraphicFramePr>
        <p:xfrm>
          <a:off x="993476" y="2217079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826">
                  <a:extLst>
                    <a:ext uri="{9D8B030D-6E8A-4147-A177-3AD203B41FA5}">
                      <a16:colId xmlns:a16="http://schemas.microsoft.com/office/drawing/2014/main" val="3403487921"/>
                    </a:ext>
                  </a:extLst>
                </a:gridCol>
                <a:gridCol w="1736785">
                  <a:extLst>
                    <a:ext uri="{9D8B030D-6E8A-4147-A177-3AD203B41FA5}">
                      <a16:colId xmlns:a16="http://schemas.microsoft.com/office/drawing/2014/main" val="3429805112"/>
                    </a:ext>
                  </a:extLst>
                </a:gridCol>
                <a:gridCol w="1150189">
                  <a:extLst>
                    <a:ext uri="{9D8B030D-6E8A-4147-A177-3AD203B41FA5}">
                      <a16:colId xmlns:a16="http://schemas.microsoft.com/office/drawing/2014/main" val="30387053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676383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7915069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07197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Factory/Warehouse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5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19"/>
                      </a:pPr>
                      <a:r>
                        <a:rPr lang="en-US" dirty="0" smtClean="0"/>
                        <a:t> 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(30)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(50)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430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(70) 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(30) 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(40) 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(60)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18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40"/>
                      </a:pPr>
                      <a:r>
                        <a:rPr lang="en-US" dirty="0" smtClean="0"/>
                        <a:t>  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(8)   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(70)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(20) 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20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743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03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Algorithmic Summary of North-West Corner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Step-1: First Assign in the cell occupying the upper-left (north-west corner) with the maximum possible value </a:t>
            </a:r>
            <a:r>
              <a:rPr lang="en-US" dirty="0" err="1" smtClean="0"/>
              <a:t>i.e</a:t>
            </a:r>
            <a:r>
              <a:rPr lang="en-US" dirty="0" smtClean="0"/>
              <a:t> min(a</a:t>
            </a:r>
            <a:r>
              <a:rPr lang="en-US" baseline="-25000" dirty="0" smtClean="0"/>
              <a:t>1</a:t>
            </a:r>
            <a:r>
              <a:rPr lang="en-US" dirty="0" smtClean="0"/>
              <a:t>,b</a:t>
            </a:r>
            <a:r>
              <a:rPr lang="en-US" baseline="-25000" dirty="0" smtClean="0"/>
              <a:t>1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Step-2: </a:t>
            </a:r>
          </a:p>
          <a:p>
            <a:pPr lvl="1"/>
            <a:r>
              <a:rPr lang="en-US" dirty="0" smtClean="0"/>
              <a:t>If b</a:t>
            </a:r>
            <a:r>
              <a:rPr lang="en-US" baseline="-25000" dirty="0" smtClean="0"/>
              <a:t>1</a:t>
            </a:r>
            <a:r>
              <a:rPr lang="en-US" dirty="0" smtClean="0"/>
              <a:t>&gt;a</a:t>
            </a:r>
            <a:r>
              <a:rPr lang="en-US" baseline="-25000" dirty="0" smtClean="0"/>
              <a:t>1</a:t>
            </a:r>
            <a:r>
              <a:rPr lang="en-US" dirty="0" smtClean="0"/>
              <a:t>, move vertically downwards to second row and make the second allocation of x</a:t>
            </a:r>
            <a:r>
              <a:rPr lang="en-US" baseline="-25000" dirty="0" smtClean="0"/>
              <a:t>21</a:t>
            </a:r>
            <a:r>
              <a:rPr lang="en-US" dirty="0" smtClean="0"/>
              <a:t> = min (a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1</a:t>
            </a:r>
            <a:r>
              <a:rPr lang="en-US" dirty="0" smtClean="0"/>
              <a:t>-x</a:t>
            </a:r>
            <a:r>
              <a:rPr lang="en-US" baseline="-25000" dirty="0" smtClean="0"/>
              <a:t>11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If b</a:t>
            </a:r>
            <a:r>
              <a:rPr lang="en-US" baseline="-25000" dirty="0" smtClean="0"/>
              <a:t>1</a:t>
            </a:r>
            <a:r>
              <a:rPr lang="en-US" dirty="0" smtClean="0"/>
              <a:t>&lt;a</a:t>
            </a:r>
            <a:r>
              <a:rPr lang="en-US" baseline="-25000" dirty="0" smtClean="0"/>
              <a:t>1</a:t>
            </a:r>
            <a:r>
              <a:rPr lang="en-US" dirty="0" smtClean="0"/>
              <a:t>, move horizontally right to the second row and make allocation x</a:t>
            </a:r>
            <a:r>
              <a:rPr lang="en-US" baseline="-25000" dirty="0" smtClean="0"/>
              <a:t>21</a:t>
            </a:r>
            <a:r>
              <a:rPr lang="en-US" dirty="0" smtClean="0"/>
              <a:t> = Min(a</a:t>
            </a:r>
            <a:r>
              <a:rPr lang="en-US" baseline="-25000" dirty="0" smtClean="0"/>
              <a:t>1</a:t>
            </a:r>
            <a:r>
              <a:rPr lang="en-US" dirty="0" smtClean="0"/>
              <a:t>-x</a:t>
            </a:r>
            <a:r>
              <a:rPr lang="en-US" baseline="-25000" dirty="0" smtClean="0"/>
              <a:t>11</a:t>
            </a:r>
            <a:r>
              <a:rPr lang="en-US" dirty="0" smtClean="0"/>
              <a:t>,b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If there is a </a:t>
            </a:r>
            <a:r>
              <a:rPr lang="en-US" dirty="0" smtClean="0"/>
              <a:t>tie (a</a:t>
            </a:r>
            <a:r>
              <a:rPr lang="en-US" baseline="-25000" dirty="0" smtClean="0"/>
              <a:t>1</a:t>
            </a:r>
            <a:r>
              <a:rPr lang="en-US" dirty="0" smtClean="0"/>
              <a:t> = b</a:t>
            </a:r>
            <a:r>
              <a:rPr lang="en-US" baseline="-25000" dirty="0" smtClean="0"/>
              <a:t>1</a:t>
            </a:r>
            <a:r>
              <a:rPr lang="en-US" dirty="0" smtClean="0"/>
              <a:t>), </a:t>
            </a:r>
            <a:r>
              <a:rPr lang="en-US" dirty="0" smtClean="0"/>
              <a:t>move diagonally 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7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Lowest Cost Entry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with the lowest cost entry. In this example it is 8 in cell (3,2) and allocate as much as possible [minimum of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 and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Allocate 8 to cell (3,2) as minimum of (8,18) is 8</a:t>
            </a:r>
          </a:p>
          <a:p>
            <a:pPr lvl="1"/>
            <a:r>
              <a:rPr lang="en-US" dirty="0" smtClean="0"/>
              <a:t>The requirement of warehouse-2 is fulfilled and no other allocation can be made in that column</a:t>
            </a:r>
          </a:p>
          <a:p>
            <a:r>
              <a:rPr lang="en-US" dirty="0" smtClean="0"/>
              <a:t>Continue this process by ignoring the rows/ cols where the allocation is made until all requirements are satisfied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66218"/>
              </p:ext>
            </p:extLst>
          </p:nvPr>
        </p:nvGraphicFramePr>
        <p:xfrm>
          <a:off x="724618" y="2747831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0826">
                  <a:extLst>
                    <a:ext uri="{9D8B030D-6E8A-4147-A177-3AD203B41FA5}">
                      <a16:colId xmlns:a16="http://schemas.microsoft.com/office/drawing/2014/main" val="895701645"/>
                    </a:ext>
                  </a:extLst>
                </a:gridCol>
                <a:gridCol w="1736785">
                  <a:extLst>
                    <a:ext uri="{9D8B030D-6E8A-4147-A177-3AD203B41FA5}">
                      <a16:colId xmlns:a16="http://schemas.microsoft.com/office/drawing/2014/main" val="2204926169"/>
                    </a:ext>
                  </a:extLst>
                </a:gridCol>
                <a:gridCol w="1150189">
                  <a:extLst>
                    <a:ext uri="{9D8B030D-6E8A-4147-A177-3AD203B41FA5}">
                      <a16:colId xmlns:a16="http://schemas.microsoft.com/office/drawing/2014/main" val="386484561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320915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650900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846956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Factory/Warehouse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76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19"/>
                      </a:pPr>
                      <a:r>
                        <a:rPr lang="en-US" dirty="0" smtClean="0"/>
                        <a:t> 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(30)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(50)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(10)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29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(70) 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30"/>
                      </a:pPr>
                      <a:r>
                        <a:rPr lang="en-US" dirty="0" smtClean="0"/>
                        <a:t>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40"/>
                      </a:pPr>
                      <a:r>
                        <a:rPr lang="en-US" dirty="0" smtClean="0"/>
                        <a:t>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(60)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1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40"/>
                      </a:pPr>
                      <a:r>
                        <a:rPr lang="en-US" dirty="0" smtClean="0"/>
                        <a:t>  3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(8)  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70"/>
                      </a:pPr>
                      <a:r>
                        <a:rPr lang="en-US" dirty="0" smtClean="0"/>
                        <a:t> 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(20)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320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6816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3156" y="5325375"/>
            <a:ext cx="9132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Transportation Cost =  2*70 + 3*40 + 8*8 + 7*40 + 7*10 + 7*20 = 814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Algorithmic summary of Lowest cost entry method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Srep-1: Determine the smallest cost of the cost matrix and let it be </a:t>
            </a:r>
            <a:r>
              <a:rPr lang="en-US" dirty="0" err="1" smtClean="0"/>
              <a:t>c</a:t>
            </a:r>
            <a:r>
              <a:rPr lang="en-US" baseline="-25000" dirty="0" err="1" smtClean="0"/>
              <a:t>ij</a:t>
            </a:r>
            <a:r>
              <a:rPr lang="en-US" dirty="0" smtClean="0"/>
              <a:t>. Allocate </a:t>
            </a:r>
            <a:r>
              <a:rPr lang="en-US" dirty="0" err="1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= Min(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)</a:t>
            </a:r>
          </a:p>
          <a:p>
            <a:r>
              <a:rPr lang="en-US" dirty="0" smtClean="0"/>
              <a:t>Step-2: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= 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, strike out the </a:t>
            </a:r>
            <a:r>
              <a:rPr lang="en-US" dirty="0" err="1" smtClean="0"/>
              <a:t>ith</a:t>
            </a:r>
            <a:r>
              <a:rPr lang="en-US" dirty="0" smtClean="0"/>
              <a:t> row and update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 =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 –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goto</a:t>
            </a:r>
            <a:r>
              <a:rPr lang="en-US" dirty="0" smtClean="0"/>
              <a:t> step3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=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, strike out the </a:t>
            </a:r>
            <a:r>
              <a:rPr lang="en-US" dirty="0" err="1" smtClean="0"/>
              <a:t>jth</a:t>
            </a:r>
            <a:r>
              <a:rPr lang="en-US" dirty="0" smtClean="0"/>
              <a:t> col and update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=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err="1" smtClean="0"/>
              <a:t>-b</a:t>
            </a:r>
            <a:r>
              <a:rPr lang="en-US" baseline="-25000" dirty="0" err="1" smtClean="0"/>
              <a:t>j</a:t>
            </a:r>
            <a:r>
              <a:rPr lang="en-US" dirty="0" smtClean="0"/>
              <a:t>, </a:t>
            </a:r>
            <a:r>
              <a:rPr lang="en-US" dirty="0" err="1" smtClean="0"/>
              <a:t>goto</a:t>
            </a:r>
            <a:r>
              <a:rPr lang="en-US" dirty="0" smtClean="0"/>
              <a:t> step 3</a:t>
            </a:r>
          </a:p>
          <a:p>
            <a:pPr lvl="1"/>
            <a:r>
              <a:rPr lang="en-US" dirty="0" smtClean="0"/>
              <a:t>If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ij</a:t>
            </a:r>
            <a:r>
              <a:rPr lang="en-US" dirty="0" smtClean="0"/>
              <a:t>  =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 =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j</a:t>
            </a:r>
            <a:r>
              <a:rPr lang="en-US" dirty="0" smtClean="0"/>
              <a:t>, strikeout either </a:t>
            </a:r>
            <a:r>
              <a:rPr lang="en-US" dirty="0" err="1" smtClean="0"/>
              <a:t>ai</a:t>
            </a:r>
            <a:r>
              <a:rPr lang="en-US" dirty="0" smtClean="0"/>
              <a:t> or </a:t>
            </a:r>
            <a:r>
              <a:rPr lang="en-US" dirty="0" err="1" smtClean="0"/>
              <a:t>bj</a:t>
            </a:r>
            <a:r>
              <a:rPr lang="en-US" dirty="0" smtClean="0"/>
              <a:t> but not both</a:t>
            </a:r>
          </a:p>
          <a:p>
            <a:r>
              <a:rPr lang="en-US" dirty="0" smtClean="0"/>
              <a:t>Step-3: Repeat step 1 and 2 until all allocations are made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4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Vogel’s Approximation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Step-1: Construct the cost and requirement table</a:t>
            </a:r>
          </a:p>
          <a:p>
            <a:r>
              <a:rPr lang="en-US" dirty="0" smtClean="0"/>
              <a:t>Step-2:  Append one row and one column and put the difference the lowest and second lowest cost entry of the corresponding row and col. This is also know as penalty</a:t>
            </a:r>
          </a:p>
          <a:p>
            <a:r>
              <a:rPr lang="en-US" dirty="0" smtClean="0"/>
              <a:t>Step-3: Select the row with largest penalty. If a tie, choose any one. </a:t>
            </a:r>
          </a:p>
          <a:p>
            <a:r>
              <a:rPr lang="en-US" dirty="0" smtClean="0"/>
              <a:t>Step-4:  Allocate maximum to the cell with lowest cost corresponding to the chosen row/col </a:t>
            </a:r>
          </a:p>
          <a:p>
            <a:r>
              <a:rPr lang="en-US" dirty="0" smtClean="0"/>
              <a:t>Step-5: Strike out the row/col for which allocation have been made</a:t>
            </a:r>
          </a:p>
          <a:p>
            <a:r>
              <a:rPr lang="en-US" dirty="0" smtClean="0"/>
              <a:t>Step-6: Update the table after changing the requirements</a:t>
            </a:r>
          </a:p>
          <a:p>
            <a:r>
              <a:rPr lang="en-US" dirty="0" smtClean="0"/>
              <a:t>Step-7: Repeat steps thru 3-6 until all allocations are made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7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974139"/>
              </p:ext>
            </p:extLst>
          </p:nvPr>
        </p:nvGraphicFramePr>
        <p:xfrm>
          <a:off x="953219" y="2331708"/>
          <a:ext cx="10515603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7456980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9563904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98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095816"/>
              </p:ext>
            </p:extLst>
          </p:nvPr>
        </p:nvGraphicFramePr>
        <p:xfrm>
          <a:off x="953219" y="2331708"/>
          <a:ext cx="9013374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7456980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31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626452"/>
              </p:ext>
            </p:extLst>
          </p:nvPr>
        </p:nvGraphicFramePr>
        <p:xfrm>
          <a:off x="953219" y="2331708"/>
          <a:ext cx="7511145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4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3098613"/>
              </p:ext>
            </p:extLst>
          </p:nvPr>
        </p:nvGraphicFramePr>
        <p:xfrm>
          <a:off x="953219" y="2331708"/>
          <a:ext cx="7511145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07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6571270"/>
              </p:ext>
            </p:extLst>
          </p:nvPr>
        </p:nvGraphicFramePr>
        <p:xfrm>
          <a:off x="953219" y="2331708"/>
          <a:ext cx="751114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87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676821"/>
              </p:ext>
            </p:extLst>
          </p:nvPr>
        </p:nvGraphicFramePr>
        <p:xfrm>
          <a:off x="953219" y="2331708"/>
          <a:ext cx="6008916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Penalty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68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and Demonstration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6570796"/>
              </p:ext>
            </p:extLst>
          </p:nvPr>
        </p:nvGraphicFramePr>
        <p:xfrm>
          <a:off x="953219" y="2331708"/>
          <a:ext cx="10515603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969746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7456980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9563904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5854091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0773163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28749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98375329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Fact/Ware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712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(19)  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 startAt="10"/>
                      </a:pPr>
                      <a:r>
                        <a:rPr lang="en-US" dirty="0" smtClean="0"/>
                        <a:t>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05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(40) 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(60)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14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(8) 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  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(20) 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42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527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21506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616015" y="4917057"/>
            <a:ext cx="847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Transportation Cost = 779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0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1044</Words>
  <Application>Microsoft Office PowerPoint</Application>
  <PresentationFormat>Widescreen</PresentationFormat>
  <Paragraphs>307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Computer based Optimization Technique Lecture-VI</vt:lpstr>
      <vt:lpstr>Problem Formulation</vt:lpstr>
      <vt:lpstr>Mathematical Formulation</vt:lpstr>
      <vt:lpstr>Tabular Representation</vt:lpstr>
      <vt:lpstr>A few Definitions</vt:lpstr>
      <vt:lpstr>Steps to find optimal solution</vt:lpstr>
      <vt:lpstr>North-West Corner Rule</vt:lpstr>
      <vt:lpstr>North-West Corner Rule - Example</vt:lpstr>
      <vt:lpstr>Algorithmic Summary of North-West Corner</vt:lpstr>
      <vt:lpstr>Lowest Cost Entry Method</vt:lpstr>
      <vt:lpstr>Example and Demonstration</vt:lpstr>
      <vt:lpstr>Algorithmic summary of Lowest cost entry method </vt:lpstr>
      <vt:lpstr>Vogel’s Approximation Example</vt:lpstr>
      <vt:lpstr>Example and Demonstration</vt:lpstr>
      <vt:lpstr>Example and Demonstration</vt:lpstr>
      <vt:lpstr>Example and Demonstration</vt:lpstr>
      <vt:lpstr>Example and Demonstration</vt:lpstr>
      <vt:lpstr>Example and Demonstration</vt:lpstr>
      <vt:lpstr>Example and Demonstration</vt:lpstr>
      <vt:lpstr>Example and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based Optimization Technique Lecture-VI</dc:title>
  <dc:creator>S K Udgata</dc:creator>
  <cp:lastModifiedBy>S K Udgata</cp:lastModifiedBy>
  <cp:revision>38</cp:revision>
  <dcterms:created xsi:type="dcterms:W3CDTF">2021-03-04T03:34:05Z</dcterms:created>
  <dcterms:modified xsi:type="dcterms:W3CDTF">2023-01-01T17:04:04Z</dcterms:modified>
</cp:coreProperties>
</file>