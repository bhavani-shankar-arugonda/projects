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92" r:id="rId3"/>
    <p:sldId id="293" r:id="rId4"/>
    <p:sldId id="287" r:id="rId5"/>
    <p:sldId id="288" r:id="rId6"/>
    <p:sldId id="289" r:id="rId7"/>
    <p:sldId id="291" r:id="rId8"/>
    <p:sldId id="294" r:id="rId9"/>
    <p:sldId id="295" r:id="rId10"/>
    <p:sldId id="296" r:id="rId11"/>
    <p:sldId id="297" r:id="rId12"/>
    <p:sldId id="298" r:id="rId13"/>
    <p:sldId id="299" r:id="rId14"/>
    <p:sldId id="300" r:id="rId15"/>
    <p:sldId id="301" r:id="rId16"/>
    <p:sldId id="303" r:id="rId17"/>
    <p:sldId id="304" r:id="rId18"/>
    <p:sldId id="305" r:id="rId19"/>
    <p:sldId id="306" r:id="rId20"/>
    <p:sldId id="30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3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859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1T05:30:58.170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DD30674B-BB97-4F3D-9D14-B4D12C48DCE1}" emma:medium="tactile" emma:mode="ink">
          <msink:context xmlns:msink="http://schemas.microsoft.com/ink/2010/main" type="inkDrawing" rotatedBoundingBox="22580,10323 22602,10356 22600,10358 22577,10325" shapeName="Other"/>
        </emma:interpretation>
      </emma:emma>
    </inkml:annotationXML>
    <inkml:trace contextRef="#ctx0" brushRef="#br0">22 33 911 0,'0'0'0'0,"0"0"0"0,0 0 0 0,0 0 0 0,0 0 0 0,0 0 0 16,0 0 3552-16,0 0 624 0,-3-8 128 0,3 8 32 15,0 0-3472-15,-5-9-688 0,5 9-176 0,-7-8 0 32,7 8-2304-32,-7-8-480 0</inkml:trace>
  </inkml:traceGroup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1T05:30:59.782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9B46429C-8B87-45C7-8796-0D27A20B2D62}" emma:medium="tactile" emma:mode="ink">
          <msink:context xmlns:msink="http://schemas.microsoft.com/ink/2010/main" type="inkDrawing" rotatedBoundingBox="8723,10516 23880,9939 24198,18306 9041,18882" hotPoints="22844,9915 23392,17874 9621,18823 9072,10864" semanticType="enclosure" shapeName="Rectangle">
            <msink:sourceLink direction="with" ref="{9A2E3D50-CD68-42A0-A67C-33C6DC78D135}"/>
            <msink:sourceLink direction="with" ref="{5A3757AA-BDF5-4597-B0BF-974308A19D91}"/>
            <msink:sourceLink direction="with" ref="{75258A86-FE93-4D75-B927-F2B80D748A31}"/>
            <msink:sourceLink direction="with" ref="{69B6995A-CD16-4AAC-AAE1-20F90DE4461B}"/>
            <msink:destinationLink direction="with" ref="{D64CC911-D225-45EC-8926-41065D249BB1}"/>
            <msink:destinationLink direction="with" ref="{9591F3A8-E03A-4B92-803A-BFB6442D686A}"/>
            <msink:destinationLink direction="with" ref="{0FA77B72-076A-4986-80FC-E5BA9F7493BD}"/>
          </msink:context>
        </emma:interpretation>
      </emma:emma>
    </inkml:annotationXML>
    <inkml:trace contextRef="#ctx0" brushRef="#br0">178 0 3679 0,'-6'8'160'0,"0"-3"32"0,-3-2-192 0,3 1 0 0,-3-1 0 0,4 0 0 0,0-1 6080 0,0 2 1152 16,5-1 256-16,0-1 32 0,0-1-5280 0,0 3-1072 16,0-1-208-16,0-3-32 0,0 0-608 0,0 0-128 15,0 0-32-15,0 0 0 0,0 0-160 0,0 0-224 16,0 0 48-16,17 17 16 0,-4 0 16 0,-1-1 0 16,-3 0 0-16,-3 0 0 0,1 3 144 0,-2 3 0 15,2 1 0-15,-4 3 0 0,-1 1 0 0,-1-1 176 16,1 6-48-16,0 2 0 0,-4 1 176 0,2 6 16 15,-3 3 16-15,1 6 0 0,-1 4 368 0,1 1 64 16,-3 1 0-16,3-1 16 0,-1-2 16 0,-2-1 0 16,0-2 0-16,-2 2 0 0,0 4-224 0,-1-1-32 15,0-1-16-15,-2 5 0 0,-1 3-224 0,0 1-48 16,-1-6-16-16,-3 0 0 0,1-1-112 0,1-4-128 16,-1-3 176-16,3-4-176 0,-1-1 192 0,3-4-64 0,3-3 0 0,1-5-128 15,0-8 144-15,3-3-144 0,4-2 0 0,1-6 144 16,-3-13-144-16,0 0 0 0,0 0 0 0,12 11 0 15,-12-11 0-15,15 0 0 0,-2-5 0 0,1-1 0 16,-14 6-320-16,17-8 64 0,-4-2 16 0,-1 2 0 31,-12 8-192-31,0 0-32 0,12-12-16 0,-12 12 0 16,5-12-208-16,-5 12-32 0,0 0-16 0,0 0 0 16,0 0-320-16,0 0-64 0,0 0-16 0,0 0 0 15,0 0 112-15,0 0 0 0,0 0 16 0,0 0 0 0,0 0 528 0,0 0 96 0,0 0 32 0,0 0 0 16,0 0-64-1,0 0-16-15,0 0 0 0,0 0 0 0,0-13-416 0,-2 1-96 16,0-2-16-16,-1-3 0 0</inkml:trace>
    <inkml:trace contextRef="#ctx0" brushRef="#br0" timeOffset="-3496.321">-613-6515 26207 0,'0'0'1152'0,"-12"3"256"0,2 1-1136 0,10-4-272 16,0 0 0-16,-9 6 0 0,9-6 832 0,0 0 128 15,0 0 0-15,0 0 16 0,0 0-496 0,0 0-96 16,0 0-32-16,0 0 0 0,0 0-352 0,0 0 128 16,16 10-128-16,2-3 0 0,6-4-128 0,3-3-112 15,3-1-16-15,5-3 0 0,4 1 256 0,5 0-192 16,4-1 192-16,3 1-192 0,-2-2 192 0,-1 0 0 16,1 0 0-16,0 0 0 0,0 0 192 0,0 3-192 15,1 0 192-15,2 2-192 0,2 0 256 0,5 2-64 16,7-2-16-16,3 0 0 0,3 0-32 0,0-2 0 0,2-1 0 0,2 0 0 15,3-1 32-15,4 3 0 0,4-1 0 0,6-2 0 16,4 1-48-16,-1-2 0 0,-3-2 0 0,1 2 0 16,0 2-128-16,5 0 0 0,4 1 144 0,0 0-144 15,-2-3 160-15,0 2-32 0,-1 1-128 0,5 2 192 16,-1 2-64-16,4 1-128 0,1-3 176 0,-3 2-176 16,-2-2 192-16,6 3-192 0,1 4 192 0,3-2-192 15,1-2 224-15,-3 1-64 0,0-3-16 0,2 3 0 16,4-1 64-16,5 0 16 0,1-1 0 0,4-2 0 15,3 0 80-15,5 0 16 0,4 2 0 0,-2-2 0 16,-3 0-176-16,1-2-16 0,0 0-128 0,2 1 192 16,0-3-192-16,0 1 176 0,-2 0-176 0,4 1 160 15,0 0-32-15,-2 1-128 0,-2-4 192 0,0 3-64 16,1 2-128-16,0 0 0 0,3-2 144 0,1-1-144 16,-3 1 0-16,2 1 0 0,3 1 0 0,2-2 128 0,0-3-128 0,1 3 0 15,0 4 0-15,2-2 0 0,-1-4 0 0,-3 3 0 16,1 1 0-16,1 0 0 0,1-2 144 0,-2-1-144 15,-4-2 192-15,-1 1-192 0,-4 1 0 0,0-2 0 16,0-5 0-16,-3 3 0 0,-5 2 256 0,0 0 64 16,-2 0 0-16,-3-2 0 0,-3-1 16 0,-4-1 16 15,0-1 0-15,-4 5 0 0,-2 2-96 0,-6-2-32 16,-5-2 0-16,-1 0 0 0,-2-1-224 0,-2 3 0 16,0 2 0-16,2-1 0 0,0 2 0 0,-2-1 128 15,-3-2-128-15,-2 0 0 0,2 0 0 0,-2 3 0 16,1 1 0-16,-1 1 0 0,0-2 0 0,-5 2 0 0,-3-2 0 0,-4 2 0 15,-4-1 0-15,-1 1 0 0,-1 0 0 0,-4 1 0 16,-3 3 0-16,-2-3 0 0,-1 1 0 0,-2-2 0 16,-9-2 0-16,-6 2 0 0,-6 0 128 0,-2 0-128 15,-4 0 128-15,-4 0-128 0,-2 0 176 0,-4 0-176 16,-4-1 128-16,-1-1-128 0,-2 0 0 0,-15 2 0 16,12 0 128-16,-12 0-128 0,13-1 192 0,-13 1-192 15,0 0 0-15,0 0 0 0,12-4 0 0,-12 4 0 16,0 0-208-16,0 0-160 0,8-8-16 0,-8 8-16 31,0 0-1136-31,0 0-208 0,0 0-48 0,0 0-9200 0,0 0-1824 0</inkml:trace>
    <inkml:trace contextRef="#ctx0" brushRef="#br0" timeOffset="-4803.3519">-544-6450 8287 0,'0'0'368'0,"0"0"80"0,0 0-448 0,0 0 0 0,0 0 0 0,0 0 0 16,0 0 4288-16,0 0 784 0,0 0 160 0,0 0 16 16,-9 9-3616-16,9-9-736 0,-5 13-128 0,2 2-48 15,3-15-512-15,0 22-208 0,3 0 176 0,2 2-176 16,-1-1 0-16,2 1 0 0,1-2 0 0,2 5 0 16,-1 1 304-16,4 1-48 0,0 3 0 0,1 3 0 15,-1 2 384-15,1 0 80 0,1-2 16 0,-1 1 0 16,-1-1 0-16,0 2 0 0,-1 2 0 0,0 3 0 15,-3 2-144-15,0 3-16 0,1 2-16 0,-1 1 0 16,-1 4-80-16,1 3-16 0,1 0 0 0,-1 1 0 16,-1-8-80-16,1 0-32 0,1-1 0 0,-1 3 0 0,1 1-96 15,2 2 0-15,3 1-16 0,-2 3 0 0,-1-1-64 0,1 1-16 16,0 0 0-16,-2-2 0 0,-2-3-32 16,1-3 0-16,-2-1 0 0,-1-1 0 0,-1 0-128 0,-1 1 0 15,-1 1 0-15,-1 1 128 0,-1 0-128 0,1 2 0 16,-2 1 0-16,-2 1 0 0,1-1 144 0,-3-1-144 15,1-3 160-15,1-4-160 0,2-3 208 0,0-2-48 16,2 0-16-16,1 0 0 0,4-3 176 0,0-1 16 16,0 3 16-16,1-1 0 0,2 0-48 0,2 1-16 15,0-3 0-15,1 3 0 0,2-1 32 0,-1-1 16 16,3-2 0-16,-1 0 0 0,1 2-176 0,-3-2-32 16,-1-2-128-16,-1 0 192 0,-4 2-192 0,-1 2 0 0,-2-2 128 15,-2 3-128-15,-3 4 0 0,-1 5 0 0,-4 1 0 0,0 3 0 16,-2-5 0-16,-1 1 128 0,-3-3-128 15,1-1 0-15,0 0 0 0,2 1 0 0,1 1 0 0,2-2 0 16,2-1 0-16,1 2 0 0,2 2 0 0,3 1 0 16,1 2 128-16,1-3-128 0,1 1 0 0,3-3 0 15,-1-3 176-15,1-1-176 0,-1 1 192 0,1-5-192 16,-1-1 192-16,0 4-64 0,-1-3 0 0,0-1-128 16,0-3 224-16,-2 0-64 0,0 1-16 0,-2-1 0 15,0 1-144-15,2 0 0 0,-1 1 144 0,3-3-144 16,-6-1 0-16,4-3 0 0,0 1 0 0,2-5 128 15,0-3-128-15,1 0 0 0,1-2 0 0,-3-1 128 16,3-1-128-16,-1 3 128 0,1-3-128 0,-3 1 128 16,3-1-128-16,-3 2 176 0,-1 2-176 0,1 0 192 0,-5 0-192 15,1 1 0-15,-2 3 0 0,-2-1 0 0,1 0 128 0,-3 2-128 16,-4 3 0-16,3 2 128 0,0 0-128 0,0 2 0 16,-2 0 144-16,0-2-144 0,2-4 0 0,0 1 0 15,2-1 0-15,1-1 128 0,0 0-128 0,1 2 0 16,2 3 0-16,1 1 0 0,1 3 0 0,1 2 0 15,-1 5 0-15,0 0 0 0,1 1 0 0,-1 8 0 16,1 4 0-16,-1 4 0 0,-1 4 0 0,-2 0 0 16,-2-2 0-16,0-3-128 0,-1-2 128 0,-4 1 0 15,-1-6 0-15,-2-5-128 0,-4-5 128 0,1-8-160 16,-2-7 160-16,-2-11-160 16,-2-9-800-16,2-9-176 0,1-4-16 0,0-18-13136 0,1-18-2624 0</inkml:trace>
    <inkml:trace contextRef="#ctx0" brushRef="#br0" timeOffset="746.6078">178 1702 28735 0,'0'0'1280'0,"13"12"256"0,0-4-1232 0,3-1-304 16,0 0 0-16,5-4 0 0,6-1 992 0,4-2 144 16,5 2 16-16,4-6 16 0,4-2-688 0,3-5-144 15,0-2-16-15,2 0-16 0,5-4-304 0,3 0 0 16,4-2 0-16,8 3 0 0,5-1 0 0,1 0 0 16,3-2 0-16,-3 3-192 0,-6 0-16 0,-1 1 0 0,1-3 0 0,0 4 0 15,1 3 80-15,8 0 128 0,6 3-208 0,-2 0 80 16,-3-4 128-16,4 2 0 0,-2 1-144 0,1-1 144 15,6-2 0-15,7 2 0 0,10 0 0 0,-1 2 0 16,0-1 0-16,1 1 0 0,2 0 0 0,11-2 0 16,8-4 256-16,-3 4-16 0,-7 2-16 0,2 1 0 15,2 2 48-15,4 0 16 0,7 0 0 0,-6 1 0 16,-7 4 64-16,3 0 16 0,5-1 0 0,3 1 0 16,3 0 176-16,-3 0 32 0,-6-2 16 0,7-1 0 15,8-4-64-15,-2-2-16 0,-2 1 0 0,8-2 0 16,-1-5-192-16,5 3-64 0,6 0 0 0,-6 0 0 15,-6-1-256-15,5 0 0 0,3-1 0 0,-9 6 0 16,-6 1 160-16,-1 0-160 0,-1-1 128 0,3 1-128 16,4 2 0-16,-8 0 0 0,-9 0 0 0,5 0 0 0,4-2 0 0,-1 5 0 15,-1-1 0-15,-3-2 0 0,-2 0 0 0,4 0 0 16,6 0 0-16,-1 2 0 0,-8-3 0 0,-3 1 0 16,2 0 0-16,2 2 0 0,2 3 0 0,-7 0 0 15,-7 0 0-15,-6 2 0 0,-1 1 0 0,-3 4 0 16,0 3 0-16,-2 2 0 0,-6-2 0 0,-5 2 0 15,-8-1 0-15,2-1 0 0,0-3 0 0,5 3 0 16,2 2 0-16,2 0 0 0,-2-2 0 0,-2 0 0 16,-2-2 128-16,4-1-128 0,0-2 0 0,5 2 0 15,5 0 0-15,-5-1 0 0,-5 1 0 0,-5 0 160 16,-7 0-160-16,0-1 160 0,0 3 160 0,2-3 16 16,-1-1 16-16,-1 2 0 0,0 0 128 0,-6 0 32 0,-6-4 0 0,0 2 0 15,2 2-176-15,5 0-16 0,5-2-16 0,9-2 0 16,1 0-32-16,0 1 0 0,-3-4 0 0,-5 0 0 15,-4-4-272-15,4 1 128 0,3 0-128 0,2-2 0 16,0-2 0-16,-4 0 0 0,-4 0 0 0,-8-1 0 16,-7 0 0-16,-6-3-224 0,-3 0 64 0,-1-3 16 15,1-1-64-15,-3-2-16 0,-2-1 0 0,-1 1 0 32,-1 3-160-32,4-1-16 0,3 0-16 0,0 0 0 0,-4 2 80 0,1-1 16 0,-1 1 0 0,-3 1 0 15,-1 2 176-15,-3 1 144 0,-1 1-192 0,-3 3 192 31,-4 2-448-31,-3 3 32 0,-6 1 0 0,-8 3 0 0,-4-1-304 16,-14-3-64-16,0 0-16 0</inkml:trace>
    <inkml:trace contextRef="#ctx0" brushRef="#br0" timeOffset="-989.0841">13148-6779 14623 0,'0'0'640'0,"0"0"144"16,0 0-624-16,0 0-160 0,0 0 0 0,0 0 0 15,0 0 1968-15,0 0 352 0,0 0 80 0,-7 15 16 16,7-15-624-16,0 0-128 0,-5 15-32 0,5-15 0 0,0 0-496 0,0 0-112 15,-1 17 0-15,-1-4-16 0,2 1-368 0,0-14-80 16,3 13-16-16,2-1 0 0,-5-12-176 0,11 17-48 16,-3-2 0-16,0-2 0 0,1 1-112 0,-1 1-16 15,1 0-16-15,-1 4 0 0,0-1-176 0,1 2 160 16,-2 2-160-16,-1 5 160 0,1 5-32 0,0 3-128 16,-1 2 192-16,1 4-64 0,0 6 112 0,0 5 16 15,-2 5 0-15,1 2 0 0,1 0 48 0,2 2 16 16,-1 1 0-16,4 0 0 0,0 0-96 0,1 2-16 15,0 4 0-15,3 1 0 0,-1 1-64 0,2-1-16 16,-2-1 0-16,0-5 0 0,0-4-128 0,2 4 0 16,0-3 144-16,0-1-144 0,-2 0 0 0,0 2 0 0,-2 1 0 15,-1 2 0-15,0 1 0 0,-2-2 144 0,0-6-144 16,-2-2 160-16,1 1 48 0,-1 3 16 0,1-4 0 0,-1 6 0 16,0 3 48-16,-1 3 16 0,-2 5 0 0,0-1 0 15,0 0 48-15,0-2 16 0,-1-2 0 0,-1-1 0 16,0-1-80-16,1 8-16 0,-2 2 0 0,-2 3 0 15,0 1-256-15,0-3 0 0,0-4 128 0,0 0-128 16,0 4 0-16,-2 0 160 0,-2 3-160 0,1 1 128 16,0 5-128-16,1-1 0 0,0-2 144 0,-1-3-144 15,0-3 0-15,1-4 128 0,0-3-128 0,2 2 0 16,0 1 176-16,4 1-48 0,-1-4 0 0,0-2 0 16,1-3 112-16,-3-4 16 0,-1-2 0 0,4 1 0 15,-1 1 0-15,2-1 0 0,-1 0 0 0,2 5 0 16,3 7-64-16,3-3-16 0,1 1 0 0,4-1 0 0,1-3 16 15,4 6 0-15,2 0 0 0,4 4 0 0,6-1-64 0,1 4-128 16,1 4 192-16,2-1-64 0,1-4-128 0,-2 1 128 16,-2-2-128-16,1-1 128 0,-1-1-128 0,-1 2 0 15,-6 1 0-15,-1 1 0 0,-3-1 0 0,-1-3 0 16,1-3 0-16,-1-4 0 0,-2 1 0 0,-3-3 0 16,-3 1 0-16,-3-1 0 0,-4 1 0 0,-1-4 0 15,-2-6 0-15,-1-6 0 0,-1-4 0 0,0-6 0 16,-3-6 0-16,0-6 0 0,0-4-272 0,0-7 64 15,0-17 16-15,0 0 0 16,0 0-832-16,0 0-176 0,0 0-16 0,-3-17-12576 16,-4-8-2512-16</inkml:trace>
    <inkml:trace contextRef="#ctx0" brushRef="#br0" timeOffset="59440.38">198-4725 13823 0,'0'0'608'0,"0"0"128"0,-9-12-592 0,3 0-144 0,6 12 0 0,0 0 0 16,0 0 5328-16,0 0 1040 0,1-13 208 0,-1 13 32 16,0 0-5136-16,0 0-1040 0,15 0-208 0,-15 0-32 15,0 0-192-15,16 13-176 0,-3 3 48 0,-5-1 0 32,-3 2-320-32,-1 1-64 0,-2 1-16 0,-2-1-15776 0</inkml:trace>
  </inkml:traceGroup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1T05:31:40.546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C69ED224-2B43-42B7-85F7-268012362EC1}" emma:medium="tactile" emma:mode="ink">
          <msink:context xmlns:msink="http://schemas.microsoft.com/ink/2010/main" type="inkDrawing" rotatedBoundingBox="4332,13137 4628,14968 3608,15133 3311,13303" hotPoints="0,0 4463,13332 4579,14890" semanticType="enclosure" shapeName="RightTriangle"/>
        </emma:interpretation>
      </emma:emma>
    </inkml:annotationXML>
    <inkml:trace contextRef="#ctx0" brushRef="#br0">636 748 18431 0,'-8'15'1632'0,"3"-4"-1312"0,-2 1-320 0,2 2 0 0,4 1 2560 0,1 2 448 15,3-1 96-15,4 8 16 0,1 3-2240 0,4 2-448 16,0 3-96-16,1 1-16 0,1 3-176 0,1 1-144 15,-2 1 192-15,2 3-192 0,2-1 0 0,2-3 0 16,-3-3 0-16,1-1 0 0,0 1 256 0,-2 0-64 16,-1 1-16-16,-3 4 0 0,1 1 240 0,2 0 48 15,-4-1 16-15,-2 0 0 0,-3 0 0 0,0-2 0 16,-1-2 0-16,-3-3 0 0,-1-5-128 0,0-4-32 16,0-3 0-16,-1-3 0 0,-1-2-160 0,2-15-32 15,0 0-128-15,0 0 192 0,0 0 0 0,0 0-16 0,-12-1 0 16,0-4 0-16,-1-4 96 0,1-6 32 0,0-7 0 0,-3-5 0 15,-2-5-144-15,-3-1-32 0,-5-8 0 0,-2 3 0 16,-3-1-128-16,-2-3 0 0,-2-4 0 0,-1-2 0 16,-4-4 0-16,0-6 0 0,1-2 0 0,-1-2 0 15,0-4 0-15,2 0 128 0,0-1 0 0,4 1 0 16,2 2 144-16,5 0 32 0,4 1 0 0,3-1 0 16,6 0-32-16,4 1 0 0,8 3 0 0,4 3 0 15,4 1-272-15,4 6 0 0,5 3 0 0,0 8 0 16,3 5 0-16,3 4-192 0,1 0 192 0,4 4-192 15,0 1 192-15,0 3 0 0,3 4 0 0,2 3 0 16,0 1 0-16,2 2 0 0,-2 4 0 0,3 3 0 16,2 2 0-16,0 1 0 0,-3 4 0 0,0-1 0 15,-2 4 0-15,-4 4 0 0,-4 4 0 0,-4 6-144 16,-5 1 144-16,-3 5-128 0,-4 4 128 0,-3 3-128 0,-5 1 128 16,-5 8-160-16,-1 4 160 0,-8 6-160 15,-6 1 32-15,-7 3 0 0,-5 2 0 0,-7-1 0 0,-6-2-192 0,-4 1-16 16,-1 1-16-16,-3-1 0 15,-2 3-64-15,-2 4-16 0,-2 3 0 16,0 3 0-16,0-6-464 0,0-3-80 0,-1-5-32 0,1-7-9360 16,1-8-1856-16</inkml:trace>
  </inkml:traceGroup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1T05:31:41.836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218DBD29-CEC8-4136-B41F-B8B808560B5C}" emma:medium="tactile" emma:mode="ink">
          <msink:context xmlns:msink="http://schemas.microsoft.com/ink/2010/main" type="writingRegion" rotatedBoundingBox="4219,14156 5675,13900 5784,14520 4328,14776"/>
        </emma:interpretation>
      </emma:emma>
    </inkml:annotationXML>
    <inkml:traceGroup>
      <inkml:annotationXML>
        <emma:emma xmlns:emma="http://www.w3.org/2003/04/emma" version="1.0">
          <emma:interpretation id="{20AB12F3-FF6E-474B-B62D-F5F9B52C8913}" emma:medium="tactile" emma:mode="ink">
            <msink:context xmlns:msink="http://schemas.microsoft.com/ink/2010/main" type="paragraph" rotatedBoundingBox="4219,14156 5675,13900 5784,14520 4328,1477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E25CF877-245D-4937-BA5F-14CEA31D168C}" emma:medium="tactile" emma:mode="ink">
              <msink:context xmlns:msink="http://schemas.microsoft.com/ink/2010/main" type="line" rotatedBoundingBox="4219,14156 5675,13900 5784,14520 4328,14776"/>
            </emma:interpretation>
          </emma:emma>
        </inkml:annotationXML>
        <inkml:traceGroup>
          <inkml:annotationXML>
            <emma:emma xmlns:emma="http://www.w3.org/2003/04/emma" version="1.0">
              <emma:interpretation id="{53484BB9-3B7E-4931-8CBB-FFA99A7FB162}" emma:medium="tactile" emma:mode="ink">
                <msink:context xmlns:msink="http://schemas.microsoft.com/ink/2010/main" type="inkWord" rotatedBoundingBox="4219,14156 5675,13900 5784,14520 4328,14776"/>
              </emma:interpretation>
              <emma:one-of disjunction-type="recognition" id="oneOf0">
                <emma:interpretation id="interp0" emma:lang="" emma:confidence="0">
                  <emma:literal>line</emma:literal>
                </emma:interpretation>
                <emma:interpretation id="interp1" emma:lang="" emma:confidence="0">
                  <emma:literal>love</emma:literal>
                </emma:interpretation>
                <emma:interpretation id="interp2" emma:lang="" emma:confidence="0">
                  <emma:literal>lone</emma:literal>
                </emma:interpretation>
                <emma:interpretation id="interp3" emma:lang="" emma:confidence="0">
                  <emma:literal>bone</emma:literal>
                </emma:interpretation>
                <emma:interpretation id="interp4" emma:lang="" emma:confidence="0">
                  <emma:literal>Ione</emma:literal>
                </emma:interpretation>
              </emma:one-of>
            </emma:emma>
          </inkml:annotationXML>
          <inkml:trace contextRef="#ctx0" brushRef="#br0">133 595 12143 0,'0'0'528'0,"0"0"128"0,-8-6-528 0,1-1-128 0,7 7 0 0,-9-9 0 16,1 1 1056-16,0 0 176 0,-2-1 48 0,-1 1 0 16,11 8 128-16,-8-7 48 0,1 0 0 0,7 7 0 15,0 0 336-15,0 0 64 0,-1-10 0 0,1 10 16 0,1-12-560 16,3 4-112-16,-4 8-32 0,6-10 0 0,3 0-560 0,-2 0-112 16,3 1-32-16,0 1 0 0,0-2-320 0,0 0-144 15,0-2 128-15,0 2-128 0,0 1 0 0,-1-2 0 16,1 1 0-16,0-2 0 0,-2 0 0 0,1 0 0 15,-3-1 0-15,1-1 0 0,-2-3-128 0,-2-1 128 16,1 1-160-16,-1-1 160 0,1-4 0 0,-3 0 0 16,1 0 0-16,-2 0 0 0,0-1 0 0,0-1 0 15,0 0 0-15,-2 4 0 0,1 3 0 0,-3 2 128 16,-1 0-128-16,0 5 160 0,5 10-160 0,-7-7 128 16,7 7-128-16,-13-1 128 0,-1 2 64 0,3 6 16 15,-3 7 0-15,1 4 0 0,-2 4-208 0,-1 5 0 16,3 5 0-16,-2 3 0 0,0 4-160 0,1-2 160 0,4 2-128 15,0-1 128-15,0-1 0 0,3-1-128 16,1-1 128-16,0-3 0 0,3-3 0 0,3-1 0 0,0-1 0 0,3-3 0 16,3-4 0-16,2-3 128 0,2-7-128 0,2-2 128 15,0-3 0-15,3-1 16 0,2-6 0 0,3 0 0 16,0 2-16-16,3-7 0 0,1-4 0 0,0-4 0 16,-1-4-128-16,1 0 0 0,-1-1 0 0,-1 2 0 15,-2-1 0-15,-1 2 0 0,-2 1-224 0,-1 0 80 16,-2 1 144-16,-2 4 0 0,0-1-144 0,-12 12 144 15,0 0 0-15,0 0 0 0,0 0 0 0,0 0 0 16,0 0 0-16,13 10 0 0,-3 2 0 0,-2 1 0 16,-1 2-192-16,-3 2 192 0,-3 0-160 0,3 1 160 15,1-1 0-15,0 0 0 0,0-2 0 0,0-1 0 16,0-1 0-16,-5-13-144 0,0 0 144 0,0 0-192 0,0 0 192 16,0 0 0-16,12 7 0 0,-12-7 0 15,0 0 0-15,0 0 0 0,0 0-192 0,3-14 64 0,-3-1-16 0,-2-2 0 16,-3-4 0-16,2-1 0 0,0-2 144 0,-3-1 128 15,3-2-128-15,0-2 176 0,-1-1-16 0,4 1 0 16,4 1 0-16,1-1 0 0,0 1-160 0,2 4 128 16,1 4-128-16,2 3 128 0,0 5-128 0,2 6 0 15,-12 6 0-15,13 0 0 0,3 1 0 0,-3 6-192 16,-13-7 32-16,12 15 16 0,0 2 144 0,-1 1 0 16,-1 1 0-16,2 0 0 0,-2-1 0 0,2 1 0 15,-2-3 192-15,2-1-64 0,-2-1-128 0,0-2 0 16,0 0 0-16,0-2 0 0,-1-2 0 0,-1 0 128 15,1 1-128-15,-9-9 0 0,0 0 0 0,10 8 0 16,-10-8 0-16,10 5 0 0,-10-5 0 0,0 0 0 16,13 4 0-16,-13-4 128 0,0 0-128 0,14-2 0 0,-14 2 128 0,10-5-128 15,-10 5 0-15,10-12 128 0,-3 2-128 0,-1-2 0 16,-1 1 0-16,0-1 0 0,-1-2 0 0,1 1-192 16,0-1 192-16,0 1-128 0,0-1 128 0,-2 3-128 15,1-1 128-15,-4 12 0 0,3-12 0 0,-3 12 0 16,0 0 0-16,0 0 0 0,0 0 0 0,0 0 0 15,0 0 0-15,0 0 0 0,0 0 0 0,9 14 0 16,-4-1 0-16,-2 0 0 0,-1 1 128 0,-1-1-128 16,1 1 0-16,-2 1 0 0,0-2 0 0,2 1 0 15,-2-2 0-15,0-12 0 0,1 13 0 0,-1-13 0 16,0 0-128-16,0 0 128 0,0 0-128 0,10 10 128 16,-10-10-208-16,16 4 32 0,-1-8 16 0,3-2 0 15,2-6-352-15,4-3-80 16,0-2-16-16,1-3 0 0,3-4 144 0,3 0 16 0,-3-1 16 0,-1 0 0 0,-5 0 80 15,0 3 16-15,-2 2 0 0,-3 1 0 0,-5 1 336 0,-2 1 128 16,-3 2 0-16,-4 1 0 0,-5 2 624 0,2 12 112 16,-5-11 32-16,-2 2 0 0,7 9-96 0,-11-5-16 15,-3 4 0-15,2 4 0 0,1 2-400 0,-3 3-64 16,-1 1-32-16,2 4 0 0,3 2-288 0,-1 2 0 16,1-2 0-16,2 1 0 0,-1-1 0 0,3 0 0 15,-1 0 0-15,2 2-144 0,0 0 144 0,2-2 0 16,3-15 0-16,-4 13 0 0,4-13 0 0,2 14 0 15,-2-14 0-15,0 0 0 0,0 0 0 0,10 10 0 16,-10-10 0-16,18 5 0 0,1 0 0 0,3-3 0 0,3-4 0 0,4 0 0 16,1-1 0-16,2 1 192 0,-3 0-32 0,1-1-16 15,-2-4-144-15,1 1 0 0,-4 1 0 0,1-4-11168 16,0-3-2224-16</inkml:trace>
        </inkml:traceGroup>
      </inkml:traceGroup>
    </inkml:traceGroup>
  </inkml:traceGroup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1T05:31:53.743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E86EB35F-2B1D-4E5F-BAA4-188CC25A4A75}" emma:medium="tactile" emma:mode="ink">
          <msink:context xmlns:msink="http://schemas.microsoft.com/ink/2010/main" type="writingRegion" rotatedBoundingBox="10370,10766 10833,18637 8214,18791 7751,10920"/>
        </emma:interpretation>
      </emma:emma>
    </inkml:annotationXML>
    <inkml:traceGroup>
      <inkml:annotationXML>
        <emma:emma xmlns:emma="http://www.w3.org/2003/04/emma" version="1.0">
          <emma:interpretation id="{87801CD0-AE31-4776-958D-93BF70FACA89}" emma:medium="tactile" emma:mode="ink">
            <msink:context xmlns:msink="http://schemas.microsoft.com/ink/2010/main" type="paragraph" rotatedBoundingBox="10444,11087 10009,15497 9656,15462 10091,11052" alignmentLevel="2"/>
          </emma:interpretation>
        </emma:emma>
      </inkml:annotationXML>
      <inkml:traceGroup>
        <inkml:annotationXML>
          <emma:emma xmlns:emma="http://www.w3.org/2003/04/emma" version="1.0">
            <emma:interpretation id="{9A2E3D50-CD68-42A0-A67C-33C6DC78D135}" emma:medium="tactile" emma:mode="ink">
              <msink:context xmlns:msink="http://schemas.microsoft.com/ink/2010/main" type="line" rotatedBoundingBox="10444,11087 10009,15497 9656,15462 10091,11052">
                <msink:destinationLink direction="with" ref="{9B46429C-8B87-45C7-8796-0D27A20B2D62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D0C41A7C-37D8-4E24-8111-2BA8DF796C45}" emma:medium="tactile" emma:mode="ink">
                <msink:context xmlns:msink="http://schemas.microsoft.com/ink/2010/main" type="inkWord" rotatedBoundingBox="10444,11087 10410,11439 10056,11405 10091,11052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2154 200 4607 0,'0'0'400'0,"0"0"-400"15,15-5 0-15,2 0 0 0,-1-2 5120 0,1 0 928 16,0 2 192-16,2 2 32 0,-3 1-3600 0,0 1-736 15,-1-3-144-15,-15 4-16 0,13 0-816 0,-13 0-144 16,0 0-48-16,0 0 0 0,0 0-448 0,10 10-112 16,-3 6-16-16,-4-1 0 0,-3-2-192 0,-3 1 0 15,-2 4 128-15,-2 2-128 0,0 2 0 0,-1 3 0 0,0-1 0 0,-1 1 0 16,-1-3-128-16,2-3-80 0,-1 1-16 0,3-3 0 31,1-4-1248-31,5-13-256 0,0 0-64 0,0 0-7888 0,0 0-1584 0</inkml:trace>
          <inkml:trace contextRef="#ctx0" brushRef="#br0" timeOffset="212.0613">2312 176 11967 0,'0'0'528'0,"0"0"112"0,0 0-512 0,13 11-128 0,-1-6 0 0,0 1 0 15,-12-6 5136-15,13 10 1008 0,-1-3 192 0,-12-7 32 16,15 10-4512-16,-3 0-896 0,-2 2-176 0,-2 2-32 15,1-3-496-15,-1 1-112 0,-8-12-16 0,7 19 0 0,-2-1-128 16,0 1 0-16,-2 1 0 0,1 0 0 0,-2-1-320 0,-1 1 48 16,-1 0 16-16,2 0 0 15,0 0-1632-15,1-1-320 0,0-1-64 0,2-1-16 16</inkml:trace>
        </inkml:traceGroup>
        <inkml:traceGroup>
          <inkml:annotationXML>
            <emma:emma xmlns:emma="http://www.w3.org/2003/04/emma" version="1.0">
              <emma:interpretation id="{F1592512-5A5B-4B27-92B3-A414714FA802}" emma:medium="tactile" emma:mode="ink">
                <msink:context xmlns:msink="http://schemas.microsoft.com/ink/2010/main" type="inkWord" rotatedBoundingBox="10113,13315 10084,13605 9966,13593 9994,13304"/>
              </emma:interpretation>
              <emma:one-of disjunction-type="recognition" id="oneOf1">
                <emma:interpretation id="interp1" emma:lang="" emma:confidence="0">
                  <emma:literal>.</emma:literal>
                </emma:interpretation>
                <emma:interpretation id="interp2" emma:lang="" emma:confidence="0">
                  <emma:literal>-</emma:literal>
                </emma:interpretation>
                <emma:interpretation id="interp3" emma:lang="" emma:confidence="0">
                  <emma:literal>,</emma:literal>
                </emma:interpretation>
                <emma:interpretation id="interp4" emma:lang="" emma:confidence="0">
                  <emma:literal>`</emma:literal>
                </emma:interpretation>
                <emma:interpretation id="interp5" emma:lang="" emma:confidence="0">
                  <emma:literal>\</emma:literal>
                </emma:interpretation>
              </emma:one-of>
            </emma:emma>
          </inkml:annotationXML>
          <inkml:trace contextRef="#ctx0" brushRef="#br0" timeOffset="5643.3297">2181 2409 13823 0,'-14'39'608'0,"2"-12"128"0,-5 1-592 0,-1 4-144 16,-1-1 0-16,4-4 0 0,0-6 5888 0,3-2 1136 15,2-4 224-15,4-1 48 0,6-14-5888 0,-5 13-1200 16,1-1-208-16,4-12-11840 15,0 0-2368-15</inkml:trace>
        </inkml:traceGroup>
        <inkml:traceGroup>
          <inkml:annotationXML>
            <emma:emma xmlns:emma="http://www.w3.org/2003/04/emma" version="1.0">
              <emma:interpretation id="{C4F94CA5-D079-4FF1-9990-2ED45E3D29FF}" emma:medium="tactile" emma:mode="ink">
                <msink:context xmlns:msink="http://schemas.microsoft.com/ink/2010/main" type="inkWord" rotatedBoundingBox="9998,15147 9964,15493 9790,15475 9825,15130"/>
              </emma:interpretation>
              <emma:one-of disjunction-type="recognition" id="oneOf2">
                <emma:interpretation id="interp6" emma:lang="" emma:confidence="0">
                  <emma:literal>.</emma:literal>
                </emma:interpretation>
                <emma:interpretation id="interp7" emma:lang="" emma:confidence="0">
                  <emma:literal>-</emma:literal>
                </emma:interpretation>
                <emma:interpretation id="interp8" emma:lang="" emma:confidence="0">
                  <emma:literal>,</emma:literal>
                </emma:interpretation>
                <emma:interpretation id="interp9" emma:lang="" emma:confidence="0">
                  <emma:literal>:</emma:literal>
                </emma:interpretation>
                <emma:interpretation id="interp10" emma:lang="" emma:confidence="0">
                  <emma:literal>"</emma:literal>
                </emma:interpretation>
              </emma:one-of>
            </emma:emma>
          </inkml:annotationXML>
          <inkml:trace contextRef="#ctx0" brushRef="#br0" timeOffset="5785.2805">1893 4223 31679 0,'3'49'1408'0,"2"-16"272"0,2 4-1344 0,5 4-336 0,5 3 0 0,3-1 0 15,3-2 272-15,3-3-16 0,0-1 0 0</inkml:trace>
        </inkml:traceGroup>
      </inkml:traceGroup>
    </inkml:traceGroup>
    <inkml:traceGroup>
      <inkml:annotationXML>
        <emma:emma xmlns:emma="http://www.w3.org/2003/04/emma" version="1.0">
          <emma:interpretation id="{4166A48F-FCC3-44CE-96E8-D8C680BF05E4}" emma:medium="tactile" emma:mode="ink">
            <msink:context xmlns:msink="http://schemas.microsoft.com/ink/2010/main" type="paragraph" rotatedBoundingBox="8254,10891 8717,18762 8214,18791 7751,1092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3FBB33A-9F74-4684-9983-FB16DFF30813}" emma:medium="tactile" emma:mode="ink">
              <msink:context xmlns:msink="http://schemas.microsoft.com/ink/2010/main" type="line" rotatedBoundingBox="8254,10891 8717,18762 8214,18791 7751,10920"/>
            </emma:interpretation>
          </emma:emma>
        </inkml:annotationXML>
        <inkml:traceGroup>
          <inkml:annotationXML>
            <emma:emma xmlns:emma="http://www.w3.org/2003/04/emma" version="1.0">
              <emma:interpretation id="{110E9113-5905-42B9-9491-897C69C5DA05}" emma:medium="tactile" emma:mode="ink">
                <msink:context xmlns:msink="http://schemas.microsoft.com/ink/2010/main" type="inkWord" rotatedBoundingBox="8044,10903 8062,11220 7950,11226 7931,10910"/>
              </emma:interpretation>
              <emma:one-of disjunction-type="recognition" id="oneOf3">
                <emma:interpretation id="interp11" emma:lang="" emma:confidence="1">
                  <emma:literal/>
                </emma:interpretation>
              </emma:one-of>
            </emma:emma>
          </inkml:annotationXML>
          <inkml:trace contextRef="#ctx0" brushRef="#br0" timeOffset="-8896.6919">0 13 35183 0,'0'0'1552'0,"0"0"336"0,0 0-1504 0,0 0-384 16,0 0 0-16,0 0 0 0,0 0 912 0,0 0 112 15,12-3 32-15,-12 3 0 0,15-3-784 0,-2-1-144 16,-1 1-128-16,-12 3 144 0,15 0-144 0,-15 0 0 16,15 3 0-16,-3 4 0 0,-2 3-256 0,-3 7 80 15,-2 5 16-15,-5 3 0 16,-3 4-1040-16,-6 3-208 0,-2 5-32 0,-5 5-16 16,-4 5-1664-16,-3 1-336 0</inkml:trace>
        </inkml:traceGroup>
        <inkml:traceGroup>
          <inkml:annotationXML>
            <emma:emma xmlns:emma="http://www.w3.org/2003/04/emma" version="1.0">
              <emma:interpretation id="{9B28E746-F770-438C-8C9B-684D00198DA7}" emma:medium="tactile" emma:mode="ink">
                <msink:context xmlns:msink="http://schemas.microsoft.com/ink/2010/main" type="inkWord" rotatedBoundingBox="8327,12128 8356,12622 7853,12651 7824,12157"/>
              </emma:interpretation>
              <emma:one-of disjunction-type="recognition" id="oneOf4">
                <emma:interpretation id="interp12" emma:lang="" emma:confidence="1">
                  <emma:literal/>
                </emma:interpretation>
              </emma:one-of>
            </emma:emma>
          </inkml:annotationXML>
          <inkml:trace contextRef="#ctx0" brushRef="#br0" timeOffset="-8287.5323">-13 1297 10127 0,'0'0'896'0,"0"0"-704"16,0 0-192-16,0 0 0 0,0 0 3536 0,0 0 688 16,0 0 128-16,0 0 16 0,0 0-2224 0,0 0-448 15,0 0-96-15,0 0 0 0,0 0-752 0,0 0-144 16,0 0-16-16,0 0-16 0,-12-3-288 0,12 3-64 16,0 0-16-16,-9-7 0 0,9 7 112 0,0 0 32 15,0 0 0-15,0 0 0 0,0-14-128 0,0 14 0 0,5-11-16 0,-5 11 0 16,10-9-304-16,-10 9 0 0,14-5 128 0,-1 2-128 15,1 1 0-15,-1 6 0 0,2 1 0 0,-1 3 0 16,-2 2 0-16,-2 2 0 0,0 0-160 0,-2 3 160 16,-1 3 0-16,-2 3 0 0,-3-1 0 0,-2 2 0 15,-4-1 0-15,-1 3 0 0,-3-2 0 0,-2 1 0 16,-4 4 0-16,-1-3 0 0,-2-2 0 0,1 0 0 16,0 1 0-16,0-3 0 0,-3-3 0 0,2 0 0 15,4-2 208-15,1 0 64 0,2-5 16 0,3 1 0 16,7-11-64-16,0 0-16 0,0 0 0 0,0 0 0 15,5 11-208-15,4-1 0 0,1-3 0 0,5-2 0 16,5-1 160-16,5-4-160 0,4-2 160 0,5-1-160 16,3-1 160-16,1-3-160 0,3-1 160 0,1 0-160 0,0-1 0 0,0 2-128 15,0 1-16-15,-3 1-11664 16,-6 0-2336-16</inkml:trace>
        </inkml:traceGroup>
        <inkml:traceGroup>
          <inkml:annotationXML>
            <emma:emma xmlns:emma="http://www.w3.org/2003/04/emma" version="1.0">
              <emma:interpretation id="{203364AD-04AA-44EC-A331-D7DCFDB7C605}" emma:medium="tactile" emma:mode="ink">
                <msink:context xmlns:msink="http://schemas.microsoft.com/ink/2010/main" type="inkWord" rotatedBoundingBox="8199,13448 8232,14005 7999,14019 7966,13462"/>
              </emma:interpretation>
              <emma:one-of disjunction-type="recognition" id="oneOf5">
                <emma:interpretation id="interp13" emma:lang="" emma:confidence="1">
                  <emma:literal/>
                </emma:interpretation>
              </emma:one-of>
            </emma:emma>
          </inkml:annotationXML>
          <inkml:trace contextRef="#ctx0" brushRef="#br0" timeOffset="-7781.7026">35 2561 25215 0,'0'0'1120'0,"0"0"224"0,0 0-1072 0,0 0-272 0,0 0 0 0,0 0 0 15,0 0 1920-15,0 0 320 0,0 0 64 0,12-5 0 16,-12 5-1344-16,14-2-288 0,-14 2-48 0,15 0-16 16,-15 0-480-16,15 3-128 0,-15-3 0 0,17 9 0 15,-2-3 0-15,-15-6 0 0,0 0 0 0,15 14 0 16,-5-1 0-16,-2-3 0 0,-8-10 0 0,0 0 0 15,5 19-144-15,-1-6 144 0,-4-13-160 0,0 0 160 16,-2 17-320-16,2-17 48 0,-3 15 0 0,3-15 0 16,-7 10 144-16,7-10 128 0,-7 14-192 0,7-14 192 15,-6 10 0-15,6-10 0 0,-7 12 0 0,7-12 0 0,0 0 0 0,0 0 144 16,0 0-144-16,0 0 128 0,0 0-128 0,0 0 0 16,5 17 0-16,2-4 0 0,-7-13 0 0,13 14 0 15,1-4 0-15,-1 0 0 0,1-2 0 0,-3 2 0 16,4 0 0-16,-1 0 0 0,-1 2 0 0,-3 3 0 15,-1 0 0-15,-1 2 0 0,-1-2 0 0,-4 1 0 16,-3-1 0-16,-3 0 0 0,-4 0 144 0,1 0 0 16,-3 0 0-16,1 0 0 0,-1 2-16 0,-1-2 0 15,-2-1 0-15,1-1 0 16,-1 1-1008-16,0 3-208 0,0-2-32 0</inkml:trace>
        </inkml:traceGroup>
        <inkml:traceGroup>
          <inkml:annotationXML>
            <emma:emma xmlns:emma="http://www.w3.org/2003/04/emma" version="1.0">
              <emma:interpretation id="{561AC1E4-AC0D-41BF-8C14-0CCAB016CA2F}" emma:medium="tactile" emma:mode="ink">
                <msink:context xmlns:msink="http://schemas.microsoft.com/ink/2010/main" type="inkWord" rotatedBoundingBox="8158,15352 8227,16531 8131,16537 8062,15358"/>
              </emma:interpretation>
              <emma:one-of disjunction-type="recognition" id="oneOf6">
                <emma:interpretation id="interp14" emma:lang="" emma:confidence="1">
                  <emma:literal/>
                </emma:interpretation>
              </emma:one-of>
            </emma:emma>
          </inkml:annotationXML>
          <inkml:trace contextRef="#ctx0" brushRef="#br0" timeOffset="-7508.4131">150 4450 9215 0,'0'0'400'0,"0"0"96"0,0 0-496 0,0 0 0 0,0 0 0 0,0 0 0 0,0 0 6736 0,0 0 1264 16,0 0 240-16,0 0 48 0,0 0-6736 0,0 0-1344 16,0 0-208-16,0 0-11536 15,0 0-2256-15</inkml:trace>
          <inkml:trace contextRef="#ctx0" brushRef="#br0" timeOffset="-7357.4576">158 4696 9215 0,'0'0'400'0,"-3"17"96"0,-1-2-496 0,1-3 0 16,3-12 0-16,0 0 0 0,0 0 4496 0,0 0 816 15,0 0 144-15,0 0 48 0,0 15-4608 0,0-15-896 16,0 0-192-16,0 0-8256 15,0 0-1664-15</inkml:trace>
          <inkml:trace contextRef="#ctx0" brushRef="#br0" timeOffset="-7208.1282">273 5253 11055 0,'3'32'480'0,"-3"-9"112"0,-3 4-464 0,-1 2-128 0,1-2 0 0,1 1 0 16,0 1 4256-16,-1-1 832 0,-2 1 160 0,0-2 48 15,0-5-4336-15,2-2-960 0,1 0 0 0,2-1-8832 16,2-4-1760-16</inkml:trace>
        </inkml:traceGroup>
        <inkml:traceGroup>
          <inkml:annotationXML>
            <emma:emma xmlns:emma="http://www.w3.org/2003/04/emma" version="1.0">
              <emma:interpretation id="{82032160-90AC-4793-AFE9-F351257E44A3}" emma:medium="tactile" emma:mode="ink">
                <msink:context xmlns:msink="http://schemas.microsoft.com/ink/2010/main" type="inkWord" rotatedBoundingBox="8659,18052 8701,18763 8217,18791 8176,18081"/>
              </emma:interpretation>
              <emma:one-of disjunction-type="recognition" id="oneOf7">
                <emma:interpretation id="interp15" emma:lang="" emma:confidence="0">
                  <emma:literal>.</emma:literal>
                </emma:interpretation>
                <emma:interpretation id="interp16" emma:lang="" emma:confidence="0">
                  <emma:literal>s</emma:literal>
                </emma:interpretation>
                <emma:interpretation id="interp17" emma:lang="" emma:confidence="0">
                  <emma:literal>r</emma:literal>
                </emma:interpretation>
                <emma:interpretation id="interp18" emma:lang="" emma:confidence="0">
                  <emma:literal>S</emma:literal>
                </emma:interpretation>
                <emma:interpretation id="interp19" emma:lang="" emma:confidence="0">
                  <emma:literal>,</emma:literal>
                </emma:interpretation>
              </emma:one-of>
            </emma:emma>
          </inkml:annotationXML>
          <inkml:trace contextRef="#ctx0" brushRef="#br0" timeOffset="-6487.2326">244 7174 20271 0,'0'0'896'0,"0"0"192"0,0 0-880 0,0 0-208 0,0 0 0 0,0 0 0 16,0 0 4256-16,0 0 800 0,0 0 176 0,0 0 16 16,0 0-3776-16,0 0-752 0,0 0-144 0,0 0-48 15,0 0-528-15,0 0 0 0,13 14 0 0,-4 1 0 16,-1 3 0-16,-1 1 0 0,-2-1 128 0,-2 4-128 16,4 5 192-16,-2 2-32 0,-3-1 0 0,0 4 0 15,1 2 208-15,2 1 32 0,0-3 16 0,0 0 0 0,-3-3-48 0,4-4-16 16,3-3 0-16,-2-5 0 0,-4-4 0 0,-3-13 0 15,5 15 0-15,-5-15 0 0,0 0-208 0,0 0-144 16,0 0 192-16,0 0-192 0,0 0 0 0,0 0-176 16,0 0 0-16,-5-11 0 0,0-1-64 0,0 2-16 15,0 0 0-15,-2-1 0 0,2 0 128 0,5 11 128 16,-3-12-208-16,-1 2 80 0,4 10 128 0,-1-12 0 16,1 12 0-16,0 0 0 0,5-12 0 0,-5 12 144 15,6-17-16-15,1 2-128 0,5 3 128 0,3 1-128 16,0 1 0-16,0 0 0 0,0-2 0 0,1 3 0 0,0 1 0 15,1 0 0-15,2-1 0 0,-1 4 0 16,1 2 0-16,-1 3 0 0,-1 0 0 0,0 3 0 0,0 5 0 16,0 3 0-16,-1 2 0 0,0 4 0 0,-1 1 0 0,-2 4 0 15,2 0 0-15,-3 3 0 0,0 1 0 0,-2 4 0 16,0 4 0-16,-2 1 0 0,-1-2 0 0,-2 1 0 16,0-2-224-16,0-3 48 0,-1-6 16 0,-1-4 0 31,0-6-672-31,-3-13-128 0,0 0-16 0,0 0-11440 0,14-8-2272 0</inkml:trace>
        </inkml:traceGroup>
      </inkml:traceGroup>
    </inkml:traceGroup>
  </inkml:traceGroup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1T05:31:42.800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B161ACB2-52EE-4843-BBFF-503376FF9ADA}" emma:medium="tactile" emma:mode="ink">
          <msink:context xmlns:msink="http://schemas.microsoft.com/ink/2010/main" type="writingRegion" rotatedBoundingBox="9609,8735 22403,8494 22434,10094 9639,10335"/>
        </emma:interpretation>
      </emma:emma>
    </inkml:annotationXML>
    <inkml:traceGroup>
      <inkml:annotationXML>
        <emma:emma xmlns:emma="http://www.w3.org/2003/04/emma" version="1.0">
          <emma:interpretation id="{6B9EC2B7-8908-4B5B-8CC1-D620657F50C4}" emma:medium="tactile" emma:mode="ink">
            <msink:context xmlns:msink="http://schemas.microsoft.com/ink/2010/main" type="paragraph" rotatedBoundingBox="15192,8813 17606,8306 17824,9345 15410,9852" alignmentLevel="2"/>
          </emma:interpretation>
        </emma:emma>
      </inkml:annotationXML>
      <inkml:traceGroup>
        <inkml:annotationXML>
          <emma:emma xmlns:emma="http://www.w3.org/2003/04/emma" version="1.0">
            <emma:interpretation id="{EB040DF9-89B0-488E-B80A-5927A0545EF3}" emma:medium="tactile" emma:mode="ink">
              <msink:context xmlns:msink="http://schemas.microsoft.com/ink/2010/main" type="line" rotatedBoundingBox="15192,8813 17606,8306 17824,9345 15410,9852"/>
            </emma:interpretation>
          </emma:emma>
        </inkml:annotationXML>
        <inkml:traceGroup>
          <inkml:annotationXML>
            <emma:emma xmlns:emma="http://www.w3.org/2003/04/emma" version="1.0">
              <emma:interpretation id="{DF53BEEE-C7C5-456D-AEAB-059167E2FED3}" emma:medium="tactile" emma:mode="ink">
                <msink:context xmlns:msink="http://schemas.microsoft.com/ink/2010/main" type="inkWord" rotatedBoundingBox="15192,8813 17606,8306 17824,9345 15410,9852"/>
              </emma:interpretation>
              <emma:one-of disjunction-type="recognition" id="oneOf0">
                <emma:interpretation id="interp0" emma:lang="" emma:confidence="0">
                  <emma:literal>jobs</emma:literal>
                </emma:interpretation>
                <emma:interpretation id="interp1" emma:lang="" emma:confidence="0">
                  <emma:literal>john</emma:literal>
                </emma:interpretation>
                <emma:interpretation id="interp2" emma:lang="" emma:confidence="0">
                  <emma:literal>join</emma:literal>
                </emma:interpretation>
                <emma:interpretation id="interp3" emma:lang="" emma:confidence="0">
                  <emma:literal>jour</emma:literal>
                </emma:interpretation>
                <emma:interpretation id="interp4" emma:lang="" emma:confidence="0">
                  <emma:literal>jokes</emma:literal>
                </emma:interpretation>
              </emma:one-of>
            </emma:emma>
          </inkml:annotationXML>
          <inkml:trace contextRef="#ctx0" brushRef="#br0">6001-827 26895 0,'0'0'1184'0,"0"0"256"0,0 0-1152 0,0 0-288 16,7 17 0-16,0-2 0 0,-1 2 208 0,3 0-16 16,-1 0 0-16,2 0 0 0,2 1-64 0,2 1 0 0,1-1-128 0,0 4 192 15,0 0-192-15,2 2 0 0,0-3 128 0,-1 1-128 16,0-3 288-16,-1 1 16 0,-2 0 0 0,1 4 0 16,-4-1 64-16,-2 1 16 0,-1 1 0 0,0 2 0 15,-4 3-208-15,-1 2-48 0,-4 2 0 0,-1 0 0 16,-4-2-128-16,-1-2 128 0,-3-2-128 15,0-2 128-15,-1-4-128 0,0-4 128 0,-1-3-128 0,-1 0 128 16,-1-6 0-16,-2-3 0 0,-1 0 0 0,-1-1 0 16,-1-5 256-16,-2-2 32 0,0-1 16 0,0 1 0 15,-3-3-96-15,-2-4-16 0,0-1 0 0,-1 0 0 16,-3 2-320-16,3-1 128 0,-1-1-128 0,6 0 0 16,2 2 0-16,6-2 0 0,2-2 0 0,6 2 0 15,4-2 144-15,6 2-144 0,6-2 192 0,7-1-192 0,8-1 256 16,6-3-64-16,4-4-16 0,5-1 0 15,4-2-176-15,3-3 0 0,-3-3 0 0,1 0 0 16,-2-2-320-16,-3 0-128 16,-7-2-48-16,-5 0-9808 0,-5 1-1984 0</inkml:trace>
          <inkml:trace contextRef="#ctx0" brushRef="#br0" timeOffset="210.4904">5602-1017 29487 0,'0'0'1296'0,"16"2"288"0,-1-2-1264 0,7 0-320 0,6-2 0 0,3 2 0 16,0-1 2128-16,0-1 368 15,-4 0 80-15,-2 2 16 16,-3-1-2912-16,-2-1-592 0,-1-1-112 0,-4-1-15168 0</inkml:trace>
          <inkml:trace contextRef="#ctx0" brushRef="#br0" timeOffset="526.6105">6600-941 19343 0,'-20'24'1728'0,"7"-11"-1392"0,-4-1-336 0,2 0 0 15,-1-1 3728-15,1 3 688 0,2 1 128 0,-1 0 16 16,-1-1-3328-16,0 1-656 0,-2 0-144 0,-1-2-32 0,-1 2-400 0,1 1 128 16,3-3-128-16,1 1 0 0,2-1 0 0,2-1-144 15,0-2 0-15,3 0 0 0,7-10-208 0,0 0-32 16,0 12-16-16,0-12 0 0,0 0 192 0,11 8 32 16,-1-1 16-16,3-2 0 0,1-2 160 0,1-1 0 15,3-4 0-15,1 1-128 0,-1-3 128 0,1-1 176 16,-1 0-48-16,-1-2 0 0,0 1-128 0,-4-3 128 15,-4-1-128-15,-2 0 128 0,-7 10-128 0,5-15 128 16,-2 0-128-16,-3 1 128 0,-3-4-128 0,-1-1 0 16,-1-3 0-16,0-3 0 15,0-3-1584-15,2-4-240 0,-1 1-48 0,1-1-12032 0</inkml:trace>
          <inkml:trace contextRef="#ctx0" brushRef="#br0" timeOffset="1151.6336">6809-1215 24879 0,'0'0'1088'0,"0"0"256"0,2 18-1088 0,1 1-256 0,4 1 0 0,-1-1 0 16,-1 1 2496-16,0 5 432 0,1 2 80 0,-1-2 32 15,-2 0-2016-15,0 1-384 0,-1 0-96 0,1 1-16 16,1 0-272-16,-3-1-64 0,1-3-16 0,1 1 0 15,1-1-176-15,-1-1 128 0,2-2-128 0,0 0 128 0,2-3-128 0,1 0 0 16,1 0 0-16,3-2 0 0,-1 0 0 0,5-1 0 16,-1-1 0-16,3-1 0 0,4-2 0 0,2-2 0 15,-1 1 176-15,2-2-176 0,2-4 368 0,4-1-32 16,1-2 0-16,-2-2 0 0,-3-3-144 0,-2-2-16 16,-1-1-16-16,-4-1 0 0,-2-1-160 0,-3-2 0 15,-1-1 0-15,-4 0 0 0,-2-3 0 0,-1 1 0 16,-2-2 0-16,-1 1 0 0,-1-6-192 0,-3-2 192 15,0 1-192-15,-2-1 192 0,1 2-336 0,-3 2 48 16,1 3 16-16,-1 2 0 0,1 2-96 0,0 1-16 16,-1 3 0-16,4 9 0 0,0 0 192 0,0 0 48 15,0 0 0-15,0 0 0 0,-6 14 144 0,1 1-192 16,3 2 192-16,2 0-192 0,0-1 192 0,3 1 0 0,2-2 0 16,2 2-128-16,0 3 128 0,3-1 144 0,3-2-16 0,2-2-128 15,1-3 320-15,0-1-64 0,3 1 0 0,3-2 0 16,0-1-48-16,1-4-16 0,1-2 0 0,-1-1 0 15,1-2-64-15,1-2-128 0,0-3 176 0,2-2-176 16,0-1 0-16,0-4 0 0,0-1 0 0,2-2 0 16,1-4 0-16,-1-1-352 0,-3-4 48 0,0-1 16 31,-3-3-96-31,-1-1-32 0,-2-1 0 0,0-1 0 16,-1 1-48-16,-2 3-16 0,-2 0 0 0,-2 2 0 0,-2 6 304 0,-1 4 176 0,-2 4-192 0,-8 11 192 15,0 0 0-15,0 0 304 0,0 0-48 0,0 0 0 16,0 0 352-16,0 0 64 0,0 23 16 0,0 1 0 15,-3 3-112-15,-1 1-32 0,1 2 0 0,0 1 0 16,-2-3-192-16,1-1-32 0,1 0-16 0,1 0 0 0,2 0-304 0,0-3 160 16,2-4-160-16,1-2 128 0,2-3-128 0,0-1-224 15,-1 1 48-15,-1-5-17968 16</inkml:trace>
        </inkml:traceGroup>
      </inkml:traceGroup>
    </inkml:traceGroup>
    <inkml:traceGroup>
      <inkml:annotationXML>
        <emma:emma xmlns:emma="http://www.w3.org/2003/04/emma" version="1.0">
          <emma:interpretation id="{F8333A4F-B541-47D5-BC22-ADB22FE5C048}" emma:medium="tactile" emma:mode="ink">
            <msink:context xmlns:msink="http://schemas.microsoft.com/ink/2010/main" type="paragraph" rotatedBoundingBox="9629,9814 22424,9572 22434,10094 9639,1033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DDC8FA7-C91A-4070-9083-A2FDB432360A}" emma:medium="tactile" emma:mode="ink">
              <msink:context xmlns:msink="http://schemas.microsoft.com/ink/2010/main" type="line" rotatedBoundingBox="9629,9814 22424,9572 22434,10094 9639,10335"/>
            </emma:interpretation>
          </emma:emma>
        </inkml:annotationXML>
        <inkml:traceGroup>
          <inkml:annotationXML>
            <emma:emma xmlns:emma="http://www.w3.org/2003/04/emma" version="1.0">
              <emma:interpretation id="{D3520D03-D308-41F9-A0A3-A1B3B2FFDF80}" emma:medium="tactile" emma:mode="ink">
                <msink:context xmlns:msink="http://schemas.microsoft.com/ink/2010/main" type="inkWord" rotatedBoundingBox="9630,9822 9760,9819 9767,10204 9637,10207"/>
              </emma:interpretation>
              <emma:one-of disjunction-type="recognition" id="oneOf1">
                <emma:interpretation id="interp5" emma:lang="" emma:confidence="1">
                  <emma:literal/>
                </emma:interpretation>
              </emma:one-of>
            </emma:emma>
          </inkml:annotationXML>
          <inkml:trace contextRef="#ctx0" brushRef="#br0" timeOffset="5354.6613">0 0 27119 0,'0'0'1200'0,"0"0"256"0,0 0-1168 0,0 0-288 0,0 0 0 0,0 0 0 16,0 0 1392-16,0 0 208 0,0 0 64 0,15 5 0 15,-15-5-1152-15,0 0-240 0,0 0-32 0,13 8-16 16,-13-8-224-16,15 8 0 0,-3 1 0 0,-2-1 0 16,-10-8 0-16,12 14 0 0,-4-1 0 0,3 2 0 15,-1 2 0-15,-2 7 0 0,-3 4 0 0,0 1 0 16,0 3-192-16,-1 2-64 0,-1 1-32 0,-3 0 0 15,0 1-2688 1,-2-3-544-16</inkml:trace>
        </inkml:traceGroup>
        <inkml:traceGroup>
          <inkml:annotationXML>
            <emma:emma xmlns:emma="http://www.w3.org/2003/04/emma" version="1.0">
              <emma:interpretation id="{31885F67-C016-4FF6-9E56-5201FB02D330}" emma:medium="tactile" emma:mode="ink">
                <msink:context xmlns:msink="http://schemas.microsoft.com/ink/2010/main" type="inkWord" rotatedBoundingBox="10477,9811 10983,9802 10989,10096 10483,10106"/>
              </emma:interpretation>
              <emma:one-of disjunction-type="recognition" id="oneOf2">
                <emma:interpretation id="interp6" emma:lang="" emma:confidence="1">
                  <emma:literal/>
                </emma:interpretation>
              </emma:one-of>
            </emma:emma>
          </inkml:annotationXML>
          <inkml:trace contextRef="#ctx0" brushRef="#br0" timeOffset="5810.5212">849 50 4607 0,'0'0'400'0,"0"0"-400"0,0 0 0 0,0 0 0 15,15-3 4272-15,-1-2 768 0,-1 0 144 0,1 0 48 16,1-1-3264-16,-2 1-656 0,-1 0-128 0,2 0-32 16,-3 0-720-16,3 0-160 0,-1 0-16 0,1 2-16 15,-1-2-240-15,-13 5 0 0,15-2 0 0,-15 2 0 16,14 2 0-16,-14-2 128 0,0 0-128 0,10 10 0 16,-5 2 464-16,-2 1 0 0,-1 2 0 0,-4 5 0 15,-3 1 32-15,0-1 0 0,-3-2 0 0,-1 3 0 16,1 2-48-16,-2-1 0 0,0-4 0 0,1-1 0 0,3 2-64 15,1-4-32-15,5-15 0 0,-4 15 0 16,4-15-144-16,0 0-16 0,0 0-16 0,0 0 0 0,0 0 16 0,14 10 16 16,1-6 0-16,3-4 0 0,1-2-80 0,3-3 0 15,1-4-128-15,3 3 192 0,1-3-192 0,1 1 0 16,1-4 0-16,-2 2 0 16,-2-2-512-16,-2 2-32 0,1-2-16 0,0 2-9952 15,-3 0-2000-15</inkml:trace>
        </inkml:traceGroup>
        <inkml:traceGroup>
          <inkml:annotationXML>
            <emma:emma xmlns:emma="http://www.w3.org/2003/04/emma" version="1.0">
              <emma:interpretation id="{A8F1054E-1513-4DAF-A738-0FBA25D4B1F7}" emma:medium="tactile" emma:mode="ink">
                <msink:context xmlns:msink="http://schemas.microsoft.com/ink/2010/main" type="inkWord" rotatedBoundingBox="12354,9780 12537,9776 12547,10280 12363,10284"/>
              </emma:interpretation>
              <emma:one-of disjunction-type="recognition" id="oneOf3">
                <emma:interpretation id="interp7" emma:lang="" emma:confidence="1">
                  <emma:literal/>
                </emma:interpretation>
              </emma:one-of>
            </emma:emma>
          </inkml:annotationXML>
          <inkml:trace contextRef="#ctx0" brushRef="#br0" timeOffset="6329.3698">2724-42 23663 0,'0'0'1040'0,"0"0"240"0,0 0-1024 0,0 0-256 0,0 0 0 0,0 0 0 15,0 0 1280-15,0 0 192 0,0 0 64 0,0 0 0 16,0 0-768-16,0 0-160 0,0 0-32 0,0 0 0 15,0 0-144-15,0 0-48 0,0 0 0 0,0 0 0 16,0 0-96-16,0 0-32 0,0 0 0 0,15 0 0 0,-2 0-64 0,-13 0-32 16,17 0 0-16,-2 3 0 0,-1 0-160 0,-14-3 192 15,0 0-192-15,17 5 192 0,-4 0-192 0,-13-5 0 16,12 9 0-16,-12-9 128 0,10 12-128 0,-2-1 0 16,-8-11 0-16,7 15 0 0,-7-15 0 0,3 17 0 15,1-2 0-15,-4-15 0 0,5 16 144 0,0-3-144 16,0 0 160-16,-2 1-160 0,-3-14 0 0,0 0 128 15,7 15-128-15,0-1 0 0,-4 1 0 0,0 0 0 16,-1 2 0-16,-2-1 0 0,0 0 0 0,-3 0 0 16,-2 1 0-16,0 2-160 0,-2 1 160 0,0 0-192 15,-3-1 192-15,2 1-192 0,-1-3 192 0,1 0 0 16,-1-1-144-16,1-1 144 0,0-3 0 0,1 0 0 0,2 0 0 0,5-12 0 16,-5 12 0-16,5-12 0 0,0 0-144 0,0 0 144 31,0 0-1360-31,0 0-224 0,0 0-32 0</inkml:trace>
        </inkml:traceGroup>
        <inkml:traceGroup>
          <inkml:annotationXML>
            <emma:emma xmlns:emma="http://www.w3.org/2003/04/emma" version="1.0">
              <emma:interpretation id="{174F6073-C7D7-43A4-ABE2-820194196742}" emma:medium="tactile" emma:mode="ink">
                <msink:context xmlns:msink="http://schemas.microsoft.com/ink/2010/main" type="inkWord" rotatedBoundingBox="13227,10009 13461,10005 13462,10047 13227,10051"/>
              </emma:interpretation>
              <emma:one-of disjunction-type="recognition" id="oneOf4">
                <emma:interpretation id="interp8" emma:lang="" emma:confidence="1">
                  <emma:literal/>
                </emma:interpretation>
              </emma:one-of>
            </emma:emma>
          </inkml:annotationXML>
          <inkml:trace contextRef="#ctx0" brushRef="#br0" timeOffset="6512.9056">3597 188 11055 0,'17'12'480'0,"-17"-12"112"0,15 5-464 0,2 2-128 0,3-2 0 0,2-2 0 0,-2 2 5744 0,-2-3 1120 16,-1-2 240-16,0-2 32 0,0-1-5712 0,-2-4-1136 16,-1-1-288-16,1-1-10848 15,-4-3-2224-15</inkml:trace>
        </inkml:traceGroup>
        <inkml:traceGroup>
          <inkml:annotationXML>
            <emma:emma xmlns:emma="http://www.w3.org/2003/04/emma" version="1.0">
              <emma:interpretation id="{69251278-AF53-4F65-B23A-9A86DAD0407E}" emma:medium="tactile" emma:mode="ink">
                <msink:context xmlns:msink="http://schemas.microsoft.com/ink/2010/main" type="inkWord" rotatedBoundingBox="14862,9820 15307,9811 15308,9832 14862,9840"/>
              </emma:interpretation>
              <emma:one-of disjunction-type="recognition" id="oneOf5">
                <emma:interpretation id="interp9" emma:lang="" emma:confidence="1">
                  <emma:literal/>
                </emma:interpretation>
              </emma:one-of>
            </emma:emma>
          </inkml:annotationXML>
          <inkml:trace contextRef="#ctx0" brushRef="#br0" timeOffset="6702.6639">5232-2 22111 0,'26'7'976'0,"-6"-4"208"0,5-1-944 0,9-1-240 0,4 1 0 0,6 0 0 16,-2-4 2432-16,2 2 432 0,-2 0 80 0,2-3 32 31,-1-2-5312-31,1-2-1056 0</inkml:trace>
        </inkml:traceGroup>
        <inkml:traceGroup>
          <inkml:annotationXML>
            <emma:emma xmlns:emma="http://www.w3.org/2003/04/emma" version="1.0">
              <emma:interpretation id="{F63DF828-82BF-46AD-897E-800201894827}" emma:medium="tactile" emma:mode="ink">
                <msink:context xmlns:msink="http://schemas.microsoft.com/ink/2010/main" type="inkWord" rotatedBoundingBox="16740,9862 17067,9855 17068,9904 16740,9911"/>
              </emma:interpretation>
              <emma:one-of disjunction-type="recognition" id="oneOf6">
                <emma:interpretation id="interp10" emma:lang="" emma:confidence="1">
                  <emma:literal/>
                </emma:interpretation>
              </emma:one-of>
            </emma:emma>
          </inkml:annotationXML>
          <inkml:trace contextRef="#ctx0" brushRef="#br0" timeOffset="6881.3663">7110 40 8287 0,'22'8'736'0,"-5"-1"-592"0,3 2-144 0,0-3 0 15,-1-1 4112-15,1-1 800 0,3-1 144 0,3-1 48 16,-3-1-3504-16,1-1-704 0,1-1-144 0,-1-1-32 16,-3-1-2160-16,1-1-432 0,0 1-96 0</inkml:trace>
        </inkml:traceGroup>
        <inkml:traceGroup>
          <inkml:annotationXML>
            <emma:emma xmlns:emma="http://www.w3.org/2003/04/emma" version="1.0">
              <emma:interpretation id="{67877674-0D66-4CB8-A382-78846CF6CC05}" emma:medium="tactile" emma:mode="ink">
                <msink:context xmlns:msink="http://schemas.microsoft.com/ink/2010/main" type="inkWord" rotatedBoundingBox="18379,9830 18598,9825 18599,9857 18379,9861"/>
              </emma:interpretation>
              <emma:one-of disjunction-type="recognition" id="oneOf7">
                <emma:interpretation id="interp11" emma:lang="" emma:confidence="1">
                  <emma:literal/>
                </emma:interpretation>
              </emma:one-of>
            </emma:emma>
          </inkml:annotationXML>
          <inkml:trace contextRef="#ctx0" brushRef="#br0" timeOffset="7068.0349">8749 8 35535 0,'0'0'1568'0,"0"0"336"0,12 7-1520 0,-1-2-384 0,3 0 0 0,1-2 0 16,0 1 832-16,2-1 112 0,1-1 16 0,3-2 0 16,-3 0-960-16,1-2 0 0,-1-1 0 0,2-3-11584 15,2 0-2176-15</inkml:trace>
        </inkml:traceGroup>
        <inkml:traceGroup>
          <inkml:annotationXML>
            <emma:emma xmlns:emma="http://www.w3.org/2003/04/emma" version="1.0">
              <emma:interpretation id="{32DF3B21-BEEA-4025-B086-65E0D6EC8AB2}" emma:medium="tactile" emma:mode="ink">
                <msink:context xmlns:msink="http://schemas.microsoft.com/ink/2010/main" type="inkWord" rotatedBoundingBox="19171,9776 19560,9768 19562,9837 19172,9844"/>
              </emma:interpretation>
              <emma:one-of disjunction-type="recognition" id="oneOf8">
                <emma:interpretation id="interp12" emma:lang="" emma:confidence="0">
                  <emma:literal>-</emma:literal>
                </emma:interpretation>
                <emma:interpretation id="interp13" emma:lang="" emma:confidence="0">
                  <emma:literal>_</emma:literal>
                </emma:interpretation>
                <emma:interpretation id="interp14" emma:lang="" emma:confidence="0">
                  <emma:literal>.</emma:literal>
                </emma:interpretation>
                <emma:interpretation id="interp15" emma:lang="" emma:confidence="0">
                  <emma:literal>,</emma:literal>
                </emma:interpretation>
                <emma:interpretation id="interp16" emma:lang="" emma:confidence="0">
                  <emma:literal>~</emma:literal>
                </emma:interpretation>
              </emma:one-of>
            </emma:emma>
          </inkml:annotationXML>
          <inkml:trace contextRef="#ctx0" brushRef="#br0" timeOffset="7224.8656">9541-46 1839 0,'32'5'0'0,"-8"-1"160"0,1-1-160 0,2 0 0 0,0 1 0 0,1 1 0 16,1 1 6320-16,0 1 1232 0,-2-2 240 0,-2 0 48 16,-2 0-5456-16,-2 0-1088 0,-5-1-208 0,0-3-64 15,-3-1-768-15,-13 0-256 0,0 0 160 0,0 0-160 31,0 0-320-31,0 0-128 0,0 0-48 0,13-3 0 0,-13 3-2960 0,16-3-576 0</inkml:trace>
        </inkml:traceGroup>
        <inkml:traceGroup>
          <inkml:annotationXML>
            <emma:emma xmlns:emma="http://www.w3.org/2003/04/emma" version="1.0">
              <emma:interpretation id="{3D4A1DEB-06BE-43E3-8EC6-21564C3C48EB}" emma:medium="tactile" emma:mode="ink">
                <msink:context xmlns:msink="http://schemas.microsoft.com/ink/2010/main" type="inkWord" rotatedBoundingBox="21436,9591 22424,9572 22431,9970 21443,9989"/>
              </emma:interpretation>
              <emma:one-of disjunction-type="recognition" id="oneOf9">
                <emma:interpretation id="interp17" emma:lang="" emma:confidence="1">
                  <emma:literal>n</emma:literal>
                </emma:interpretation>
                <emma:interpretation id="interp18" emma:lang="" emma:confidence="0">
                  <emma:literal>m</emma:literal>
                </emma:interpretation>
                <emma:interpretation id="interp19" emma:lang="" emma:confidence="0">
                  <emma:literal>r</emma:literal>
                </emma:interpretation>
                <emma:interpretation id="interp20" emma:lang="" emma:confidence="0">
                  <emma:literal>.</emma:literal>
                </emma:interpretation>
                <emma:interpretation id="interp21" emma:lang="" emma:confidence="0">
                  <emma:literal>u</emma:literal>
                </emma:interpretation>
              </emma:one-of>
            </emma:emma>
          </inkml:annotationXML>
          <inkml:trace contextRef="#ctx0" brushRef="#br0" timeOffset="7911.1092">11833-150 19583 0,'0'0'864'0,"-14"0"176"0,14 0-832 0,-11 0-208 0,11 0 0 0,0 0 0 16,0 0 1984-16,0 0 368 0,0 0 64 0,0 0 16 15,0 0-752-15,0 0-144 0,0 0-16 0,0 0-16 16,0 0-864-16,16 3-192 0,3 2-16 0,-2 0-16 15,-2 0-112-15,2 2-32 0,0 1 0 0,3 1 0 16,2 1-32-16,-2 2-16 0,-2 1 0 0,1 1 0 16,-1-1-48-16,1 1-16 0,-4 1 0 0,0 2 0 0,-3 1-16 0,1 1 0 15,-1-1 0-15,-2 2 0 16,-1-1 0-16,-1-2 0 0,1-4 0 0,-1-1 0 0,-1 0-144 0,-7-12 128 16,3 13-128-16,-3-13 128 0,0 0-128 0,0 0 0 15,0 0 144-15,0 0-144 0,0 0 0 0,0 0 0 16,0 0 0-16,0 0 0 0,0 0 0 0,0 0 0 15,0 0 0-15,0 0-192 0,0 0 32 0,0 0 0 16,-7-15 0-16,4 1 0 0,0-1 160 0,1 0 0 16,0-2 0-16,2 1 0 0,0-1 0 0,0-2 0 15,0 1 0-15,0-2 0 0,0-1 0 0,4-1 0 16,-1-1 0-16,2-1 128 0,0 2-128 0,2-1 0 16,0 3 0-16,1 1 0 0,2 2 0 0,0 4 0 15,0 1 0-15,2 4 0 0,1 1 0 0,1 4-192 0,1 3 64 0,0 1 0 16,0-1 128-16,2 5-160 0,2 5 160 0,1 4-160 15,2-1 160-15,1 1 0 0,3 1 0 0,0 2 0 16,1 0 0-16,4 1 0 0,2 2 128 0,1-1-128 16,-2-2 128-16,2-2-128 0,-2 0 128 0,-4 0-128 15,-1 0 0-15,-3-1 0 0,-6-1-192 0,-3 2-11040 16,-5-1-2208-16</inkml:trace>
        </inkml:traceGroup>
      </inkml:traceGroup>
    </inkml:traceGroup>
  </inkml:traceGroup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1T05:31:54.808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5A3757AA-BDF5-4597-B0BF-974308A19D91}" emma:medium="tactile" emma:mode="ink">
          <msink:context xmlns:msink="http://schemas.microsoft.com/ink/2010/main" type="writingRegion" rotatedBoundingBox="21280,10932 22698,10932 22698,11650 21280,11650">
            <msink:destinationLink direction="with" ref="{9B46429C-8B87-45C7-8796-0D27A20B2D62}"/>
          </msink:context>
        </emma:interpretation>
      </emma:emma>
    </inkml:annotationXML>
    <inkml:traceGroup>
      <inkml:annotationXML>
        <emma:emma xmlns:emma="http://www.w3.org/2003/04/emma" version="1.0">
          <emma:interpretation id="{71C9DA92-21F5-4B74-8C19-7E999D429B0B}" emma:medium="tactile" emma:mode="ink">
            <msink:context xmlns:msink="http://schemas.microsoft.com/ink/2010/main" type="paragraph" rotatedBoundingBox="21280,10932 22698,10932 22698,11650 21280,1165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EB552FC-A3B6-4B42-B2F7-DB0B203BABDC}" emma:medium="tactile" emma:mode="ink">
              <msink:context xmlns:msink="http://schemas.microsoft.com/ink/2010/main" type="line" rotatedBoundingBox="21280,10932 22698,10932 22698,11650 21280,11650"/>
            </emma:interpretation>
          </emma:emma>
        </inkml:annotationXML>
        <inkml:traceGroup>
          <inkml:annotationXML>
            <emma:emma xmlns:emma="http://www.w3.org/2003/04/emma" version="1.0">
              <emma:interpretation id="{4E9DBE3D-C557-429C-8B32-62D00678C647}" emma:medium="tactile" emma:mode="ink">
                <msink:context xmlns:msink="http://schemas.microsoft.com/ink/2010/main" type="inkWord" rotatedBoundingBox="21280,10932 22698,10932 22698,11650 21280,11650"/>
              </emma:interpretation>
              <emma:one-of disjunction-type="recognition" id="oneOf0">
                <emma:interpretation id="interp0" emma:lang="" emma:confidence="0">
                  <emma:literal>an</emma:literal>
                </emma:interpretation>
                <emma:interpretation id="interp1" emma:lang="" emma:confidence="0">
                  <emma:literal>6 .</emma:literal>
                </emma:interpretation>
                <emma:interpretation id="interp2" emma:lang="" emma:confidence="0">
                  <emma:literal>a .</emma:literal>
                </emma:interpretation>
                <emma:interpretation id="interp3" emma:lang="" emma:confidence="0">
                  <emma:literal>can</emma:literal>
                </emma:interpretation>
                <emma:interpretation id="interp4" emma:lang="" emma:confidence="0">
                  <emma:literal>u .</emma:literal>
                </emma:interpretation>
              </emma:one-of>
            </emma:emma>
          </inkml:annotationXML>
          <inkml:trace contextRef="#ctx0" brushRef="#br0">102 0 3679 0,'0'0'160'0,"0"0"32"16,0 0-192-16,0 0 0 0,0 0 0 0,0 0 0 0,0 0 6368 0,0 0 1232 15,0 0 240-15,0 0 48 0,0 0-6192 0,-12 5-1248 16,12-5-240-16,-11 2-48 16,11-2-496-16,-14 5-112 0,2-2 0 0,12-3-16 15,-11 5-48-15,11-5-16 0,-12 12 0 0,3 1 0 0,3 1 528 0,1-1 0 16,0 1 0-16,1 1 0 0,3 0 384 0,1 0 96 16,0 2 16-16,1 0 0 0,1-2 320 0,3 4 64 15,0-1 16-15,2-1 0 0,3-2-288 0,0 0-48 16,2 0-16-16,3-1 0 0,3-2-336 0,1-4-64 15,1-1-16-15,7-2 0 0,5-5-128 0,3-2 0 16,2-1-160-16,4-4 160 16,2-3-1232-16,4-2-160 0,1-1-16 0,-3-2-8512 0,-3 1-1680 15</inkml:trace>
          <inkml:trace contextRef="#ctx0" brushRef="#br0" timeOffset="189.6212">600 111 25919 0,'0'0'1152'0,"0"0"224"0,-8 12-1104 0,8-12-272 0,0 0 0 0,-10 8 0 16,3 2 1664-16,7-10 288 0,-5 12 48 0,5-12 16 16,-3 17-672-16,3-2-128 0,3-1-16 0,2-1-16 15,2 4-464-15,3-2-80 0,3-2-32 0,2 3 0 16,1 0-256-16,0 1-48 0,5 0-16 0,-1-2 0 16,-2-1-288-16,-1-1 0 0,-2-3 0 0,-3-1 0 31,-12-9-1808-31,10 8-480 0,-10-8-80 0</inkml:trace>
          <inkml:trace contextRef="#ctx0" brushRef="#br0" timeOffset="595.5019">731 167 17503 0,'0'0'1552'0,"0"0"-1232"16,0 0-320-16,0 0 0 0,7 13 4288 0,3 2 816 15,2 0 144-15,3 1 48 0,0-3-3728 0,2 0-736 16,0 3-160-16,3-3-32 0,0 0-416 0,6 1-96 16,0-1 0-16,0 1-128 0,-1-2 0 0,0-1 0 15,-1 1-160-15,-1 2 160 0,-2 1-240 0,-5 2 80 0,-2-2 16 0,-4 2 0 16,0-2 144-16,-2 0 0 0,-3 0-144 0,0 0 144 16,-1 0 0-16,-2 0 0 0,-2-15 0 0,-2 16 0 15,2-16 0-15,-4 15 0 0,-1-3 0 0,5-12 128 16,0 0-128-16,0 0 128 0,0 0-128 0,0 0 128 15,0 0-128-15,0 0 128 0,0 0-128 0,0 0 128 16,-6-14-128-16,2 1 128 0,4-3-128 0,0 0 128 16,0-5-128-16,4 0 0 0,2-5 0 0,-1 3 128 15,1-1-128-15,-1 1 0 0,1-1 0 0,1 4 0 16,-4 3 0-16,2 4 0 0,2 3 0 0,-7 10 0 16,0 0 0-16,0 0 0 0,14 1 0 0,-1 8 0 15,2 6-144-15,2 8 144 0,3 6-192 0,2 6 192 16,2 7-160-16,-1 2 160 0,1 2-128 0,-1-3 128 15,-1-1-864 1,-3 4-96-16,-4-3 0 0</inkml:trace>
        </inkml:traceGroup>
      </inkml:traceGroup>
    </inkml:traceGroup>
  </inkml:traceGroup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1T05:31:56.401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75258A86-FE93-4D75-B927-F2B80D748A31}" emma:medium="tactile" emma:mode="ink">
          <msink:context xmlns:msink="http://schemas.microsoft.com/ink/2010/main" type="writingRegion" rotatedBoundingBox="9725,17953 11429,17917 11442,18497 9737,18534">
            <msink:destinationLink direction="with" ref="{9B46429C-8B87-45C7-8796-0D27A20B2D62}"/>
          </msink:context>
        </emma:interpretation>
      </emma:emma>
    </inkml:annotationXML>
    <inkml:traceGroup>
      <inkml:annotationXML>
        <emma:emma xmlns:emma="http://www.w3.org/2003/04/emma" version="1.0">
          <emma:interpretation id="{972435DD-5154-48C4-8019-5B30D5D38B8C}" emma:medium="tactile" emma:mode="ink">
            <msink:context xmlns:msink="http://schemas.microsoft.com/ink/2010/main" type="paragraph" rotatedBoundingBox="9725,17953 11429,17917 11442,18497 9737,1853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1E3E91F-CC8D-4B94-AA17-0469C1A57C41}" emma:medium="tactile" emma:mode="ink">
              <msink:context xmlns:msink="http://schemas.microsoft.com/ink/2010/main" type="line" rotatedBoundingBox="9725,17953 11429,17917 11441,18498 9737,18534"/>
            </emma:interpretation>
          </emma:emma>
        </inkml:annotationXML>
        <inkml:traceGroup>
          <inkml:annotationXML>
            <emma:emma xmlns:emma="http://www.w3.org/2003/04/emma" version="1.0">
              <emma:interpretation id="{B5B63FE2-2988-430B-B42F-3541D1D05FA0}" emma:medium="tactile" emma:mode="ink">
                <msink:context xmlns:msink="http://schemas.microsoft.com/ink/2010/main" type="inkWord" rotatedBoundingBox="9725,17953 11429,17917 11441,18498 9737,18534">
                  <msink:destinationLink direction="with" ref="{0FA77B72-076A-4986-80FC-E5BA9F7493BD}"/>
                </msink:context>
              </emma:interpretation>
              <emma:one-of disjunction-type="recognition" id="oneOf0">
                <emma:interpretation id="interp0" emma:lang="" emma:confidence="0">
                  <emma:literal>end</emma:literal>
                </emma:interpretation>
                <emma:interpretation id="interp1" emma:lang="" emma:confidence="0">
                  <emma:literal>an .</emma:literal>
                </emma:interpretation>
                <emma:interpretation id="interp2" emma:lang="" emma:confidence="0">
                  <emma:literal>on .</emma:literal>
                </emma:interpretation>
                <emma:interpretation id="interp3" emma:lang="" emma:confidence="0">
                  <emma:literal>can</emma:literal>
                </emma:interpretation>
                <emma:interpretation id="interp4" emma:lang="" emma:confidence="0">
                  <emma:literal>can .</emma:literal>
                </emma:interpretation>
              </emma:one-of>
            </emma:emma>
          </inkml:annotationXML>
          <inkml:trace contextRef="#ctx0" brushRef="#br0">259 88 5519 0,'0'0'496'0,"0"0"-496"0,0 0 0 0,0 0 0 15,0 0 3776-15,0 0 672 0,0 0 128 0,0 0 32 16,0 0-2368-16,0 0-448 0,0 0-112 0,0 0-16 15,17-5-784-15,-4 0-176 0,1 0-16 0,-2-2-16 16,-12 7-256-16,15-9-48 0,-2-1-16 0,-1 2 0 0,0-1-128 0,-2 1-32 16,0 0 0-16,-10 8 0 0,13-7-192 0,-13 7 128 15,12-7-128-15,-12 7 0 0,0 0 144 0,0 0-144 16,0 0 128-16,0 0-128 0,0 0 0 0,0 0 0 16,0 0 0-16,0 0 0 0,0 0 0 0,0 0 0 15,-12 0 0-15,1 0 0 0,-1 0 0 0,-2 4 0 16,1 1 0-16,-1 0 0 0,-2 0 0 0,-1 1 160 15,-2 3 16-15,1 1 0 0,-4 0 0 0,-2 3 0 16,1 1 0-16,-2-1 0 0,-2-1 16 0,3 3 16 16,1 4 0-16,1 3 0 0,0 0-48 0,5 1-16 15,0 2 0-15,7 1 0 0,2-1 48 0,6-2 16 16,4-2 0-16,3-1 0 0,6 0 160 0,8-2 16 16,5-1 16-16,2-3 0 0,5-4-192 0,4-2-32 15,5-1-16-15,6-4 0 0,3-4-160 0,5-6 0 0,3-3 0 0,2-7 0 16,-2-7 0-16,3-1-176 0,1-2 48 0,-6-1-11056 15,-4-4-2192-15</inkml:trace>
          <inkml:trace contextRef="#ctx0" brushRef="#br0" timeOffset="454.8752">705 197 7359 0,'-7'12'656'0,"2"1"-528"0,2 1-128 0,3-14 0 0,-2 13 4816 0,2-13 944 15,0 0 176-15,10 15 32 0,4-3-3984 0,-3-5-816 16,-11-7-144-16,19 7-48 0,-2-1-400 0,1-2-96 16,-1-1-16-16,-2 0 0 0,-1 2-16 0,-1 0-16 15,1 2 0-15,-3 0 0 0,0 1-128 0,-11-8-32 16,8 12 0-16,-8-12 0 0,0 0-48 0,7 15-16 15,-2 0 0-15,-5-15 0 0,0 0-208 0,-2 14 144 16,2-14-144-16,0 0 128 0,0 0-128 0,0 0 0 16,0 0 0-16,0 0 0 0,0 0-144 0,0 0-112 15,-5-10-32-15,0-2 0 16,0-3-272-16,2-2-48 0,-1-3-16 0,2-2 0 16,1 0 16-16,-1 0 0 0,0-1 0 0,1 1 0 0,1 2 176 0,0 1 48 15,1 2 0-15,3 4 0 0,-4 13 384 0,0 0 0 0,7-10 0 0,-7 10-128 16,0 0 128-16,0 0 192 0,0 0-32 0,0 0-16 15,15 8 512-15,-2 7 112 0,1 2 0 0,1 2 16 16,-2 1 176-16,4 0 48 0,2-2 0 0,-1-1 0 16,1-3-384-16,-1-2-80 0,1-4-16 0,-1-1 0 15,-1-1-528-15,-2-1 0 0,-15-5 0 0,17 2 0 32,-2 0-464-32,-15-2-208 0,13-4-32 0,-13 4-16 15,0 0-2480-15,0 0-512 0,0 0-80 0</inkml:trace>
          <inkml:trace contextRef="#ctx0" brushRef="#br0" timeOffset="674.7493">1489-104 7359 0,'0'0'656'0,"13"-7"-528"16,-2-3-128-16,-11 10 0 0,10-7 4480 0,-10 7 848 16,0 0 176-16,0 0 48 0,0 0-2496 0,0 0-496 15,0 0-112-15,11 10-16 0,-4 2-976 0,0 5-208 16,0 1-32-16,-2 6-16 0,0 3-432 0,0 5-96 15,1 3-16-15,1 1 0 0,2-3-320 0,-1 4-64 16,0 4-16-16,1-4 0 0,-1-4-256 0,1 1 0 16,-1-2 0-16,6-5 0 0,-4-5 0 0,1-2 0 15,0-2-208-15,-1-1-12704 16,0-2-2528-16</inkml:trace>
        </inkml:traceGroup>
      </inkml:traceGroup>
    </inkml:traceGroup>
  </inkml:traceGroup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1T05:31:53.290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7E3BEA8C-78B0-4EFD-85E7-3D8A3100BF02}" emma:medium="tactile" emma:mode="ink">
          <msink:context xmlns:msink="http://schemas.microsoft.com/ink/2010/main" type="inkDrawing" rotatedBoundingBox="9210,10891 10042,10980 10000,11370 9169,11281" shapeName="Other"/>
        </emma:interpretation>
      </emma:emma>
    </inkml:annotationXML>
    <inkml:trace contextRef="#ctx0" brushRef="#br0">292 39 14735 0,'0'0'1312'0,"0"0"-1056"0,0 0-256 0,0 0 0 16,0 0 2864-16,0 0 512 0,0 0 96 0,0 0 32 16,0 0-2384-16,0 0-480 0,0 0-80 0,0 0-32 15,14-2-368-15,-14 2-160 0,11-8 128 0,-11 8-128 16,14-5 0-16,-14 5 0 0,10-12 0 0,-10 12 0 16,0 0 0-16,0 0 0 0,5-12 0 0,-5 12 0 15,0 0 0-15,0 0 0 0,0 0 128 0,0 0-128 0,0 0 128 0,-12-1 0 16,-1 1 0-16,-1 1 0 0,1 3-128 0,-2 1 0 15,-2 0 0-15,2 2 128 0,0-1-128 0,-1 1 0 16,0 0 0-16,-1 1 0 0,2 2 0 0,0 2 0 16,-2-2 0-16,2 2 0 0,-1 0 0 0,1 1 0 15,0 2-144-15,0 2 144 0,0 0 0 0,0 1 0 16,3-1 0-16,4 2 0 0,1-2 0 0,3-1 0 16,4 0 0-16,5 0 0 0,2 1 0 0,8 2 0 15,7-2 128-15,10-2-128 0,9-2 688 0,9-4 32 16,11-6 16-16,6-1 0 0,5-2-80 0,7-5-16 15,4-7 0-15,1-2 0 16,-7-3-1440-16,-4 1-288 0,-4-5-64 0</inkml:trace>
  </inkml:traceGroup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1T05:31:57.857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69B6995A-CD16-4AAC-AAE1-20F90DE4461B}" emma:medium="tactile" emma:mode="ink">
          <msink:context xmlns:msink="http://schemas.microsoft.com/ink/2010/main" type="writingRegion" rotatedBoundingBox="22209,17576 23806,17669 23775,18194 22178,18100">
            <msink:destinationLink direction="with" ref="{9B46429C-8B87-45C7-8796-0D27A20B2D62}"/>
          </msink:context>
        </emma:interpretation>
      </emma:emma>
    </inkml:annotationXML>
    <inkml:traceGroup>
      <inkml:annotationXML>
        <emma:emma xmlns:emma="http://www.w3.org/2003/04/emma" version="1.0">
          <emma:interpretation id="{2F5FC8C8-CAA0-4670-A11B-536E79267769}" emma:medium="tactile" emma:mode="ink">
            <msink:context xmlns:msink="http://schemas.microsoft.com/ink/2010/main" type="paragraph" rotatedBoundingBox="22209,17576 23806,17669 23775,18194 22178,1810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259F272-5292-48E5-BF13-53E9A232AD4D}" emma:medium="tactile" emma:mode="ink">
              <msink:context xmlns:msink="http://schemas.microsoft.com/ink/2010/main" type="line" rotatedBoundingBox="22209,17576 23806,17669 23775,18194 22178,18100"/>
            </emma:interpretation>
          </emma:emma>
        </inkml:annotationXML>
        <inkml:traceGroup>
          <inkml:annotationXML>
            <emma:emma xmlns:emma="http://www.w3.org/2003/04/emma" version="1.0">
              <emma:interpretation id="{B5C71CE3-93F5-40BA-91E2-B73D4BA1E8BE}" emma:medium="tactile" emma:mode="ink">
                <msink:context xmlns:msink="http://schemas.microsoft.com/ink/2010/main" type="inkWord" rotatedBoundingBox="22209,17576 23806,17669 23775,18194 22178,18100"/>
              </emma:interpretation>
              <emma:one-of disjunction-type="recognition" id="oneOf0">
                <emma:interpretation id="interp0" emma:lang="" emma:confidence="0">
                  <emma:literal>can</emma:literal>
                </emma:interpretation>
                <emma:interpretation id="interp1" emma:lang="" emma:confidence="1">
                  <emma:literal>an r</emma:literal>
                </emma:interpretation>
                <emma:interpretation id="interp2" emma:lang="" emma:confidence="0">
                  <emma:literal>in</emma:literal>
                </emma:interpretation>
                <emma:interpretation id="interp3" emma:lang="" emma:confidence="0">
                  <emma:literal>inn</emma:literal>
                </emma:interpretation>
                <emma:interpretation id="interp4" emma:lang="" emma:confidence="0">
                  <emma:literal>an</emma:literal>
                </emma:interpretation>
              </emma:one-of>
            </emma:emma>
          </inkml:annotationXML>
          <inkml:trace contextRef="#ctx0" brushRef="#br0">79 64 1839 0,'0'0'160'0,"0"0"-160"0,0 0 0 0,0 0 0 16,-12-3 6720-16,12 3 1328 0,0 0 256 0,-3-9 48 16,-2 2-6176-16,3 1-1216 0,7-3-256 0,-5 9-64 15,7-10-208-15,-7 10-48 0,8-12-16 0,-8 12 0 16,10-10 144-16,-10 10 48 0,0 0 0 0,0 0 0 16,0 0-64-16,0 0-16 0,0 0 0 0,0 0 0 0,0 0 112 0,0 0 32 15,-13 10 0-15,-2 2 0 0,3 0-240 0,0 5-32 16,0 0-16-16,4 1 0 0,1 1-336 0,2 1 0 15,2 0 0-15,3 0 128 0,3-3 160 0,2 1 32 16,4 1 16-16,4-4 0 0,4-1-208 0,3-1-128 16,5 1 160-16,6-3-160 0,1-2 128 0,3-3-128 15,2-1 0-15,3-3 0 0,1-5 0 0,-1-2 0 16,4-2 0-16,0-3 0 16,-1-4-1216-16,1-4-128 0,-4-6-16 0,-1-4-16928 0</inkml:trace>
          <inkml:trace contextRef="#ctx0" brushRef="#br0" timeOffset="419.3316">698 106 43775 0,'-5'25'1936'0,"5"-8"400"0,3 0-1872 0,4 0-464 0,2-2 0 0,-1 0 0 16,0 0 448-16,-1 0-16 0,1-3 0 0,3 1 0 15,-1 1-432-15,1-2-272 0,0-1 32 0,0 1 16 16,-1-2-128-16,1 0-32 0,-11-10 0 0,13 14 0 16,-13-14 176-16,8 15 16 0,-8-15 16 0,5 14 0 15,-5-14 176-15,0 0 0 0,0 0 0 0,0 0 0 16,0 0 208-16,0 0 32 0,0 0 0 0,0 0 0 0,0 0 0 0,0 0 0 16,0 0 0-16,0 0 0 0,7-12-240 0,2-2-128 15,-3-1 128-15,1-3-208 0,1-6-32 0,1-1 0 16,-2-4 0-16,3 1 0 0,1-3 48 0,1 4 16 15,0 2 0-15,0 5 0 16,-2 3-192-16,0 4-32 0,-2 1-16 0,-8 12 0 16,0 0-80-16,0 0-16 0,0 0 0 0,0 0 0 0,0 0 272 0,7 13 48 15,-2 1 16-15,0 4 0 0,0 6 176 0,2 3 144 16,0 1-16-16,-1 4-128 0,1 0 176 0,0 0-176 16,1 0 160-16,2 0-160 0,-5-1 192 0,4-3-48 15,1-1-16-15,-2-7 0 0,1-5-128 0,-1-4 0 16,-8-11 0-16,10 8 0 15,-10-8-1184-15,0 0-272 0,0 0-48 0,14-8-9312 0,-4-4-1856 0</inkml:trace>
          <inkml:trace contextRef="#ctx0" brushRef="#br0" timeOffset="752.865">1161 143 27983 0,'0'0'1232'0,"0"0"272"0,0 0-1200 0,6 15-304 0,1-3 0 0,-7-12 0 16,10 13 1584-16,0-3 256 0,-10-10 48 0,16 12 16 15,-1-2-1136-15,-2 0-208 0,1-3-48 0,-14-7-16 16,15 9-240-16,-2-1-32 0,1 0-16 0,-4 1 0 16,-10-9-208-16,10 13 0 0,-2 1 128 0,-1 1-128 15,-4 0 0-15,-1 0 0 0,-2-1 0 0,0-1 0 16,0-13-176-16,0 15 32 0,0-15 0 0,0 14 0 16,0-14 144-16,0 0-128 0,0 0 128 0,0 0-128 0,0 0 128 0,0 0-208 15,0 0 80-15,8-10 128 0,1-6 0 0,-1-2 0 16,-1-4 144-16,1-5-16 0,-3-5 0 0,2-3 16 15,0-4 0-15,0 2 0 0,-1 2-144 0,-1 3 0 16,-1 3 0-16,-1 4 0 0,1 1 0 0,-1 8 0 16,-3 4 0-16,0 12 0 0,0 0-144 0,0 0 144 15,0 0 0-15,15 10 0 0,0 5 160 0,0 5 144 16,0 7 16-16,2 5 16 0,2 3-336 0,1 4 0 16,0 0 0-16,-1-2-11200 15,-4-2-2320-15</inkml:trace>
        </inkml:traceGroup>
      </inkml:traceGroup>
    </inkml:traceGroup>
  </inkml:traceGroup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1T05:32:00.764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 contextRef="#ctx0" brushRef="#br0">0 0 11055 0,'0'0'976'0,"15"10"-784"0,0-2-192 0,0 2 0 15,-1 4 6432-15,-1-1 1248 0,-1-1 240 0,-5 1-16000 16,-9 1-3200-16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1T05:32:01.023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 contextRef="#ctx0" brushRef="#br0">97 154 45151 0,'-22'2'4016'0,"2"-4"-3216"0,0-1-640 0,3 0-160 15,3-1 448-15,14 4 64 0,-5-12 16 0,9-3 0 31,7-5-1936-31,13-7-384 0,8-6-64 0,12-4-17168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1T05:32:01.197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 contextRef="#ctx0" brushRef="#br0">0 0 19343 0,'12'35'1728'0,"-7"-14"-1392"0,-2-3-336 0,2-1 0 16,4-2 5824-16,4-1 1088 0,4-4 208 0,3-2 48 0,4-3-5728 0,3-1-1152 16,0-3-288-16,5-2 0 15,1-5-2048-15,4-5-448 0,4-4-112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1T05:32:00.551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D64CC911-D225-45EC-8926-41065D249BB1}" emma:medium="tactile" emma:mode="ink">
          <msink:context xmlns:msink="http://schemas.microsoft.com/ink/2010/main" type="inkDrawing" rotatedBoundingBox="16052,12456 16828,12344 16832,12366 16056,12479" semanticType="callout" shapeName="Other">
            <msink:sourceLink direction="with" ref="{9B46429C-8B87-45C7-8796-0D27A20B2D62}"/>
            <msink:sourceLink direction="with" ref="{37667445-D9CF-45EF-A11B-0B54BBB20E55}"/>
          </msink:context>
        </emma:interpretation>
      </emma:emma>
    </inkml:annotationXML>
    <inkml:trace contextRef="#ctx0" brushRef="#br0">0 121 2751 0,'37'-4'256'0,"3"-1"-256"15,2 0 0-15,-2-1 0 0,-1 1 4928 0,-2 0 928 16,0 0 192-16,-3-1 32 0,1 3-4064 0,0 1-816 15,1-1-176-15,2-2-16 0,3 2-608 0,3-4-112 16,3-3-32-16,22-9-5920 16,-5 4-1184-16,-4 2-256 0</inkml:trace>
  </inkml:traceGroup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1T05:32:00.366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37667445-D9CF-45EF-A11B-0B54BBB20E55}" emma:medium="tactile" emma:mode="ink">
          <msink:context xmlns:msink="http://schemas.microsoft.com/ink/2010/main" type="inkDrawing" rotatedBoundingBox="14051,12497 14548,12532 14544,12586 14047,12551" shapeName="Other">
            <msink:destinationLink direction="with" ref="{D64CC911-D225-45EC-8926-41065D249BB1}"/>
          </msink:context>
        </emma:interpretation>
      </emma:emma>
    </inkml:annotationXML>
    <inkml:trace contextRef="#ctx0" brushRef="#br0">0 0 35007 0,'26'13'1552'0,"-8"-4"320"0,4-3-1488 0,7 3-384 0,6 1 0 0,2-2 0 16,0-1 1792-16,2-2 272 0,-1-5 64 0,-1 0 16 31,-1-3-2480-31,-3-2-496 0,1-4-112 0,3-1-11136 0,2 0-2224 0</inkml:trace>
  </inkml:traceGroup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1T05:32:00.176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9591F3A8-E03A-4B92-803A-BFB6442D686A}" emma:medium="tactile" emma:mode="ink">
          <msink:context xmlns:msink="http://schemas.microsoft.com/ink/2010/main" type="inkDrawing" rotatedBoundingBox="12012,12471 12064,12497 12062,12500 12010,12475" semanticType="callout" shapeName="Other">
            <msink:sourceLink direction="with" ref="{9B46429C-8B87-45C7-8796-0D27A20B2D62}"/>
          </msink:context>
        </emma:interpretation>
      </emma:emma>
    </inkml:annotationXML>
    <inkml:trace contextRef="#ctx0" brushRef="#br0">0 0 26719 0,'0'0'2368'0,"0"0"-1888"16,0 0-480-16,0 0 0 0,12 10 1696 0,5-2 240 16,6 0 48-16</inkml:trace>
  </inkml:traceGroup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1T05:31:59.777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0FA77B72-076A-4986-80FC-E5BA9F7493BD}" emma:medium="tactile" emma:mode="ink">
          <msink:context xmlns:msink="http://schemas.microsoft.com/ink/2010/main" type="inkDrawing" rotatedBoundingBox="10221,16935 10315,17326 10279,17334 10186,16943" semanticType="callout" shapeName="Other">
            <msink:sourceLink direction="with" ref="{B5B63FE2-2988-430B-B42F-3541D1D05FA0}"/>
            <msink:sourceLink direction="with" ref="{9B46429C-8B87-45C7-8796-0D27A20B2D62}"/>
          </msink:context>
        </emma:interpretation>
      </emma:emma>
    </inkml:annotationXML>
    <inkml:trace contextRef="#ctx0" brushRef="#br0">10 0 21183 0,'2'42'1888'0,"-4"-18"-1504"16,0-4-384-16,-1-1 0 0,-1-4 3968 0,8 0 736 15,1-2 144-15,0 3 16 0,0-1-3984 0,-3 2-880 16,1-1 0-16,0-1-128 16,1 1-1728-16,1-1-320 0,-4-2-80 0,5 1-16 15,2-1 624-15,-1 2 128 0,-2 0 32 0,1 1 0 16,1-3 272-16,0 0 64 0,-2-1 16 0,-5-12 0 0,3 12 1008 0,-3-12 128 15,0 0 144-15,0 0-9440 0</inkml:trace>
  </inkml:traceGroup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1T05:32:01.332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 contextRef="#ctx0" brushRef="#br0">0 0 28559 0,'55'20'1264'0,"-14"-8"272"0,4-4-1232 0,6 2-304 16,-1 0 0-16,6-1 0 0,3-4 2576 0,3-5 464 15,2-5 96-15,3-5 0 16,4-5-3296-16,4-2-672 0,6-3-128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1T05:32:01.468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 contextRef="#ctx0" brushRef="#br0">0 79 42383 0,'27'20'3776'0,"-8"-13"-3024"0,1-2-608 0,8-4-144 15,8-1 1024-15,4-1 160 0,4-4 32 0,3-7 16 32,0-10-1728-32,0-10-336 0,0-8-80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1T05:32:01.745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 contextRef="#ctx0" brushRef="#br0">4 0 42735 0,'0'0'1888'0,"0"0"400"0,0 0-1840 0,0 0-448 16,0 0 0-16,0 0 0 0,0 0 320 0,0 0-48 16,-3 17 0-16,1 0 0 15,2 0-1872-15,0 3-384 0,2 0-80 0,-1 6-9648 0,3-1-1920 16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1T05:32:01.887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 contextRef="#ctx0" brushRef="#br0">7 0 11967 0,'-5'39'1072'0,"3"-12"-864"0,2 3-208 0,2 5 0 16,1 4 4272-16,2-4 800 0,-2-3 176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1T05:32:02.067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 contextRef="#ctx0" brushRef="#br0">0 0 42559 0,'0'0'1888'0,"0"0"384"0,9 19-1824 16,3-4-448-16,3-1 0 0,0-1 0 15,-3-1-1984-15,-12-12-512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1T05:32:02.233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 contextRef="#ctx0" brushRef="#br0">50 0 35935 0,'-12'49'3200'0,"5"-17"-2560"0,-3 0-512 0,2 0-128 15,1 0 2480-15,3 0 464 0,3-4 112 0,1-1 16 16,0-3-2432-16,1-7-496 0,-1-17-144 0,0 0 0 31,0 0-2464-31,14-2-576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1T05:32:31.550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1AE812AD-9425-4782-81CA-43597CA6648A}" emma:medium="tactile" emma:mode="ink">
          <msink:context xmlns:msink="http://schemas.microsoft.com/ink/2010/main" type="writingRegion" rotatedBoundingBox="15265,6982 18258,9609 17045,10990 14053,8363"/>
        </emma:interpretation>
      </emma:emma>
    </inkml:annotationXML>
    <inkml:traceGroup>
      <inkml:annotationXML>
        <emma:emma xmlns:emma="http://www.w3.org/2003/04/emma" version="1.0">
          <emma:interpretation id="{61458471-796F-4932-8D35-AC9D121D2FCA}" emma:medium="tactile" emma:mode="ink">
            <msink:context xmlns:msink="http://schemas.microsoft.com/ink/2010/main" type="paragraph" rotatedBoundingBox="15265,6982 18258,9609 17045,10990 14053,836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9F47582-6EAD-40F1-9B03-946BE203BEEB}" emma:medium="tactile" emma:mode="ink">
              <msink:context xmlns:msink="http://schemas.microsoft.com/ink/2010/main" type="line" rotatedBoundingBox="15265,6982 18258,9609 17045,10990 14053,8363"/>
            </emma:interpretation>
          </emma:emma>
        </inkml:annotationXML>
        <inkml:traceGroup>
          <inkml:annotationXML>
            <emma:emma xmlns:emma="http://www.w3.org/2003/04/emma" version="1.0">
              <emma:interpretation id="{D30FDD19-6C88-49DD-BA23-8B76D4D79967}" emma:medium="tactile" emma:mode="ink">
                <msink:context xmlns:msink="http://schemas.microsoft.com/ink/2010/main" type="inkWord" rotatedBoundingBox="14754,7565 15209,7965 14844,8381 14389,7981"/>
              </emma:interpretation>
            </emma:emma>
          </inkml:annotationXML>
          <inkml:trace contextRef="#ctx0" brushRef="#br0">-5990-637 24879 0,'0'0'2208'0,"0"0"-1760"16,0 0-448-16,0 0 0 0,15 0 2736 0,-15 0 464 15,13 0 80-15,-13 0 32 0,16 0-2240 0,-1 1-448 16,2 1-96-16,-2 0-16 0,0 3-384 0,0 1-128 0,0-1 0 0,0 6 0 16,0 2 0-16,1 4 0 0,-5 1 0 0,3 4 0 15,-1 2 0-15,-1 3 0 0,-2 1-160 0,-2 4 160 16,1-1 0-16,-2-1 0 0,-2-2 0 0,0-1 0 16,0 0 0-16,-2-3 0 0,1-6 0 0,-3-1 0 15,1-3 0-15,-2-14 0 0,0 13 0 0,0-13 0 16,0 0 0-16,0 0 0 0,0 0 0 0,0 0 128 15,0 0 64-15,-5-12 16 0,0-4 0 0,0-6 0 16,-2-4 0-16,2-2 0 0,0-2 0 0,-2-6 0 16,-1-3-80-16,1-1-128 0,0-2 176 0,2 0-176 15,0-2 192-15,2 0-192 0,-1 1 192 0,3-1-192 16,1 2 0-16,1 2 0 0,3 1 0 0,1 4 0 16,2 4 0-16,1 8 0 0,2 4 128 0,0 7-128 15,-10 12 0-15,0 0 0 0,14 0-192 0,-1 7 48 16,2 7-16-16,0 4 0 0,2 7 0 0,3 4 0 0,4 5 160 0,1 4 0 15,4 6-144-15,3 3 144 0,3 4-144 0,0-3 144 16,-1 1-192-16,-2-2-11536 16,0-3-2320-16</inkml:trace>
        </inkml:traceGroup>
        <inkml:traceGroup>
          <inkml:annotationXML>
            <emma:emma xmlns:emma="http://www.w3.org/2003/04/emma" version="1.0">
              <emma:interpretation id="{F64B62C6-6C29-4F7E-9139-3C545CAF86EB}" emma:medium="tactile" emma:mode="ink">
                <msink:context xmlns:msink="http://schemas.microsoft.com/ink/2010/main" type="inkWord" rotatedBoundingBox="16586,8142 18258,9609 17045,10990 15374,9523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 timeOffset="1761.3477">-3175 1836 1839 0,'-19'10'160'0,"2"-2"-160"15,4-3 0-15,13-5 0 0,0 0 9792 0,0 0 1936 16,0 0 384-16,0 0 80 0,12-10-9808 0,3-1-1952 16,3-5-432-16,9 3 0 15,10-2-3840-15,5-4-768 0</inkml:trace>
          <inkml:trace contextRef="#ctx0" brushRef="#br0" timeOffset="688.8643">-3675-186 17503 0,'0'0'768'0,"0"0"176"0,0 0-752 0,-13 8-192 0,-1-1 0 0,-1 1 0 16,-2 2 3712-16,-3 2 720 0,-4 0 144 0,-4 1 32 16,-6 2-3344-16,-1 2-672 0,-4 2-128 0,-1 3-16 15,-4 1-320-15,-2 2-128 0,-1 1 0 0,0 1 128 0,0 4-128 0,5 0 192 16,2-3-192-16,1-1 192 0,-1-1 32 0,3-3 16 15,5 1 0-15,5-4 0 0,3-3-112 0,6-2-128 16,4-2 176-16,14-13-176 0,0 0 128 0,0 0-128 16,0 0 0-16,10 14 0 0,7-1 0 0,7 2 0 15,3 0 0-15,3 1 0 0,4-1 0 0,1 0 0 16,0 2 0-16,1 1 0 0,1 1 0 0,-2 1 0 16,-1 2 0-16,-1 0 0 0,-3 0 160 0,-3-1-160 15,-5 3 128-15,-2 1-128 0,-3-1 0 0,-2 3 0 16,-4 0 0-16,-5-2 0 0,-1-2 0 0,-1 4 0 15,-4 2 0-15,-4 1 0 0,-1-1 0 0,-3 4 0 16,-4 3 0-16,-3-3 0 0,-2-1 0 0,-1 2 0 16,-4 0 0-16,-2-2 0 0,-1-4 0 0,-2 3 0 15,-2-1 144-15,-1 0-144 0,0-1 0 0,-2 1 128 0,0 2-128 16,0 3 0-16,0-3 0 0,2-1 0 0,4-5 0 16,6 1 0-16,5-1 0 0,7-1 144 0,3-2-144 0,8 1 0 15,5-2 384-15,9-2-48 16,7-3 0-16,8-4 0 0,5 1 560 0,10-6 128 0,8-4 0 0,11-6 16 15,6-1-384-15,9-8-80 16,5-2 0-16,3-4-16 0,4-3-224 0,3-2-32 0,1-3-16 0,1-2 0 16,-1-2-288-16,3 2 160 0,-1 2-160 0,-2 2 128 15,-4-4-128-15,-2 1 0 0,-4 3 0 16,-6 3 128-16,-10 3-352 0,-7 5-80 0,-5 4-16 0,-9 4 0 31,-8 4-2928-31,-8 2-592 0</inkml:trace>
        </inkml:traceGroup>
      </inkml:traceGroup>
    </inkml:traceGroup>
  </inkml:traceGroup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1T05:32:36.092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2BC5D02F-004C-4DD9-8C90-003D2ECD3E48}" emma:medium="tactile" emma:mode="ink">
          <msink:context xmlns:msink="http://schemas.microsoft.com/ink/2010/main" type="writingRegion" rotatedBoundingBox="18783,8060 23349,10416 22789,11502 18223,9146"/>
        </emma:interpretation>
      </emma:emma>
    </inkml:annotationXML>
    <inkml:traceGroup>
      <inkml:annotationXML>
        <emma:emma xmlns:emma="http://www.w3.org/2003/04/emma" version="1.0">
          <emma:interpretation id="{6C7122F4-051F-46D4-9691-1933F11B6587}" emma:medium="tactile" emma:mode="ink">
            <msink:context xmlns:msink="http://schemas.microsoft.com/ink/2010/main" type="paragraph" rotatedBoundingBox="18783,8060 23349,10416 22789,11502 18223,914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DA2685C-7B25-41F0-92BB-9975933C946B}" emma:medium="tactile" emma:mode="ink">
              <msink:context xmlns:msink="http://schemas.microsoft.com/ink/2010/main" type="line" rotatedBoundingBox="18783,8060 23349,10416 22789,11502 18223,9146"/>
            </emma:interpretation>
          </emma:emma>
        </inkml:annotationXML>
        <inkml:traceGroup>
          <inkml:annotationXML>
            <emma:emma xmlns:emma="http://www.w3.org/2003/04/emma" version="1.0">
              <emma:interpretation id="{3C9D8036-C7DB-4F2E-B3C7-56B7D8E47C72}" emma:medium="tactile" emma:mode="ink">
                <msink:context xmlns:msink="http://schemas.microsoft.com/ink/2010/main" type="inkWord" rotatedBoundingBox="18783,8060 20843,9123 20282,10209 18223,9146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14788-3928 21183 0,'0'0'944'0,"0"0"192"0,-13 0-912 0,13 0-224 16,-12-1 0-16,12 1 0 0,-14-4 3600 0,3 1 688 16,11 3 128-16,-12-7 16 0,2-1-3344 0,0-1-656 15,-1-2-144-15,0 1-32 0,-3-2-256 0,1 2 0 16,-4-2 0-16,-2 0 0 0,-1 0 0 0,-2 4 0 15,-1 0-208-15,-2 2 80 0,-6 1 128 0,1 2 0 16,-4 1 0-16,-1 2 0 0,-4 2 0 0,-3 3 224 16,-5 0-32-16,-2 2 0 0,1 0 64 0,-1 4 16 15,-2 3 0-15,6 3 0 0,5 3-112 0,1 3-32 16,3 1 0-16,5 6 0 0,4 6 112 0,3 4 16 0,2 2 0 0,5 2 0 16,4 1 0-16,6-1 0 0,5-2 0 15,4 0 0-15,3 2 48 0,5 0 16 0,4-2 0 0,4 1 0 16,4 3-320-16,3-2 0 15,6-2 0-15,1 0 0 0,3 0 0 0,5-5 160 0,4-4-160 16,7-2 128-16,2-3 64 0,5-6 0 0,2-7 0 0,4-10 0 16,5-8-64-16,3-7 0 0,2-7 0 0,4-6 0 15,3-9 0-15,3-4-128 0,3-2 192 0,-3-3-64 16,-3-4-1952-16,-5-1-400 16,-4 3-80-16</inkml:trace>
          <inkml:trace contextRef="#ctx0" brushRef="#br0" timeOffset="430.0309">15422-2815 18431 0,'7'13'1632'0,"1"-1"-1312"16,4-2-320-16,2-2 0 0,1-1 4432 0,0 1 816 16,-2 1 176-16,1-4 16 0,-14-5-3520 0,17 2-704 15,0-2-128-15,-4-2-48 0,-3-5-720 0,2-1-160 16,0-2-32-16,-1-4 0 0,0-1-128 0,-1-3 128 16,-2-8-128-16,0 3 128 0,-2-2-128 0,-1-1 0 15,0 1 144-15,-4 1-144 0,-2 1 0 0,1-2 128 16,1 1-128-16,3 6 0 0,-1 2 160 0,0 5-32 0,-3 2-128 0,0 9 192 15,0 0-192-15,0 0 0 0,0 0 0 0,0 0 0 16,0 0 144-16,0 0-16 0,0 0 0 16,0 0 0-16,0 0-128 0,0 19 0 0,2-1 0 0,1-1 0 15,3 0 0-15,2 0 0 0,2-2 0 0,0 0 0 16,2 0 0-16,1 0 0 0,1 1 0 0,1-3 0 16,0-1 0-16,2-2 0 0,-2 0 0 0,2 0 128 15,0 0-128-15,-2-1 0 0,0-4 0 0,-2-2 0 16,-13-3-1584-16,16 2-192 0,-3-4-32 15,-13 2-10016-15,14-7-2000 0</inkml:trace>
          <inkml:trace contextRef="#ctx0" brushRef="#br0" timeOffset="599.2783">15581-3692 40543 0,'-31'13'1792'0,"13"-4"384"0,-1-1-1744 0,6 2-432 15,4-1 0-15,9-9 0 0,0 0 512 0,0 0 32 16,0 18 0-16,0-18 0 16,9 14-864-16,6-2-160 0,3-1-32 0,9-1-16 15,7-3-3536-15,3-2-704 0</inkml:trace>
        </inkml:traceGroup>
        <inkml:traceGroup>
          <inkml:annotationXML>
            <emma:emma xmlns:emma="http://www.w3.org/2003/04/emma" version="1.0">
              <emma:interpretation id="{7E951A55-77B7-4EA6-AA9A-06BA54AF1609}" emma:medium="tactile" emma:mode="ink">
                <msink:context xmlns:msink="http://schemas.microsoft.com/ink/2010/main" type="inkWord" rotatedBoundingBox="22824,10551 23183,10737 22989,11114 22630,10928"/>
              </emma:interpretation>
            </emma:emma>
          </inkml:annotationXML>
          <inkml:trace contextRef="#ctx0" brushRef="#br0" timeOffset="6869.8988">18007-1596 14735 0,'0'14'1312'0,"0"-14"-1056"16,3 13-256-16,-3-13 0 0,10 14 5360 0,2-4 1008 16,0-3 208-16,1-2 32 0,2-2-4768 0,2 0-960 15,2 1-192-15,-1-1-48 0,-1-3-448 0,0 0-192 16,0 0 128-16,-1 0-128 0,1-2 0 0,-2 2 0 15,-15 0 0-15,17-3 0 0,-3-2-160 0,-2 0 160 16,-12 5 0-16,11-8-144 0,-2-3 144 0,-1 0 0 16,4-1 128-16,-4-2-128 0,-3-1 0 0,2-2 144 15,0-1-144-15,0-1 0 0,3-1 0 0,-4-2 0 16,1 1 0-16,0-1 0 0,1 1 0 0,-1 5-144 16,0-3 144-16,-1 4-128 0,-1 2 128 0,-5 13 0 15,0 0 0-15,0 0 0 0,0 0 240 0,0 0-32 16,0 0 0-16,0 0 0 0,0 0 64 0,0 0 16 0,0 0 0 0,-3 16 0 15,0-1-288-15,1 2 0 0,2 0 128 0,0 2-128 16,2-1 0-16,1-1 0 0,0 0 0 0,3-2 0 16,0-2 0-16,3-2-144 0,-9-11 144 0,13 8 0 31,-13-8-1136-31,15 5-144 0,0-5-16 0,1 0-10496 0,-16 0-2096 0</inkml:trace>
        </inkml:traceGroup>
      </inkml:traceGroup>
    </inkml:traceGroup>
  </inkml:traceGroup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1T05:32:24.703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E85F0D7C-B82F-4C2C-B5E8-175D7A89103B}" emma:medium="tactile" emma:mode="ink">
          <msink:context xmlns:msink="http://schemas.microsoft.com/ink/2010/main" type="writingRegion" rotatedBoundingBox="4613,9081 14787,8485 14899,10408 4726,11004"/>
        </emma:interpretation>
      </emma:emma>
    </inkml:annotationXML>
    <inkml:traceGroup>
      <inkml:annotationXML>
        <emma:emma xmlns:emma="http://www.w3.org/2003/04/emma" version="1.0">
          <emma:interpretation id="{55D3F461-F72B-4EA1-B45C-CEC3DF776691}" emma:medium="tactile" emma:mode="ink">
            <msink:context xmlns:msink="http://schemas.microsoft.com/ink/2010/main" type="paragraph" rotatedBoundingBox="4613,9081 14787,8485 14899,10408 4726,1100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9176705-BF75-4AE8-8C61-636F715B2C92}" emma:medium="tactile" emma:mode="ink">
              <msink:context xmlns:msink="http://schemas.microsoft.com/ink/2010/main" type="line" rotatedBoundingBox="4613,9081 14787,8485 14899,10408 4726,11004"/>
            </emma:interpretation>
          </emma:emma>
        </inkml:annotationXML>
        <inkml:traceGroup>
          <inkml:annotationXML>
            <emma:emma xmlns:emma="http://www.w3.org/2003/04/emma" version="1.0">
              <emma:interpretation id="{F0E37554-4833-4B76-B67B-194872213694}" emma:medium="tactile" emma:mode="ink">
                <msink:context xmlns:msink="http://schemas.microsoft.com/ink/2010/main" type="inkWord" rotatedBoundingBox="4633,9431 9606,9140 9677,10361 4705,10652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2049-2852 12895 0,'-5'21'1152'0,"2"-5"-928"15,-4-1-224-15,0 0 0 0,2 0 5504 0,2 2 1072 16,1-4 208-16,2 1 32 0,0-1-4976 0,0 2-1008 0,0 0-192 0,0 1-32 15,0-3-400-15,-1 2-80 0,1 2 0 0,-4 0-128 16,1-2 0-16,-2 0-192 0,0-1 0 0,0 2 0 31,0 0-272-31,-2 0-48 0,2 1-16 0,0-2 0 0,0-1 320 0,0-2 64 0,5-12 16 0,-5 13 0 16,5-13 128-16,-5 15 0 0,5-15 0 0,-5 14 0 16,5-14 160-16,0 0 16 0,-5 11 0 0,5-11 0 15,0 0 144-15,0 0 48 0,0 0 0 0,0 0 0 16,0 0-64-16,-7-6-16 0,0-4 0 0,2-2 0 15,0-3-288-15,2-2 160 0,-1-2-160 0,1 3 128 16,1-3-128-16,1-1-144 0,1-2 144 0,3 2-208 16,-1-2 64-16,1 0 16 0,2 0 0 0,2 0 0 15,1 0 128-15,2 2 0 0,0 0 0 0,4 2 0 0,-1-1 0 0,4 4 0 16,0 1 0-16,1 6-128 0,1 3 128 0,-1 2 0 16,1 3-144-16,-1 3 144 0,-1 4 0 0,2 1 0 15,1 2-144-15,0 4 144 0,0 1 0 0,1 2 0 16,-1-1 0-16,0 3 0 0,0 1 0 0,-1 2 144 15,1 0-144-15,-2 3 192 0,1 0-192 0,-2 1 128 16,-1-3-128-16,1 1 128 0,-2-2-128 0,-1-1 0 16,-4 0 0-16,0-3 0 0,-1 1 0 0,-1-2 0 15,0-4 0-15,2 0-11808 16,1-2-2240-16</inkml:trace>
          <inkml:trace contextRef="#ctx0" brushRef="#br0" timeOffset="2478.3982">4107-3027 31327 0,'0'0'1392'0,"-13"3"272"0,-1-3-1328 0,14 0-336 16,-12-2 0-16,12 2 0 0,0 0 1184 0,0 0 160 16,0 0 48-16,0 0 0 0,0 0-1008 0,0 0-192 15,0 0-32-15,9-10-16 0,2 3-144 0,5 2 0 16,2 4 0-16,6-1 0 0,3 2 0 0,1 0 0 16,4 0 0-16,2 3-176 0,1 2 176 0,2 6 0 15,2 2 0-15,-2 5 0 0,-3 4 0 0,-4 5-160 16,-3 0 160-16,-4 2 0 0,-4 3 0 0,-2 0 0 15,-2 1 0-15,-3 3 0 0,-4-1 0 0,-3 2 0 16,-3 2 0-16,-2 3 0 0,-4-2 0 0,-2 1 0 16,-4 1 160-16,-1 1-32 0,0 3 176 0,-4-2 32 0,-4-4 16 15,-1-1 0-15,-2-2 64 0,2-4 16 0,0-6 0 0,1-3 0 16,2-4 16-16,5-3 0 0,2-2 0 0,4-7 0 16,6-8-176-16,0 0-16 0,0 0-16 0,0 0 0 15,0 0-240-15,18-6 128 0,2-1-128 0,9-5 0 16,6-3 0-16,6-2 0 0,2-5-128 0,4-1 128 15,2-4-256-15,2 0 64 0,-1-2 16 0,-1 1 0 32,-2-3-1520-32,-3 3-304 0,-2 3-64 0,-3 1-8928 0,-6 2-1776 0</inkml:trace>
          <inkml:trace contextRef="#ctx0" brushRef="#br0" timeOffset="-602.7788">55-2728 25743 0,'0'0'1136'0,"0"0"240"0,0 0-1104 0,0 0-272 0,0 0 0 0,0 0 0 16,0 0 1632-16,0 0 272 0,0 0 48 0,0 0 16 16,0 0-1008-16,14 10-192 0,-14-10-32 0,12 17-16 15,-6 1-80-15,-2-4-32 0,-3 3 0 0,1 3 0 16,0 2-64-16,0 5-16 0,-2 1 0 0,0 3 0 15,1 2-160-15,-1 26-48 0,2-8 0 0,0-6 0 16,-1-6-80-16,-1-4-32 0,0-1 0 0,0-6 0 16,-1-2-208-16,-1-5 128 0,0-4-128 0,1 0 0 15,2 0 0-15,-2-2 128 0,1-15-128 0,0 0 0 16,0 0 0-16,0 0 144 0,0 0-144 0,0 0 128 16,0 0-128-16,0 0 0 0,-7-8 0 0,0-6 0 15,-1-3 0-15,1-6 0 0,0-4 0 0,2-5-176 16,-2-3 48-16,2-6 0 0,2-6 0 0,0-2 0 15,-2-1 0-15,1-1 0 0,1-1 0 0,1 2 0 16,-1-1 128-16,1 1 0 0,0 1 0 0,4 2-128 16,1 5 128-16,1 1 0 0,1 4-144 0,2 5 144 15,-1 9 0-15,3 4 0 0,-1 3-144 0,1 4 144 16,1 5 0-16,3 4 0 0,-13 3 0 0,20 1 0 0,1 6 0 0,2 5-240 16,2 5 80-16,-1 5 16 0,4 3 144 0,-1 2 0 15,2 0 0-15,0 3 0 0,-4 0 0 0,-2 1 0 16,-1 0 0-16,-2 1 0 0,-1 2 0 0,-1 1 0 15,-1 4-176-15,0 2 176 0,0 2 0 0,-2-2 0 16,0 1 0-16,-1-2 160 0,-4 0-160 0,-2-3 0 16,-1-5 144-16,-2-1-144 0,-2-6 0 0,-1-5 0 15,-2-3 0-15,-2-5 128 0,2-12-128 0,0 0 0 16,0 0 0-16,0 0 128 0,0 0-128 0,0 0 0 16,-8-10 128-16,3-7-128 0,0-5 128 0,1-5-128 15,1-3 160-15,1-6-160 0,2-6 0 0,0-1 0 16,4-3 0-16,-3 1 0 0,-1-1 0 0,2 3-160 0,0-1 160 0,0 0-128 15,-2 0 128-15,0 1 0 0,0 1-144 16,0 1 144-16,1 1 0 0,3 1 0 0,-1 2 0 0,0 5 0 16,2 5-128-16,0 4 128 0,4 6 0 0,1 3 0 15,0 4-128-15,-10 10 128 0,15-3-160 0,0 1 160 16,0 4-192-16,1 5 192 0,-3 3-208 0,4 3 80 16,0 1 128-16,1 2-128 0,-1 3 128 0,2-1-128 15,2 1 128-15,1 1 0 0,0 2 0 0,2 2 0 16,-2-1 0-16,-2-1 0 0,-2-2 0 0,1 2 0 15,-2 0 0-15,-1 0 0 0,0-2 0 0,0 4 128 16,-2-3 0-16,-4 3 0 0,0 1 0 0,-2 2 0 16,-2 3 0-16,0 2 16 0,-1-1 0 0,0 1 0 0,-1 1-16 0,-1 1 0 15,0-2 0-15,1-2 0 0,-1 1 0 0,1-3-128 16,1-3 192-16,0-3-64 0,0-2-128 0,1 1 0 16,1-6 0-16,0-3 128 0,0-4-128 0,-7-8 0 15,8 10 0-15,-8-10 0 0,12 5 0 0,-12-5 0 16,15 0 144-16,-2-2-144 0,1-3 176 0,-2 0-48 15,-1-6 0-15,1-3 0 0,-2-1-128 0,0-4 0 16,2-2-192-16,-2-3 192 0,-1-3 0 0,1-2 0 16,-2-1 0-16,4 0 0 0,0 0 0 0,-1 1 0 15,0 2 0-15,0 0 0 0,3 0 160 0,-1 2-160 16,1 3 192-16,1 4-192 0,-2 1 176 0,2 2-176 16,-1 1 160-16,1 4-160 0,-1 3 0 0,-1 2 128 15,-13 5-128-15,13 0 0 0,-13 0 0 0,16 7 0 0,-3 1 0 0,-3 4 0 16,-10-12 0-16,10 22 0 0,-1 3 0 15,-3 1 0-15,3-3 176 0,-1 4 32 0,-1 0 16 0,-2 2 0 16,0-1 48-16,2 1 16 0,0-4 0 0,-1-1 0 16,-1-3-160-16,2-2-128 0,-2-6 144 0,-5-13-144 15,8 9 0-15,-8-9 0 0,0 0-208 0,14-2 64 32,-2-5-1456-32,-2-4-304 0,-2-6-48 0,1-3-9920 0,-1-4-1984 0</inkml:trace>
        </inkml:traceGroup>
        <inkml:traceGroup>
          <inkml:annotationXML>
            <emma:emma xmlns:emma="http://www.w3.org/2003/04/emma" version="1.0">
              <emma:interpretation id="{E118DFB9-DD93-4633-9D57-CA01CF34CBDD}" emma:medium="tactile" emma:mode="ink">
                <msink:context xmlns:msink="http://schemas.microsoft.com/ink/2010/main" type="inkWord" rotatedBoundingBox="6136,9335 9188,9156 9232,9916 6180,10094"/>
              </emma:interpretation>
            </emma:emma>
          </inkml:annotationXML>
          <inkml:trace contextRef="#ctx0" brushRef="#br0" timeOffset="-451.6112">1610-3165 24879 0,'-18'3'2208'0,"1"2"-1760"16,2 2-448-16,1 1 0 0,2 1 2368 0,2-3 384 16,0 1 64-16,10-7 32 0,0 0-2176 0,-7 12-432 15,2 0-96-15,5-12-10624 16,0 0-2128-16</inkml:trace>
          <inkml:trace contextRef="#ctx0" brushRef="#br0" timeOffset="2723.6645">4130-2553 26367 0,'0'0'1168'0,"0"0"240"0,-10 2-1120 0,10-2-288 16,0 0 0-16,0 0 0 0,0 0 2176 0,0 0 368 15,0 0 80-15,0 0 0 0,0 0-1200 0,0 0-240 16,15 0-48-16,5-2-16 0,4-3-736 0,1-3-128 15,4-1-48-15,4-1 0 0,4 0-208 0,5-2 0 16,4 0-192-16,2 1 192 16,3-3-1888-16,-1-1-272 0,-1 0-48 0</inkml:trace>
        </inkml:traceGroup>
        <inkml:traceGroup>
          <inkml:annotationXML>
            <emma:emma xmlns:emma="http://www.w3.org/2003/04/emma" version="1.0">
              <emma:interpretation id="{35892934-D28A-4817-9556-9B91A97DF94C}" emma:medium="tactile" emma:mode="ink">
                <msink:context xmlns:msink="http://schemas.microsoft.com/ink/2010/main" type="inkWord" rotatedBoundingBox="10575,9668 11227,9630 11249,9994 10597,10032"/>
              </emma:interpretation>
            </emma:emma>
          </inkml:annotationXML>
          <inkml:trace contextRef="#ctx0" brushRef="#br0" timeOffset="3195.5043">6093-2469 2751 0,'24'-5'256'0,"3"0"-256"0,1-2 0 0,8-1 0 15,2-2 5920-15,5 0 1136 0,2 0 240 0,7-2 32 16,4-3-5296-16,-1-2-1072 0,1 0-192 0,-4 0-14448 15</inkml:trace>
          <inkml:trace contextRef="#ctx0" brushRef="#br0" timeOffset="3067.9118">5960-2827 30751 0,'-8'18'1360'0,"8"-18"288"0,-3 14-1328 0,3-14-320 0,-5 15 0 0,5-15 0 16,0 13 1456-16,0-13 208 0,0 0 64 0,0 0 0 15,0 0-880-15,0 0-160 0,-2 14-48 0,2-14 0 16,0 0-80-16,0 0-32 0,0 0 0 0,0 0 0 15,0 0-224-15,0 0-48 0,18-4-16 0,-1-1 0 0,0-3-240 16,3 1 128-16,2 1-128 0,3-1 0 0,1 0 0 0,1 0-192 16,-2 1 16-16,2 1 0 15,-2 1-400-15,-1 1-96 0,-3-1-16 0,0 3 0 16,-5 1-1840-16,0 5-368 0,-16-5-80 0,13 10-16 16,-5 0-864-16,-1 2-176 0,-5 0-48 0,-2-1 0 15,-4 1 1440-15,-1 3 272 0,-1-1 64 0,-3-1 16 16,-1-1 1200-16,-2 1 224 0,-1 3 48 0,-2-1 16 15,-2 0 1008-15,0 0 208 0,-1 0 32 0</inkml:trace>
        </inkml:traceGroup>
        <inkml:traceGroup>
          <inkml:annotationXML>
            <emma:emma xmlns:emma="http://www.w3.org/2003/04/emma" version="1.0">
              <emma:interpretation id="{3355A975-893C-4190-B12E-EDD4B3940B51}" emma:medium="tactile" emma:mode="ink">
                <msink:context xmlns:msink="http://schemas.microsoft.com/ink/2010/main" type="inkWord" rotatedBoundingBox="13154,8581 14787,8485 14899,10408 13266,10504"/>
              </emma:interpretation>
            </emma:emma>
          </inkml:annotationXML>
          <inkml:trace contextRef="#ctx0" brushRef="#br0" timeOffset="4968.0172">9797-3973 9215 0,'32'-3'816'0,"-11"-1"-656"0,3 1-160 0,1-2 0 0,1 3 4288 0,-6-1 816 16,-3-1 160-16,-2 3 48 0,-15 1-2912 0,0 0-576 16,0 0-112-16,0 0-32 0,0 0-672 0,0 0-144 15,-17 1-32-15,-7 3 0 0,-6 1-544 0,-2 0-112 16,-3 0-32-16,-6 3 0 0,-4 1-144 0,-4 3-144 15,-3 1 144-15,-4 0-208 0,-1-1 208 0,-5 3-144 16,-2 4 144-16,0 1-128 0,0 0 128 0,4-1 0 16,2 1 0-16,6 0 0 0,3 0 0 0,4-3 0 15,5 2 0-15,3-2 0 0,3-4 0 0,7 0 0 16,3 1 0-16,8-6 0 0,1 1 0 0,4-3 0 16,11-6 0-16,0 0 0 0,0 0 0 0,0 0 0 0,12 11 0 0,3-1-128 15,4-2-16-15,4 0 0 0,3 1 0 0,4-1 0 16,2 1 144-16,3 1 0 0,2 3 0 0,0-1 0 15,0 0 0-15,2 1 0 0,0 1 0 0,-1-1 0 16,-1-1 0-16,-1 1 0 0,-3 3 0 0,-2-3 0 16,-6 0 0-16,-5 3 0 0,-1-1 0 0,-4 0 0 15,-5 0 0-15,-2 2 0 0,-3 0 0 0,-1 3 0 16,-4 2 0-16,-2 1 0 0,-3 1 0 0,-5 3 128 16,-5 5-128-16,-6 1 0 0,-2 1 0 0,-7 5 0 15,-7 1 144-15,-5 2-144 0,-4 4 192 0,1-3-192 16,1 1 0-16,-1-3 0 0,-1-4 0 0,1 0 0 15,1 1 0-15,2-1 0 0,0 2 0 0,3 0 0 16,2-2 0-16,3 0 0 0,2-2 0 0,2 4 0 16,0-1 0-16,5 1 0 0,4-5 0 0,6-1 0 15,5 1 208-15,5-4-64 0,4-1-16 0,4-4 0 0,5-1 0 0,6-1 0 16,3 3 0-16,6-6 0 0,4-3 160 0,7-2 32 16,3-4 0-16,6 1 0 0,8-3-80 0,8-4-16 15,6 0 0-15,8-5 0 0,6-4 16 0,7-4 0 16,6-5 0-16,1-4 0 0,-1-5-240 0,3-2 144 15,-1-1-144-15,5-5 128 0,5-6-400 0,-4 1-96 16,-10-5-16-16,-9-2-11584 16,-10-4-2304-16</inkml:trace>
        </inkml:traceGroup>
      </inkml:traceGroup>
    </inkml:traceGroup>
  </inkml:traceGroup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1T05:32:52.584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C2DF1AD6-2857-471B-B903-937CB60CBE33}" emma:medium="tactile" emma:mode="ink">
          <msink:context xmlns:msink="http://schemas.microsoft.com/ink/2010/main" type="writingRegion" rotatedBoundingBox="4639,12069 11826,12069 11826,15377 4639,15377"/>
        </emma:interpretation>
      </emma:emma>
    </inkml:annotationXML>
    <inkml:traceGroup>
      <inkml:annotationXML>
        <emma:emma xmlns:emma="http://www.w3.org/2003/04/emma" version="1.0">
          <emma:interpretation id="{D47C984F-E953-43D5-B11E-1F3246E39FDB}" emma:medium="tactile" emma:mode="ink">
            <msink:context xmlns:msink="http://schemas.microsoft.com/ink/2010/main" type="paragraph" rotatedBoundingBox="4639,12069 11567,12069 11567,13670 4639,1367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6DA8E34-D9DD-48E3-BC89-80E10BC1490F}" emma:medium="tactile" emma:mode="ink">
              <msink:context xmlns:msink="http://schemas.microsoft.com/ink/2010/main" type="line" rotatedBoundingBox="4639,12069 11567,12069 11567,13670 4639,13670"/>
            </emma:interpretation>
          </emma:emma>
        </inkml:annotationXML>
        <inkml:traceGroup>
          <inkml:annotationXML>
            <emma:emma xmlns:emma="http://www.w3.org/2003/04/emma" version="1.0">
              <emma:interpretation id="{E8612CAF-C870-4DEC-84DB-8B68FB82E28C}" emma:medium="tactile" emma:mode="ink">
                <msink:context xmlns:msink="http://schemas.microsoft.com/ink/2010/main" type="inkWord" rotatedBoundingBox="4639,12069 7003,12069 7003,13279 4639,13279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527 89 22111 0,'10'-5'1968'0,"0"-2"-1584"16,2-2-384-16,-1-2 0 0,1-1 2976 0,2 2 512 15,-1 1 96-15,-5 3 32 0,-8 6-2576 0,7-9-512 16,-7 9-96-16,0 0-32 0,2-8-80 0,-2 8-32 16,0 0 0-16,0 0 0 0,-14-4-288 0,1 3 0 15,-4 1 0-15,-5 1 0 0,-6 3-256 0,-4 1 64 16,-2 2 0-16,-3 1 0 0,-2 2 192 0,4 2-176 16,1-2 176-16,4 2-160 0,5 0 160 0,3-2 0 15,5-2 0-15,4 0 128 0,13-8-128 0,0 0 128 0,0 0-128 16,0 0 128-16,1 14-128 0,9-2 0 0,9-2 0 0,1 0 0 15,4 0 0-15,3 0-128 0,5-5 128 0,5 4-128 16,1 2 128-16,4 3 0 0,2 1 0 0,0 2 0 16,-2 0 0-16,2-1 128 0,-2 0-128 0,-2 4 128 15,-5 2 32-15,1-1 16 0,-1-2 0 0,-1 1 0 16,-4 0 16-16,-3 1 0 0,-4-1 0 0,-2 0 0 16,-5-2-64-16,-2 1 0 0,-7 1 0 0,-2-1 0 15,-5-3-128-15,-5 1 0 0,-7 0 0 0,-3 0 0 16,-2-2 0-16,-8 0 160 0,-11 0-16 0,-2 2 0 15,-3-2 16-15,-4 0 0 0,-7 2 0 0,-6-3 0 16,-5-2-160-16,-5-1 128 0,-4-1-128 0,0-3 128 16,-2-3-128-16,10-3 0 0,6-1 0 0,10-1-176 15,6-6-224 1,5-2-48-16,3-1-16 0,7 2-16688 0</inkml:trace>
          <inkml:trace contextRef="#ctx0" brushRef="#br0" timeOffset="171.5194">1062 466 32255 0,'0'0'2864'0,"0"0"-2288"16,0 0-576-16,0 0 0 0,10 13 2448 0,-10-13 384 15,0 0 80-15,13 0 16 16,-1-7-3808-16,0-3-752 0,-2-3-160 0</inkml:trace>
          <inkml:trace contextRef="#ctx0" brushRef="#br0" timeOffset="402.9988">1489-95 21183 0,'0'0'1888'0,"0"0"-1504"0,0 0-384 0,13 9 0 16,3-4 4544-16,4-4 832 0,3-2 160 0,4-3 32 16,4-1-4160-16,4-1-848 0,5-5-176 0,2-2-16 15,0-6-368-15,5-1 0 0,4-2 0 0,-1 1-192 16,3-3-496-16,-1-3-96 0,-2 0-32 0,1 0 0 16,-1 0-272-16,-1 4-64 0,-2-1-16 0,-3 1-9792 15,-2 2-1968-15</inkml:trace>
          <inkml:trace contextRef="#ctx0" brushRef="#br0" timeOffset="611.9622">2118-186 22111 0,'-5'26'1968'0,"-2"-1"-1584"15,1 2-384-15,1 3 0 0,1 4 3648 0,4 1 640 16,4 4 128-16,1 1 16 0,1-1-2816 0,3 3-560 15,-1 3-112-15,4 4-32 0,0 0-464 0,0-2-112 0,-1-2-16 16,5 1 0-16,0-2-192 0,1-1-128 0,-2-4 128 0,0-2-128 31,2-5-1920-31,2-2-464 0,9 6-96 0,-2-6-16 0</inkml:trace>
        </inkml:traceGroup>
        <inkml:traceGroup>
          <inkml:annotationXML>
            <emma:emma xmlns:emma="http://www.w3.org/2003/04/emma" version="1.0">
              <emma:interpretation id="{4D7F7D08-2851-4FF2-85FE-59A242FBBE2F}" emma:medium="tactile" emma:mode="ink">
                <msink:context xmlns:msink="http://schemas.microsoft.com/ink/2010/main" type="inkWord" rotatedBoundingBox="10168,13638 10279,13638 10279,13670 10168,13670"/>
              </emma:interpretation>
            </emma:emma>
          </inkml:annotationXML>
          <inkml:trace contextRef="#ctx0" brushRef="#br0" timeOffset="2619.2207">5640 1144 21183 0,'-15'5'1888'0,"-2"0"-1504"0,0 0-384 0,2-2 0 16,1-3 4560-16,3 3 848 0,-1 1 160 0,12-4 48 16,-10 7-4096-16,10-7-816 0,0 0-176 0,0 0-16 31,0 0-3168-31,0 0-624 0</inkml:trace>
        </inkml:traceGroup>
        <inkml:traceGroup>
          <inkml:annotationXML>
            <emma:emma xmlns:emma="http://www.w3.org/2003/04/emma" version="1.0">
              <emma:interpretation id="{93C39FAE-B430-4E2A-9158-169B560DA31D}" emma:medium="tactile" emma:mode="ink">
                <msink:context xmlns:msink="http://schemas.microsoft.com/ink/2010/main" type="inkWord" rotatedBoundingBox="11282,13512 11559,13455 11578,13544 11301,13602"/>
              </emma:interpretation>
            </emma:emma>
          </inkml:annotationXML>
          <inkml:trace contextRef="#ctx0" brushRef="#br0" timeOffset="3233.4314">6653 1017 34095 0,'0'33'3024'0,"2"-15"-2416"15,-2-18-480-15,6 17-128 0,-6-17 3200 0,16 8 608 16,0-5 128-16,5-4 32 0,2-1-3008 0,6-4-576 16,3-8-128-16,0-2-32 15,1-4-1680-15,1 2-336 0,-2-4-64 0</inkml:trace>
        </inkml:traceGroup>
      </inkml:traceGroup>
    </inkml:traceGroup>
    <inkml:traceGroup>
      <inkml:annotationXML>
        <emma:emma xmlns:emma="http://www.w3.org/2003/04/emma" version="1.0">
          <emma:interpretation id="{B01BE7A4-B7C4-47BC-B3F7-75DF6526B4B5}" emma:medium="tactile" emma:mode="ink">
            <msink:context xmlns:msink="http://schemas.microsoft.com/ink/2010/main" type="paragraph" rotatedBoundingBox="8696,13547 11826,13547 11826,15377 8696,15377" alignmentLevel="2"/>
          </emma:interpretation>
        </emma:emma>
      </inkml:annotationXML>
      <inkml:traceGroup>
        <inkml:annotationXML>
          <emma:emma xmlns:emma="http://www.w3.org/2003/04/emma" version="1.0">
            <emma:interpretation id="{D78265DE-8F0C-410F-86A0-CF3D9FAA5195}" emma:medium="tactile" emma:mode="ink">
              <msink:context xmlns:msink="http://schemas.microsoft.com/ink/2010/main" type="line" rotatedBoundingBox="8696,13547 11826,13547 11826,15377 8696,15377"/>
            </emma:interpretation>
          </emma:emma>
        </inkml:annotationXML>
        <inkml:traceGroup>
          <inkml:annotationXML>
            <emma:emma xmlns:emma="http://www.w3.org/2003/04/emma" version="1.0">
              <emma:interpretation id="{E245D8DA-09CB-4323-A0F9-597BACDF1BF9}" emma:medium="tactile" emma:mode="ink">
                <msink:context xmlns:msink="http://schemas.microsoft.com/ink/2010/main" type="inkWord" rotatedBoundingBox="8696,13547 11826,13547 11826,15377 8696,15377"/>
              </emma:interpretation>
            </emma:emma>
          </inkml:annotationXML>
          <inkml:trace contextRef="#ctx0" brushRef="#br0" timeOffset="2074.9467">4062 1329 19343 0,'0'0'1728'0,"0"0"-1392"16,0 0-336-16,-4-10 0 0,3-1 2944 0,1 1 512 16,1 0 96-16,1 0 32 0,1 0-2512 0,-3 10-496 15,4-12-112-15,-1 1-16 0,-1 0-448 0,1 1 0 16,0 0 0-16,-3 10 0 0,0 0 0 0,0 0 0 16,7-13 0-16,-7 13 0 0,0 0 0 0,0 0 0 15,0 0 0-15,0 0 144 0,17 3 208 0,-2 2 32 16,-1 0 16-16,2 2 0 0,3 1 80 0,3 2 16 0,1 4 0 0,4 1 0 15,0-1-176-15,2-1-48 16,1 4 0-16,-1 0 0 0,-1-1-80 0,-3 1 0 0,-3 0-16 0,-1 2 0 16,-5-3-176-16,0 0 192 0,-5-3-192 0,-1 1 192 15,-1-1-192-15,-2-1 0 0,-7-12 0 0,0 13-176 16,-2-1 176-16,-2-2-160 0,-2-2 160 0,6-8-160 16,-10 9-112-16,0-2-32 0,-2-4 0 0,0 0 0 15,0-3 304-15,0 0-192 0,12 0 192 0,0 0-160 16,-11-1 160-16,11 1 0 0,0 0 0 0,0 0 128 15,-4-14 16-15,4 1 16 0,4-1 0 0,2 1 0 16,3-2-160-16,1 0 0 0,3-1 0 0,1 1 128 16,1-3-128-16,0-1 0 0,2-3 0 0,0 1 0 15,0-1 0-15,-1-2 0 0,1-3 0 0,0 2 128 16,-2-2-128-16,-1 2 0 0,-1 1 0 0,-1 2 0 16,-2 0 0-16,-2 6 0 0,-1-1 0 0,0 3 0 0,-2 1 0 15,0 3 0-15,-5 10 0 0,0 0 0 0,0-10 0 0,0 10 128 16,0 0-128-16,0 0 128 0,0 0 256 0,0 0 64 15,0 0 0-15,0 0 0 0,-12 3 32 0,12-3 16 16,-10 8 0-16,2 3 0 0,8-11-176 0,-9 15-16 16,1 0-16-16,-1 0 0 0,1 0-288 0,1 4 128 15,1-1-128-15,-1 2 0 0,0 2 128 0,2-2-128 16,0 1 0-16,0 0 0 0,3 3 128 0,2-2-128 16,2-4 0-16,3 3 0 0,2-1 320 0,3-2-64 15,2 1 0-15,4-2 0 0,6-2 64 0,7-2 0 16,5-4 0-16,4-4 0 0,4-5-320 0,2-2 0 15,0-5 0-15,5-3 0 16,4-2-1488-16,1-1-416 0,-2-1-80 0</inkml:trace>
          <inkml:trace contextRef="#ctx0" brushRef="#br0" timeOffset="2473.9891">5376 2109 25791 0,'0'0'2304'0,"0"0"-1856"0,0 0-448 0,0 0 0 16,0 0 3232-16,0 0 544 0,15-8 128 0,-2 0 0 16,-3-3-3040-16,0-2-608 0,1-4-128 0,-1-1-128 15,1-4-272 1,1-3-160-16,-2-4-16 0,0-1-16 0,0-4 16 15,1 2 0-15,-1 2 0 0,1-1 0 0,0 5 448 0,0-1 0 0,-1 0 0 0,0 3 0 0,-1 1 592 0,-1 4 64 16,1 2 16-16,-1 4 0 0,-1 1 160 0,-7 12 48 16,8-10 0-16,-8 10 0 0,0 0-160 0,0 0-16 15,0 0-16-15,0 0 0 0,0 0-384 0,0 0-80 16,0 0-16-16,12 18 0 0,-2 1-208 0,-1-1 0 16,-1 1 0-16,2 1 0 0,4 2 0 0,-1-4 0 15,-1 3 0-15,3-1 0 0,0-2 192 0,2 3-48 16,1-5-16-16,1 0 0 0,-1-6-128 0,1-2 0 15,-4-3 0-15,4-3 0 0,-3-4 0 0,1-3-272 16,0-2 64-16,0-6 16 16,-2-1-2064-16,2-4-416 0,0-4-80 0</inkml:trace>
          <inkml:trace contextRef="#ctx0" brushRef="#br0" timeOffset="3016.4082">6215 1559 11055 0,'24'32'480'0,"-7"-5"112"0,1 3-464 0,2 4-128 15,2 5 0-15,5-1 0 0,3 3 6848 0,1-4 1344 16,-3 0 256-16,-1-4 64 0,-2-1-6384 0,1 0-1280 16,-3 0-256-16,-4-1-48 0,-4 1-544 0,-3 3 0 15,-4 2 0-15,-5 2 0 16,-6-4-464-16,-4 4-112 0,-1 4 0 0,-6 5-16 15,-2 0 32-15,-5 6 16 0,0 2 0 0,0-2 0 0,3-4 544 0,-1-3 0 16,1-5 0-16,3-3 0 0,0-7 240 0,1-4 96 16,2 1 32-16,4-7 0 0,-2-5-112 0,1-4 0 0,3-3-16 15,6-10 0-15,0 0-240 0,0 0 0 0,-12-8 0 0,12 8 0 16,-12-15-208-16,0-5-48 0,1-2 0 0,-1-5 0 31,2-4-368-31,-2-6-80 0,-2-3 0 0,1-2-16 16,-2-5-64-16,0 1-16 0,0 3 0 0,-1-3 0 0,0 1 640 0,0 8 160 0,3 2 0 0,5 6 0 15,3 5 544-15,3 8 144 0,2 4 16 0,0 12 16 16,10-14-80-16,2 3-32 0,1 0 0 0,2 5 0 16,2-1-464-16,5 2-144 0,2 2 0 0,2-1 0 15,3 1 0-15,0-2 0 0,-1 0 0 0,1 0 0 32,-2-2-1328-32,-2 0-272 0,-1-1-48 0,-3-6-16 0</inkml:trace>
          <inkml:trace contextRef="#ctx0" brushRef="#br0" timeOffset="3704.5238">8320 187 28271 0,'0'0'1248'0,"0"0"272"0,0 0-1216 0,0 0-304 16,0 0 0-16,0 0 0 0,0 0 1632 0,0 0 272 15,0 0 48-15,0 0 16 0,0 0-944 0,0 0-192 0,0 0-48 0,0 0 0 16,13-3-448-16,-13 3-80 0,12 11-32 0,-2 8 0 16,0 3-224-16,0 5 0 0,-1 2 0 0,-3 3 0 15,1 0 128-15,0 6-128 0,-2 2 176 0,2-1-176 16,1-1 144-16,2-1-144 0,0-2 0 0,4 3 144 15,1-3-304-15,0 1-64 0,0 1-16 0,0-3-11328 16,0 0-2256-16</inkml:trace>
        </inkml:traceGroup>
      </inkml:traceGroup>
    </inkml:traceGroup>
  </inkml:traceGroup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1T05:32:37.242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5BD4BDB1-7C4D-4283-ABD5-0B2D9DC2370F}" emma:medium="tactile" emma:mode="ink">
          <msink:context xmlns:msink="http://schemas.microsoft.com/ink/2010/main" type="writingRegion" rotatedBoundingBox="20444,8356 23986,7948 24077,8744 20536,9152"/>
        </emma:interpretation>
      </emma:emma>
    </inkml:annotationXML>
    <inkml:traceGroup>
      <inkml:annotationXML>
        <emma:emma xmlns:emma="http://www.w3.org/2003/04/emma" version="1.0">
          <emma:interpretation id="{047634B2-411D-47A2-AE91-DC1121F9558E}" emma:medium="tactile" emma:mode="ink">
            <msink:context xmlns:msink="http://schemas.microsoft.com/ink/2010/main" type="paragraph" rotatedBoundingBox="20444,8356 23986,7948 24077,8744 20536,915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AADAD7F-470E-4DEB-8711-948B0D3FC7AB}" emma:medium="tactile" emma:mode="ink">
              <msink:context xmlns:msink="http://schemas.microsoft.com/ink/2010/main" type="inkBullet" rotatedBoundingBox="20465,8537 20628,8519 20643,8650 20480,8668"/>
            </emma:interpretation>
            <emma:one-of disjunction-type="recognition" id="oneOf0">
              <emma:interpretation id="interp0" emma:lang="" emma:confidence="0">
                <emma:literal>•</emma:literal>
              </emma:interpretation>
            </emma:one-of>
          </emma:emma>
        </inkml:annotationXML>
        <inkml:trace contextRef="#ctx0" brushRef="#br0">15902-3842 11055 0,'-22'10'480'0,"9"-6"112"0,-3-6-464 0,6-1-128 0,10 3 0 0,0 0 0 16,-1-10 7632-16,6-2 1520 0,3-2 288 0,6-1 64 31,4-2-8544-31,4-1-1696 0,5-2-352 0,0 1-11616 0,1 2-2336 0</inkml:trace>
      </inkml:traceGroup>
      <inkml:traceGroup>
        <inkml:annotationXML>
          <emma:emma xmlns:emma="http://www.w3.org/2003/04/emma" version="1.0">
            <emma:interpretation id="{21498AEA-46EA-4E70-9B90-1329FB5D3004}" emma:medium="tactile" emma:mode="ink">
              <msink:context xmlns:msink="http://schemas.microsoft.com/ink/2010/main" type="line" rotatedBoundingBox="21599,8223 23986,7948 24077,8744 21691,9019"/>
            </emma:interpretation>
          </emma:emma>
        </inkml:annotationXML>
        <inkml:traceGroup>
          <inkml:annotationXML>
            <emma:emma xmlns:emma="http://www.w3.org/2003/04/emma" version="1.0">
              <emma:interpretation id="{A35B702F-4FB8-469C-A1D1-EB38C4DBBBB1}" emma:medium="tactile" emma:mode="ink">
                <msink:context xmlns:msink="http://schemas.microsoft.com/ink/2010/main" type="inkWord" rotatedBoundingBox="21645,8623 21794,8606 21814,8785 21666,8802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634.4823">17007-3870 33343 0,'0'0'1472'0,"0"0"320"0,0 0-1440 0,14-2-352 0,-1 0 0 0,1 1 0 15,-14 1 1520-15,15-2 224 0,-2 2 48 0,1 0 16 0,-14 0-992 0,15 2-208 16,-2 1-32-16,-13-3-16 0,14 7-560 0,-14-7 0 16,12 10 0-16,-2 3 0 0,-4 1 0 0,-6-14 0 15,4 17 0-15,-4-2-144 0,0-15 144 0,-5 18-192 16,0-3 192-16,0-1-192 0,5-14 192 0,-9 15 0 16,-3-3 0-16,4-2 0 0,8-10 0 0,-12 8 0 15,12-8 0-15,-12 5 128 0,12-5-128 0,0 0 176 16,-10-3-176-16,10 3 192 0,-11-7-192 0,4-1 0 15,7 8 0-15,-3-14 0 0,-1 1 0 0,1 1 0 16,1 0 0-16,2 0 128 0,0 12-128 0,0-13 0 16,0 13 0-16,0 0 0 0,-3-12 0 0,3 12 0 15,0 0 0-15,0 0 0 0,0 0 0 0,0 0 0 16,0 0-160-16,0 0 160 0,0 0-160 0,0 0 160 16,-12 2-160-16,12-2 160 15,0 0-512-15,0 0-16 0,0 0 0 0,0 0-11392 16,0 0-2288-16</inkml:trace>
        </inkml:traceGroup>
        <inkml:traceGroup>
          <inkml:annotationXML>
            <emma:emma xmlns:emma="http://www.w3.org/2003/04/emma" version="1.0">
              <emma:interpretation id="{3197288E-6BDD-412F-B634-C7DFBA6640E7}" emma:medium="tactile" emma:mode="ink">
                <msink:context xmlns:msink="http://schemas.microsoft.com/ink/2010/main" type="inkWord" rotatedBoundingBox="22468,8123 23986,7948 24077,8744 22560,8919"/>
              </emma:interpretation>
            </emma:emma>
          </inkml:annotationXML>
          <inkml:trace contextRef="#ctx0" brushRef="#br0" timeOffset="1431.674">17889-4141 9215 0,'0'0'400'0,"0"0"96"0,-15-2-496 0,15 2 0 16,0 0 0-16,0 0 0 0,-12-3 6800 0,12 3 1264 15,0 0 256-15,0 0 64 0,-7-5-6336 0,7 5-1248 16,0 0-256-16,4-12-48 0,2 2-368 0,4 1-128 16,4 3 0-16,1 1 0 0,4-2 0 0,2 2 0 15,3 0 0-15,1 3-160 0,4 0 160 0,1 4-192 16,2 1 192-16,0 4-192 0,-2 2 192 0,2-1 0 15,0 2 0-15,-3 5 0 0,-2 2 192 0,0 3 32 16,-4 4 0-16,-1 3 0 0,-3 1-96 0,-4 4-128 16,-3 4 176-16,-4-1-176 0,-3 0 144 0,-2 1-144 15,1-3 0-15,-6 1 144 0,-1 0-144 0,-2-6 0 16,0 1 0-16,-2-6 0 0,-1-4 0 0,-1-2 160 16,-1-4-32-16,2-3-128 0,8-10 0 0,-11 7 0 0,11-7 0 15,-11 2 0-15,11-2 128 0,-12-7 32 0,4 0 0 0,2-3 0 16,3-5-32-16,1-2 0 0,1-3 0 0,2-4 0 15,3-1-128-15,1-2 0 0,0-5 0 0,0 0 0 16,2 0 128-16,-1 0 0 0,1-6 0 0,0-1 0 16,1 2-128-16,1-2 0 0,-3-3 0 0,5 0 0 0,2 2 0 15,2 1 192-15,2 0-32 0,1 6 0 0,1 2-160 16,1 4 160-16,-3 2-160 0,3 5 160 0,-1 3-160 0,-1 2 0 16,1 2 0-16,-1 3-176 0,1 1 176 0,-2 4-128 15,-1 2 128-15,-1 3-128 0,-15 0 128 0,16 1 0 16,-16-1 0-16,0 0-128 0,13 9 128 0,-13-9 0 15,0 0 0-15,10 15 0 0,-5 0 0 0,-1 2 0 16,-3 1 0-16,1 1 0 0,-2 1 0 0,-2 0 0 16,1 2 0-16,-1 2 0 0,-1 1 192 0,1-1-16 15,-1-4-16-15,1 3 0 0,-2 2-32 0,3 4 0 16,-3 0 0-16,3 1 0 0,-1 0-128 0,0 2 128 16,1 2-128-16,1-2 128 0,0 0-128 0,3 0 160 15,2-2-160-15,4-1 160 0,4-6 0 0,4-1 0 16,5-3 0-16,3-4 0 0,4-3-160 0,6-6 0 15,5-2 144-15,6-9-144 16,2-11-560-16,5-4-176 0,2-3-32 0,7-4-19040 0</inkml:trace>
          <inkml:trace contextRef="#ctx0" brushRef="#br0" timeOffset="2006.8938">19316-4111 21183 0,'-22'-15'1888'0,"8"3"-1504"0,1-3-384 0,3 0 0 0,3 1 4976 0,5 3 912 16,4 0 192-16,-2 11 48 0,9-8-4480 0,1 0-896 16,1-2-176-16,3 3-48 0,1 2-704 0,2 0-144 15,1 1-16-15,1 3-12832 16,-1 2-2560-16</inkml:trace>
        </inkml:traceGroup>
      </inkml:traceGroup>
    </inkml:traceGroup>
  </inkml:traceGroup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1T05:32:30.115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1EA2C16B-1147-472C-A6B0-27645F436B22}" emma:medium="tactile" emma:mode="ink">
          <msink:context xmlns:msink="http://schemas.microsoft.com/ink/2010/main" type="writingRegion" rotatedBoundingBox="14083,9282 27952,7497 28362,10683 14493,12468"/>
        </emma:interpretation>
      </emma:emma>
    </inkml:annotationXML>
    <inkml:traceGroup>
      <inkml:annotationXML>
        <emma:emma xmlns:emma="http://www.w3.org/2003/04/emma" version="1.0">
          <emma:interpretation id="{0983B4AD-36B0-423E-8D8C-1FE236506768}" emma:medium="tactile" emma:mode="ink">
            <msink:context xmlns:msink="http://schemas.microsoft.com/ink/2010/main" type="paragraph" rotatedBoundingBox="14083,9282 27952,7497 28362,10683 14493,1246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EB1C117F-2EDA-4671-8D9E-6605CFAB0759}" emma:medium="tactile" emma:mode="ink">
              <msink:context xmlns:msink="http://schemas.microsoft.com/ink/2010/main" type="line" rotatedBoundingBox="14083,9282 27952,7497 28362,10683 14493,12468"/>
            </emma:interpretation>
          </emma:emma>
        </inkml:annotationXML>
        <inkml:traceGroup>
          <inkml:annotationXML>
            <emma:emma xmlns:emma="http://www.w3.org/2003/04/emma" version="1.0">
              <emma:interpretation id="{0FBDABAC-D1C5-4E7E-9D06-CD39F9348D46}" emma:medium="tactile" emma:mode="ink">
                <msink:context xmlns:msink="http://schemas.microsoft.com/ink/2010/main" type="inkWord" rotatedBoundingBox="14292,10646 16021,10515 16071,11189 14343,11319"/>
              </emma:interpretation>
            </emma:emma>
          </inkml:annotationXML>
          <inkml:trace contextRef="#ctx0" brushRef="#br0">9703-1209 17503 0,'0'0'1552'0,"0"0"-1232"0,0 0-320 0,0 0 0 15,0 0 4064-15,0 0 752 0,0 0 160 0,13-3 16 16,-3-4-3200-16,2-1-640 0,0-4-128 0,0-3-16 16,-1 0-656-16,1 0-128 0,0-6-32 0,1 3 0 15,1-2-192-15,-1 1 0 0,-1-1 0 0,2 2-160 0,-1-3-128 0,1 1-32 16,-4 5 0-16,0 0 0 0,-4 5 112 0,-1 1 16 16,-1 3 0-16,-4 6 0 0,0 0 192 0,0 0 0 15,0 0 0-15,0 0 0 0,0 0 176 0,-9 10-32 16,3 3 0-16,1-1 0 0,5-12 96 0,-7 13 16 15,7-13 0-15,-5 17 0 0,2-2 128 0,3-15 48 16,-2 16 0-16,2-1 0 0,0-15-48 0,0 0-16 16,10 17 0-16,2-2 0 0,-1-2-112 0,3-1-32 15,-1 0 0-15,4-4 0 0,0 1-96 0,0-1 0 16,0-3-128-16,3 0 192 0,2-2-192 0,-2-3-240 16,-3 0 48-16,1-3 16 15,4-4-2576-15,-3 1-528 0</inkml:trace>
          <inkml:trace contextRef="#ctx0" brushRef="#br0" timeOffset="365.2099">10430-1560 23951 0,'0'0'1056'0,"0"0"224"0,-2 15-1024 0,2-15-256 16,0 0 0-16,0 0 0 0,0 0 4352 0,10 10 800 16,-10-10 160-16,17 2 48 0,1-6-3888 0,3-4-768 15,2-6-144-15,4 1-48 0,2-2-512 0,4-2-192 16,1 2 0-16,1 1 0 16,1 4-640-16,-8 0-112 0,-4 3-16 0,-6-1-11616 15,-3 0-2320-15</inkml:trace>
          <inkml:trace contextRef="#ctx0" brushRef="#br0" timeOffset="545.461">10413-1252 37727 0,'0'0'1664'0,"0"0"352"0,0 0-1616 0,17 10-400 0,1-4 0 0,2-2 0 15,4-8 1296-15,3-1 176 0,5-5 48 0,6-5 0 16,6-5-944-16,3 0-176 0,2-2-32 0,2-3-16 15,-1-4-544-15,-1 0-128 0,-2-1 0 0,-3-2-12656 16,-4-3-2512-16</inkml:trace>
          <inkml:trace contextRef="#ctx0" brushRef="#br0" timeOffset="140.8947">10007-1843 6447 0,'-35'-7'576'0,"11"4"-576"0,-1 0 0 0,0 1 0 16,0 0 4960-16,3 2 880 0,3-1 176 0,2 2 48 16,2 1-4720-16,5 0-928 0,10-2-192 0,0 0-32 31,0 0-2288-31,0 0-448 0,0 0-80 0,0 0-7568 0</inkml:trace>
          <inkml:trace contextRef="#ctx0" brushRef="#br0" timeOffset="736.653">11215-1750 17503 0,'0'0'1552'0,"0"0"-1232"0,0 0-320 0,0 0 0 0,0 0 3840 0,-3 15 704 16,3-15 128-16,-2 15 48 0,2-15-2752 0,0 0-560 15,0 0-96-15,4 15-32 0,-4-15-608 0,0 0-128 16,5 19-32-16,1-4 0 0,-6-15-304 0,12 22-64 16,2-4-16-16,-1 4 0 0,-1 1-128 0,1 1 0 15,3 3 0-15,0 2 0 0,1 3-256 0,2-4 80 16,1-3 16-16,-2 2 0 16,3 5-2688-16,-5 0-544 0</inkml:trace>
        </inkml:traceGroup>
        <inkml:traceGroup>
          <inkml:annotationXML>
            <emma:emma xmlns:emma="http://www.w3.org/2003/04/emma" version="1.0">
              <emma:interpretation id="{C39A1499-3AAB-451A-8067-DAD1D3E48700}" emma:medium="tactile" emma:mode="ink">
                <msink:context xmlns:msink="http://schemas.microsoft.com/ink/2010/main" type="inkWord" rotatedBoundingBox="16991,10788 18035,10654 18193,11875 17148,12009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 timeOffset="3405.1752">13117-1678 28559 0,'-7'20'2544'15,"0"-3"-2032"-15,0 0-512 0,7-17 0 0,0 0 2752 0,-1 18 464 16,1-18 96-16,0 0 16 0,0 0-2432 0,0 0-464 16,0 0-112-16,20 4 0 0,-2-9-320 0,3-4 160 15,2-6-160-15,2 0 128 16,2-4-640-16,2-1-144 0,0-2-32 0,3 0 0 15,-1 1-1808-15,0 0-384 0</inkml:trace>
          <inkml:trace contextRef="#ctx0" brushRef="#br0" timeOffset="3560.2436">13243-1478 18431 0,'0'0'1632'0,"0"0"-1312"15,0 0-320-15,5-10 0 0,3-3 3152 0,6-3 560 16,3 0 128-16,8-6 0 16,5-2-3840-16,9 1-944 0,5-4-96 0</inkml:trace>
          <inkml:trace contextRef="#ctx0" brushRef="#br0" timeOffset="2982.6547">12568-1429 8287 0,'0'0'368'0,"0"0"80"16,0 0-448-16,10 12 0 0,-10-12 0 0,0 0 0 0,14 12 6064 0,-14-12 1120 0,0 0 240 0,13 6 32 16,-13-6-5216-16,15 4-1056 15,-15-4-208-15,17 0-32 0,-17 0-512 0,17-4-112 16,-4-2 0-16,-3-1-16 0,1-3-64 0,-1 0-16 15,0-2 0-15,2-2 0 0,-2 1-96 0,3-2 0 16,-1-4-128-16,-2 2 192 0,-3 1-192 0,-1 0 0 0,-1 0 0 0,-1 0 0 16,1 5 0-16,-5 11 0 0,0-14 0 0,-2 2 0 15,2 12 0-15,-3-11 0 0,-1 2 0 0,4 9 0 16,-5-10 0-16,-1 2 0 0,-3-1 128 0,1 1-128 16,-1-4 256-16,3 0 0 0,-1 1 0 0,0 1 0 15,7 10 0-15,-6-11 0 0,-1 3 0 0,7 8 0 16,0 0 80-16,0 0 32 0,-9-8 0 0,9 8 0 15,0 0-80-15,0 0-16 0,0 0 0 0,0 0 0 16,0 0-128-16,0 0-16 0,0 0-128 0,0 0 192 16,0 0-192-16,0 0 0 0,0 0 0 0,0 0 0 15,0 0-160-15,0 0 32 0,0 0 0 0,0 0 0 0,0 0-144 0,0 0-32 16,0 0 0-16,0 0 0 0,0 0 112 0,0 0 0 16,0 0 16-16,0 0 0 0,14-2 48 0,-14 2 0 15,0 0 0-15,0 0 0 0,0 0 128 0,0 0 0 16,0 0 0-16,0 0 0 0,7 3 0 0,-7-3 0 15,0 0 0-15,0 0 0 0,0 0 144 0,0 0-144 16,5 7 192-16,-2 3-192 0,-3-10 208 0,5 14-64 16,0 1-16-16,3 3 0 0,-1-3 0 0,2 4-128 15,-1 6 192-15,4-1-64 0,1-1 0 0,2 4-128 16,4 2 192-16,-2-2-64 0,0 0 16 0,-1 1 0 16,0 1 0-16,-1-1 0 0,0 3-144 0,-2 1 0 15,-1 0 0-15,-4 0 128 0,1 0-128 0,-2 0 0 16,-2-1 0-16,-2 1 0 0,-3-1 0 0,-2 1 0 15,-1-2 0-15,-2 2 0 0,-3-2 0 0,-3 2 0 16,0 4 0-16,-3-3 0 0,-3 1 0 0,-1 0-176 16,-4-3 48-16,0 1 0 0,-1 0-112 0,1 0-16 15,2 0 0-15,1-3 0 0,0 0 112 0,3-4 16 0,2-3 0 0,1-6 0 16,3-5 128-16,1-3-128 0,9-8 128 0,0 0-128 16,0 0 128-16,-12-8 0 0,2-4 0 0,2 0 128 15,0-3-128-15,-1-4 0 0,-1-6-128 0,0-3 128 16,-4-4-320-16,-1-5 32 0,-3-4 0 0,1-4 0 15,-3-6-32-15,0-1-16 0,-2 0 0 0,3 3 0 16,2 4 192-16,6 3 144 0,-1 6-192 0,3 3 192 16,3 1-352-16,2 3 32 0,1 2 16 0,3 2 0 15,3-2-496-15,4 2-96 16,0 0-32-16,6-1 0 0,2-1-2304 0,7-1-464 0,4-4-80 0,4 0-32 16</inkml:trace>
        </inkml:traceGroup>
        <inkml:traceGroup>
          <inkml:annotationXML>
            <emma:emma xmlns:emma="http://www.w3.org/2003/04/emma" version="1.0">
              <emma:interpretation id="{4454EB8F-357C-4C99-9812-93C8D783319E}" emma:medium="tactile" emma:mode="ink">
                <msink:context xmlns:msink="http://schemas.microsoft.com/ink/2010/main" type="inkWord" rotatedBoundingBox="18645,10349 18782,10799 18736,10813 18598,10364"/>
              </emma:interpretation>
            </emma:emma>
          </inkml:annotationXML>
          <inkml:trace contextRef="#ctx0" brushRef="#br0" timeOffset="3762.8385">14007-2144 911 0,'-2'18'0'0,"2"-18"0"0,0 0 0 0,-5 17 0 16,3 0 8608-16,2-2 1632 0,0 0 336 0,2 2 64 15,0 0-8064-15,1 3-1616 0,2 4-320 0,0 3-64 0,2 0-384 0,5 1-64 16,1-3-128-16,0 2 176 0,-1 2-176 0,0 0 0 16,2-1 0-16,-4-3 128 0,-2-4-128 0,0-5 0 15,-3-4-192-15,-5-12-18304 16</inkml:trace>
        </inkml:traceGroup>
        <inkml:traceGroup>
          <inkml:annotationXML>
            <emma:emma xmlns:emma="http://www.w3.org/2003/04/emma" version="1.0">
              <emma:interpretation id="{955470B1-3839-40C0-9445-75AA57A7A75E}" emma:medium="tactile" emma:mode="ink">
                <msink:context xmlns:msink="http://schemas.microsoft.com/ink/2010/main" type="inkWord" rotatedBoundingBox="20741,9217 21233,9154 21450,10839 20958,10902"/>
              </emma:interpretation>
            </emma:emma>
          </inkml:annotationXML>
          <inkml:trace contextRef="#ctx0" brushRef="#br0" timeOffset="6934.882">16367-3310 20271 0,'14'22'1792'0,"1"3"-1424"0,2 2-368 0,1 7 0 15,2 6 2464-15,1 2 416 16,-1 2 96-16,2 1 16 0,0 2-1376 0,-2 0-272 0,0-3-48 0,0 2-16 16,-1 1-624-16,-1 3-128 0,1 2-16 0,-3 7-16 15,0 3-208-15,-3 6-32 0,-1-1-16 0,-2-3 0 16,-3-5-96-16,-2-4-16 0,-2-1 0 0,0-3 0 16,-3-2-128-16,0-2 0 0,-3 0 0 0,0-3 128 15,-1-1-128-15,-1 1 0 0,-1-7 0 0,-1-2 0 0,0 1 0 16,-1-1 0-16,-2-6 0 0,1-4 0 15,1-5 0-15,-1-3 0 0,1-7 0 0,0-3 0 0,-3-4 0 0,0-6 0 16,-1-2 0-16,-2-5 0 0,-1-2-176 0,-3-5-64 16,-2-7-16-16,-4-4 0 0,-1-6-48 0,0 0-16 15,-2 3 0-15,0-5 0 0,-2-4 192 0,2-2 128 16,4-2-192-16,-1-6 192 0,0-4 0 0,4-4 256 16,2-4-32-16,4-2 0 0,3-5 128 0,7 7 32 15,6 8 0-15,6 5 0 0,6 4-160 0,3 5-32 16,-2 8 0-16,3 3 0 0,4 4-192 0,0 1 0 15,0 4 0-15,0 0 0 0,-4 1-128 0,1-1-80 16,1 0-16-16,-2-2-11296 16,1 2-2272-16</inkml:trace>
        </inkml:traceGroup>
        <inkml:traceGroup>
          <inkml:annotationXML>
            <emma:emma xmlns:emma="http://www.w3.org/2003/04/emma" version="1.0">
              <emma:interpretation id="{4AD309E4-449D-4184-9C23-9633318D4AE7}" emma:medium="tactile" emma:mode="ink">
                <msink:context xmlns:msink="http://schemas.microsoft.com/ink/2010/main" type="inkWord" rotatedBoundingBox="22204,11092 24445,7808 26531,9232 24291,12515"/>
              </emma:interpretation>
            </emma:emma>
          </inkml:annotationXML>
          <inkml:trace contextRef="#ctx0" brushRef="#br0" timeOffset="13006.508">18274-2415 22111 0,'0'0'1968'0,"0"0"-1584"0,-16 0-384 0,16 0 0 16,0 0 4080-16,0 0 720 0,0 0 160 0,0 0 32 0,-1 13-3648 0,1-13-736 16,6 17-144-16,3-2-16 15,3-1-2400-15,6-1-480 0,6-1-80 16</inkml:trace>
          <inkml:trace contextRef="#ctx0" brushRef="#br0" timeOffset="9698.111">20217-3773 911 0,'0'0'0'0,"0"0"0"0,0 0 0 0,13 7 0 15,-13-7 7840-15,17 7 1488 0,-2 1 288 0,0 0 64 16,-1 1-6608-16,1 1-1312 0,0 3-272 0,2 1-48 16,2 3-864-16,1 6-160 0,0 4-32 0,0 4-16 0,2 2-368 15,0 6 0-15,0 5 0 0,0 1 0 0,-2 4 0 0,-2 6 0 16,-3 4 0-16,-1 5-128 0,-4 2 128 0,-3-1 0 16,-1 1 0-16,0-5-128 0,-3-3 128 15,-1-4 0-15,-2-3 128 0,-2-1-128 0,-1 1 0 0,-3-6 0 16,1-3 0-16,-1-1-128 0,-1-6 128 0,-3-3 0 15,-4-5 0-15,-1-2 0 0,-2-6 0 0,-1-4-208 16,-4-5 16-16,-2-3 16 16,-1-4-208-16,0-5-64 0,-2 1 0 0,0-6 0 15,0-3-16-15,0-2-16 0,0-2 0 0,0-2 0 16,-1-3 16-16,1 1 0 0,0-4 0 0,3-2 0 16,3-3 464-16,2-3 0 0,4-4-128 0,5 1 128 0,3-4 256 0,4-2 80 15,1 0 32-15,5-4 0 0,6-5 0 0,8 1 0 16,5 2 0-16,6 3 0 0,4-2-368 0,5 5 128 15,2 2-128-15,3 4 0 0,2 4 0 0,3 2-160 16,2 0 16-16,-2 0 0 16,-7 0-368-16,-1 4-64 0,-6-1 0 0,-2-1-10496 15,-4 2-2112-15</inkml:trace>
          <inkml:trace contextRef="#ctx0" brushRef="#br0" timeOffset="15665.5024">18070-1091 14735 0,'-17'10'640'0,"17"-10"160"0,-13 2-640 0,13-2-160 15,0 0 0-15,0 0 0 0,0 0 7232 0,13-5 1424 16,6 0 288-16,6-2 48 15,4-3-8176-15,4 0-1648 0,4-2-320 0,2 0-12064 16,6 4-2416-16</inkml:trace>
          <inkml:trace contextRef="#ctx0" brushRef="#br0" timeOffset="13207.2044">18878-1909 23951 0,'-12'19'2128'0,"5"-7"-1696"0,7-12-432 0,-7 12 0 16,7-12 3008-16,0 0 528 0,0 0 112 0,0 0 0 15,0 0-2368-15,0 0-464 16,15 5-112-16,4-5 0 0,3-5-448 0,3-4-96 0,4-6-16 0,3 1 0 31,8 1-1344-31,0-2-272 0,-3 0-48 0,-1 1-9440 0,-1-1-1904 0</inkml:trace>
          <inkml:trace contextRef="#ctx0" brushRef="#br0" timeOffset="13402.2336">19293-1757 3679 0,'0'0'320'0,"0"0"-320"0,0 0 0 0,0 0 0 0,0 0 4144 0,0 0 752 15,0 0 160-15,0 0 16 0,10 12-2688 0,-10-12-528 16,17 5-128-16,2-2 0 0,-1-3-464 0,2-3-96 16,6-4-16-16,2-3 0 0,4-4-640 0,5-1-128 15,4 0-16-15,2 0-16 16,4 0-864-16,2-2-192 0,0-3-16 0,-5-2-13472 15</inkml:trace>
          <inkml:trace contextRef="#ctx0" brushRef="#br0" timeOffset="8971.6705">19414-3445 9215 0,'0'0'400'0,"0"0"96"0,0 0-496 0,0 0 0 15,0 0 0-15,9-10 0 0,-1 0 6000 0,1-2 1104 16,1-1 208-16,0-4 48 0,2 2-5200 0,1-2-1056 16,0-3-208-16,1-2-32 0,-2 0-624 0,-1 2-240 15,1-2 176-15,-2 4-176 0,0-1 0 0,-1 4 0 16,-2 0 0-16,-1 3 0 0,-6 12 128 0,0 0-128 16,0 0 0-16,0 0 0 0,0 0 288 0,0 0-32 15,0 0-16-15,0 0 0 0,12 2 176 0,-4 4 32 0,-1 1 16 0,3 2 0 16,2 2-160-16,3 3-48 0,0 3 0 0,4-2 0 15,1 3 32-15,4-1 0 0,1 0 0 0,2-2 0 16,1-1-160-16,1 1-128 16,-4-5 192-16,0 0-192 0,-3-2 128 0,-3-1-128 15,-2-2 0-15,-2-3 0 16,-3-1-1264-16,-12-1-304 0,0 0-64 0,0 0-16336 0</inkml:trace>
          <inkml:trace contextRef="#ctx0" brushRef="#br0" timeOffset="13602.3927">20153-2233 38127 0,'0'0'1680'0,"-2"22"368"0,2-1-1648 0,4 0-400 16,1-5 0-16,3 5 0 0,2 2 1136 0,4-1 144 0,1-2 16 0,3 2 16 16,2 0-672-16,4-3-144 15,1-4-32-15,-1 0 0 0,-4-2-464 0,0 1 128 0,0-2-128 0,1-1 0 32,-1-1-2080-32,-3 0-464 0,-2 4-80 0</inkml:trace>
          <inkml:trace contextRef="#ctx0" brushRef="#br0" timeOffset="9910.1692">19899-4557 46655 0,'0'0'2064'0,"0"0"432"0,0 0-2000 0,0 0-496 15,15 7 0-15,4-2 0 0,-1 0 336 0,1-2-16 16,-3 1-16-16,1-1 0 15,0-3-2224-15,-2 0-432 0</inkml:trace>
          <inkml:trace contextRef="#ctx0" brushRef="#br0" timeOffset="14148.6644">21036-2228 41407 0,'0'0'1840'0,"0"0"368"0,0 0-1760 15,17 10-448-15,0 0 0 0,1-2 0 0,1-4 384 0,-1-6-16 16,-1 0 0-16,0-1-12864 15,0-4-2576-15</inkml:trace>
        </inkml:traceGroup>
        <inkml:traceGroup>
          <inkml:annotationXML>
            <emma:emma xmlns:emma="http://www.w3.org/2003/04/emma" version="1.0">
              <emma:interpretation id="{91822D6C-D5AE-49B7-84D6-EE4CB8793CF4}" emma:medium="tactile" emma:mode="ink">
                <msink:context xmlns:msink="http://schemas.microsoft.com/ink/2010/main" type="inkWord" rotatedBoundingBox="26247,9785 28214,9531 28302,10214 26334,10467"/>
              </emma:interpretation>
            </emma:emma>
          </inkml:annotationXML>
          <inkml:trace contextRef="#ctx0" brushRef="#br0" timeOffset="14328.5062">21657-2336 28559 0,'4'20'1264'0,"-4"-20"272"0,0 0-1232 0,6 15-304 15,1-1 0-15,-7-14 0 0,12 10 3712 0,1-5 672 16,-13-5 144-16,19-2 16 16,-2-4-4208-16,1-4-848 0,4-2-160 0,3-2-12208 15,2 1-2448-15</inkml:trace>
          <inkml:trace contextRef="#ctx0" brushRef="#br0" timeOffset="14454.8278">22362-2393 38751 0,'0'0'1728'0,"10"17"336"0,5-6-1648 0,-1 0-416 0,-1-3 0 0,-1-1 0 16,-12-7 832-16,14 3 96 0,-14-3 16 0,13-2 0 16,-13 2-1408-16,8-10-288 0,-8 10-48 0,9-17-11200 15,-2 2-2240-15</inkml:trace>
          <inkml:trace contextRef="#ctx0" brushRef="#br0" timeOffset="14859.816">22791-2861 19343 0,'0'0'848'0,"0"0"192"0,5 15-832 16,2 0-208-16,0 1 0 0,3 0 0 0,0 1 4528 0,2 2 848 15,-1-1 192-15,3 2 16 0,1 4-4096 0,2 0-816 16,1 1-160-16,1 2-48 0,-2 1-272 0,1-1-64 0,1-3-128 0,-1 4 192 16,-1-1-192-16,0 2 0 0,-4-2 0 0,1 0 0 15,-2 0 0-15,-4-2 0 16,-3-2 0-16,2-2 0 0,-1-3 0 0,-2-1 0 0,-4-2 0 0,2-1 0 15,-2 1 0-15,0-15 0 16,-4 11 0-16,4-11 0 0,0 0 128 0,0 0-128 16,0 0 0-16,0 0 0 0,0 0 128 0,0 0-128 0,0 0 0 0,0 0 0 15,2-18 0-15,0-2 0 0,1 0 0 0,-1-4 0 16,-1-1 0-16,-1-4-160 0,-1-3 160 0,-3-1-192 16,-3-1 192-16,2 2-160 0,2 0 160 0,0 0-160 15,-2-5 160-15,0 2 144 0,0-1-16 0,3 4-128 16,4 0 272-16,1 7-48 0,0 7-16 0,4 4 0 15,3 6-16-15,0 4-16 0,4 3 0 0,1 4 0 16,3 2-176-16,6 7 0 0,1 3 0 0,4 7 128 16,4 3 16-16,4 7 0 0,2 3 0 0,1 4 0 15,3 2-144-15,-1 2 192 0,1-1-192 0,-2-1 192 0,-6-3-192 0,-5-2 0 16,-8-6 0-16,-7-1-13072 16,-10-2-2496-16</inkml:trace>
        </inkml:traceGroup>
      </inkml:traceGroup>
    </inkml:traceGroup>
  </inkml:traceGroup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1T05:32:58.877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902DCCE5-8AA6-492C-8D7E-09DB7B13F070}" emma:medium="tactile" emma:mode="ink">
          <msink:context xmlns:msink="http://schemas.microsoft.com/ink/2010/main" type="writingRegion" rotatedBoundingBox="7333,13206 28945,10555 29487,14974 7875,17625"/>
        </emma:interpretation>
      </emma:emma>
    </inkml:annotationXML>
    <inkml:traceGroup>
      <inkml:annotationXML>
        <emma:emma xmlns:emma="http://www.w3.org/2003/04/emma" version="1.0">
          <emma:interpretation id="{1C9D33EE-5819-400F-BAB9-5CDDCE1866A7}" emma:medium="tactile" emma:mode="ink">
            <msink:context xmlns:msink="http://schemas.microsoft.com/ink/2010/main" type="paragraph" rotatedBoundingBox="11376,12738 28836,9980 29238,12523 11778,15281" alignmentLevel="2"/>
          </emma:interpretation>
        </emma:emma>
      </inkml:annotationXML>
      <inkml:traceGroup>
        <inkml:annotationXML>
          <emma:emma xmlns:emma="http://www.w3.org/2003/04/emma" version="1.0">
            <emma:interpretation id="{EA52436C-3955-4906-A3E4-E3803DDF6CC9}" emma:medium="tactile" emma:mode="ink">
              <msink:context xmlns:msink="http://schemas.microsoft.com/ink/2010/main" type="inkBullet" rotatedBoundingBox="11376,12738 12881,12501 13283,15044 11778,15281"/>
            </emma:interpretation>
          </emma:emma>
        </inkml:annotationXML>
        <inkml:trace contextRef="#ctx0" brushRef="#br0">7555 116 12895 0,'0'0'1152'0,"0"0"-928"16,-14 10-224-16,4-2 0 0,10-8 3600 0,0 0 688 15,0 0 128-15,-5 10 16 0,5-10-2448 0,0 0-480 16,0 15-96-16,0-15-32 0,9 15-960 0,1 4-192 0,2 1-32 0,1 2-16 15,0 0-176-15,1 6 0 0,-1 4 0 0,1 4 0 16,-2-1-208-16,-2 5 16 0,-4 1 16 0,-1-1 0 16,-1-1 16-16,-2 0 0 0,-2-2 0 0,-2-2 0 15,0-1 160-15,-1 1 0 0,-1-3 0 0,3-2 0 16,1-3 0-16,1 0 144 0,3 0-16 0,1 0-128 16,2-5 256-16,1 0-48 0,2-2-16 0,4 0 0 15,-1 0-64-15,2-1-128 0,0-4 176 0,4 0-176 16,1 2 144-16,4-2-144 0,2-2 0 0,1 4 144 15,0 2-144-15,0 3 0 0,-3 0 0 0,-2 1 0 16,-4 2-208-16,-3-1 80 0,-3-1 128 0,-4 1-208 16,-1 3 16-16,-2-2 0 0,-5-1 0 0,0 1 0 15,-1 0 32-15,-3 4 16 0,1-4 0 0,1 0 0 16,2-3 144-16,2 2 0 0,1-1 0 0,2 2 0 16,0 1 176-16,4-1-48 0,1 4 0 0,2-3 0 0,-1-4-128 0,3 2 160 15,3-4-160-15,-1 0 160 0,1 0-160 0,0 4 128 16,2 1-128-16,-3-1 128 0,1-2-128 0,-2-2 0 15,-3 0 0-15,-2 2 0 0,0-2 0 0,-5 2 0 16,0-2 0-16,-1 2 0 0,-1 3 0 0,-3-1 0 16,-3 1-128-16,1 4 128 0,0-2 0 0,2 0-144 15,0-2 144-15,4 2 0 0,1 0 0 0,3 1 0 16,4 3 0-16,2-3 0 0,2-1 0 0,5-2 176 16,2-3-48-16,2-3-128 0,2-3 272 0,5 0-48 15,4-1-16-15,4-2 0 0,2-1-368 0,-2-4-80 16,-1-1-16-16</inkml:trace>
        <inkml:trace contextRef="#ctx0" brushRef="#br0" timeOffset="-2895.7425">6932 1389 24879 0,'0'0'2208'0,"-5"17"-1760"0,2-4-448 0,3-13 0 15,0 0 3520-15,0 0 640 0,0 0 112 0,17 0 16 16,3-3-3328-16,3-4-656 0,4-3-144 0,9-5-32 31,4-7-2624-31,7-3-512 0,7-10-128 0</inkml:trace>
      </inkml:traceGroup>
      <inkml:traceGroup>
        <inkml:annotationXML>
          <emma:emma xmlns:emma="http://www.w3.org/2003/04/emma" version="1.0">
            <emma:interpretation id="{7021D97C-FE9F-49B1-8EA9-2FCCF9045C9C}" emma:medium="tactile" emma:mode="ink">
              <msink:context xmlns:msink="http://schemas.microsoft.com/ink/2010/main" type="line" rotatedBoundingBox="13703,12521 28859,10127 29151,11971 13994,14365"/>
            </emma:interpretation>
          </emma:emma>
        </inkml:annotationXML>
        <inkml:traceGroup>
          <inkml:annotationXML>
            <emma:emma xmlns:emma="http://www.w3.org/2003/04/emma" version="1.0">
              <emma:interpretation id="{1D85B8D6-2AF2-4941-B532-50FE8749D072}" emma:medium="tactile" emma:mode="ink">
                <msink:context xmlns:msink="http://schemas.microsoft.com/ink/2010/main" type="inkWord" rotatedBoundingBox="13703,12521 14987,12318 15180,13543 13896,13746"/>
              </emma:interpretation>
            </emma:emma>
          </inkml:annotationXML>
          <inkml:trace contextRef="#ctx0" brushRef="#br0" timeOffset="1651.6081">9252 788 2751 0,'0'0'128'0,"0"0"16"0,0 0-144 0,0 0 0 16,0 0 0-16,0 0 0 0,0 0 5952 0,15 5 1152 15,0-1 224-15,0-1 48 0,0-3-4736 0,2 0-944 16,2 0-192-16,-1-2-32 0,1 1-544 0,-1-3-96 16,-3 1-32-16,1 0 0 0,-1-1-352 0,0 1-64 15,0-2 0-15,-2 0-16 0,-1 0-240 0,-2-2-128 16,0-2 128-16,0 1-128 0,-10 8 0 0,9-14 0 16,-1 1 0-16,-1-2 0 0,-4-2-128 0,1 0-64 15,-3-2 0-15,1-1 0 0,-2 1 192 0,-2-3-128 16,-1-2 128-16,0 1-128 0,-1 4 0 0,1 2 0 15,-2-2 0-15,0 4 0 0,0 3 128 0,0-1 0 16,0 1 0-16,0 5 0 0,5 7 0 0,0 0 128 16,0 0-128-16,0 0 128 0,0 0-128 0,0 0 144 0,0 0-144 15,0 0 160-15,0 0-160 0,0 0 0 0,10 19 0 0,2-2 128 16,-1-5-128-16,5 3 160 0,-1 0-160 0,1-1 160 16,1-4-160-16,0 2 128 0,2-1-128 0,-1 1 128 15,1-1-128-15,-1-1 0 0,-1-2 0 0,-2-1 0 31,0-2-256-31,-1-2-128 0,-14-3-16 0,15 0-10864 0,-15 0-2176 0</inkml:trace>
          <inkml:trace contextRef="#ctx0" brushRef="#br0" timeOffset="1811.2142">9102 46 29487 0,'-13'2'2624'15,"1"-2"-2112"-15,3-2-512 0,9 2 0 0,0 0 2672 0,0 0 416 16,0 0 96-16,0 0 16 0,0 0-2624 0,0 0-576 16,-1-10 0-16,1 10-12096 15,8-10-2416-15</inkml:trace>
          <inkml:trace contextRef="#ctx0" brushRef="#br0" timeOffset="2291.5952">9804 21 21183 0,'0'0'1888'0,"6"17"-1504"0,-1 0-384 0,4 2 0 16,1 1 2896-16,0 2 512 15,0 2 112-15,4-4 0 0,-1-3-2176 0,2 3-448 0,0 0-96 0,2 4-16 16,-2 2-576-16,2-1-208 0,-2 4 144 0,0 0-144 16,-1 1 0-16,-1 2-256 0,3 2 48 0,-3 2 0 15,-1 1-48-15,0-1-16 0,1-3 0 0,0 1 0 16,1-5 272-16,-1 0 0 0,-1 0 0 0,2 3 0 15,1-2 0-15,0-1 256 0,0 0-64 0,0-2 0 16,2 0 144-16,0 2 32 0,0-2 0 0,1-2 0 16,1-1-176-16,-3-2-16 0,0-1-16 0,-1-5 0 15,-2-2-160-15,-1-6 0 0,-12-8 0 0,0 0 0 16,12 6 0-16,-12-6-256 0,0 0 48 0,0 0 0 16,0 0-192-16,0 0-48 15,0 0 0-15,0 0 0 0,0 0 0 0,-4-17 0 0,-2 1 0 16,-1 1 0-16,0 2 288 0,-1-3 160 0,-1 3-192 0,1-2 192 0,0-1 0 0,-1-1 192 15,2 0 0-15,1 2 0 0,-1 2 64 0,2-4 0 16,2-4 0-16,-1 3 0 0,1-4-128 0,1 1-128 16,2 1 176-16,2 1-176 0,1 2 208 0,1 2-64 15,-3 3-16-15,3 1 0 0,-1-3 0 0,0 0 0 16,-3 14 0-16,4-11 0 0,-4 11-128 0,3-12 192 16,-3 12-192-16,3-12 192 0,1 3-192 0,-4 9-272 15,0 0 64-15,0 0 16 16,5-11-432-16,2 2-80 0,-7 9 0 0,10-12-16 15,0-1-368-15,3-3-80 0,4 3-16 0,0-2 0 16,1-1-1120-16,3-1-208 0,2-5-48 0</inkml:trace>
        </inkml:traceGroup>
        <inkml:traceGroup>
          <inkml:annotationXML>
            <emma:emma xmlns:emma="http://www.w3.org/2003/04/emma" version="1.0">
              <emma:interpretation id="{084A46E0-5179-4E10-80DC-7DB15B228A06}" emma:medium="tactile" emma:mode="ink">
                <msink:context xmlns:msink="http://schemas.microsoft.com/ink/2010/main" type="inkWord" rotatedBoundingBox="15800,12438 19518,11851 19684,12899 15966,13486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 timeOffset="4386.6409">13265 142 8287 0,'11'14'736'0,"3"-1"-592"0,-2-3-144 0,3 4 0 15,-2 1 5136-15,2 0 1008 0,2 4 192 0,-2 1 32 16,-1-2-4064-16,-1 1-800 0,-1 3-160 0,-2 0-48 15,-1-2-480-15,-3-2-112 0,1-1 0 0,-4 2-16 16,-1-2-304-16,-4-1-64 0,-3 1-16 0,-1 0 0 16,-4 2-304-16,-2-1 0 0,-3-1 0 0,-1-2 0 15,0-2 0-15,-1-1-224 0,0-2 16 0,0-1 0 16,2-3 208-16,2-2 0 0,1-1 0 0,12-3 0 16,-15-1 0-16,3-3 0 0,12 4 144 0,-12-10-144 15,4-2 0-15,1-1 0 0,2-2 0 0,2-2 0 16,1-7 0-16,4-1-160 0,1 3 0 0,0-1 0 15,2-3-176-15,2-1-48 0,1-1 0 0,6-1 0 16,1 2-336-16,0 0-80 0,2 1-16 0,0 5 0 16,0 4-80-16,1 1 0 0,4-5-16 0,-2 5 0 15,-1 4 624-15,1 0 128 0,0 4 32 0,-1 3 0 0,-4 3 512 0,0 2 96 16,-2 3 32-16,-13-3 0 0,14 10 128 0,-2 1 16 16,-1-1 16-16,0-2 0 0,-11-8-160 0,10 12-16 15,-2 0-16-15,-1 3 0 0,-2-2-288 0,0 1-64 16,-5-14-128-16,8 15 192 0,-8-15-192 0,7 13 0 15,-7-13 128-15,0 0-128 0,0 0 0 0,8 14 0 16,-8-14 0-16,0 0 0 0,0 0 0 0,0 0 144 16,14 3-144-16,-14-3 128 0,13-5 16 0,1-3 0 15,-1 1 0-15,1-3 0 0,-1-2-144 0,1-3 0 16,-1 1 144-16,1 3-144 0,1 1 0 0,-2-2-208 16,1-2 16-16,-3 1 16 0,-1 1 176 0,1 0-208 0,-3 0 80 0,-8 12 128 15,12-10 0-15,-2 4 0 0,-10 6 0 0,0 0 0 16,12-4 0-16,-12 4 0 0,0 0 0 0,13 2 0 15,-13-2-128-15,14 8 128 0,-4 1 0 0,0 1 0 16,-2 2 0-16,1 1 0 0,-1 2 0 0,2-5 0 16,-10-10 0-16,15 12 240 0,-1 2-48 0,-3-1 0 15,1-1 0-15,-2 0-16 0,0-1 0 0,4-2 0 16,1-2-176-16,-2-2 0 0,-1-2 0 0,2-3 0 31,-1-2-304-31,2-1-80 0,0-2-32 0,2-4 0 16,0-2-1696-16,3-1-352 0,4-3-64 0,-1 1-16 15,-2 4-208-15,2-3-32 0,1-4-16 0,-1 0 0 0,-1 2 1840 16,0-2 352-16,-3-1 80 0,-3-1 16 0,0 2 1200 0,-3 2 240 0,-3 0 48 0,-2 3 16 0,-1 2 992 16,-7 10 192-16,5-7 32 0,-5 7 16 0,0 0-368 0,0 0-64 15,0 0 0-15,0 0-16 0,0 0-784 16,-17 2-160-16,-1 3-16 0,-1 2-16 0,1 1-512 0,-1 2-96 16,1 2-32-16,1 0 0 0,2-2 32 0,1 3 16 15,4-1 0-15,2 0 0 0,8-12-208 0,-5 15 0 16,5-15 0-16,0 15 0 0,0-15 0 0,8 15 0 15,2-1 0-15,4-4 0 0,-1-3 0 0,4-4-208 16,3-3 64-16,2 0 16 0,2 0-96 0,1 3-16 16,0 1 0-16,0-4 0 0,-1-4-80 0,0-1 0 15,-1-1-16-15,1-3 0 0,-4 1 208 0,0-2 128 16,-1-2-160-16,-3-1 160 0,0-3 0 0,-3 0 0 16,-3-5 0-16,0 0 0 0,-1-3 256 0,-3-1 0 15,-2-4 0-15,-3-3 0 0,1-8 144 0,-2-1 32 0,-3-1 0 0,-1-1 0 16,1-1-96-16,-2 2-16 0,0 0 0 0,-2 1 0 15,-1 4 128-15,-1 5 0 0,1 2 16 0,-2 3 0 16,0 0 48-16,1 5 0 0,1 7 0 0,1 5 0 16,7 10-128-16,0 0-32 0,0 0 0 0,0 0 0 15,0 0-352-15,-7 22 144 0,6 7-144 0,1 6 0 16,5 5 0-16,7 7 0 0,-1 11-160 0,8 2 160 16,3 6-320-16,5 3 48 0,3 1 16 0,2 1 0 31,0-2-320-31,5-3-64 0,5-2-16 0,0-2 0 15,-2 0-816-15,-1-1-176 0,-4-4-16 0</inkml:trace>
          <inkml:trace contextRef="#ctx0" brushRef="#br0" timeOffset="3280.7396">11639 477 4607 0,'0'0'192'0,"10"10"64"0,-10-10-256 0,16 5 0 0,2-5 0 0,-1-3 0 16,-2-2 6592-16,0-3 1264 0,-3-6 256 0,-4-1 48 15,-1 3-8160-15,-7 12-1728 0,3-18-288 0,-4-1-64 16,-4-3 160-16,-4 6 48 0,-2-1 0 0,-5 2 0 0,-4 1 1872 16,-2 6 208-16,-3 1 128 0,0 2 32 0,-2 7 1488 0,-2 3 288 15,1 3 64-15,-1 4 16 0,-1 5-496 0,0 5-112 16,-1-1-16-16,3 10 0 0,1 2-832 0,3 3-192 16,4-1-16-16,5-1-16 0,1-2-384 0,4-4-160 15,5 1 128-15,4-6-128 0,2-4 0 0,4 1 0 16,4-5 0-16,-1-1 0 0,2-6 0 0,4-1-256 15,1-4 64-15,2-1 16 0,3-2-112 0,2-5-32 16,1-2 0-16,3-3 0 0,-3 0 16 0,1-5 0 16,-1-2 0-16,2-2 0 0,1-2 80 0,-3-3 16 15,-1-3 0-15,0 0 0 0,0-3 208 0,-4 1 0 0,1 1 0 0,-4 2 0 16,-2 3 400-16,-1 3-16 0,-2 3-16 0,0 2 0 16,-3 1 48-16,0 8 16 0,-7 6 0 0,0 0 0 15,0 0-128-15,0 0-32 0,0 0 0 0,0 0 0 16,0 0-96-16,5 18-32 0,-2-1 0 0,1 0 0 15,-4-17-144-15,5 22 0 0,0-2 0 0,1-2 0 16,0-3 0-16,0-1 0 0,-6-14 0 0,9 15 0 16,-1-2 0-16,2 1 0 0,0-6 144 0,2-1-144 15,0 0 0-15,0 0 0 0,1-2 0 0,1-2 128 16,-1-1-128-16,2-2 0 0,0 0 128 0,2 0-128 16,2 0 0-16,-1 0 0 0,2-5 0 0,1-2 0 15,-1-3 0-15,0 0 0 0,-3-2 0 0,-2-2 128 16,-5-2-128-16,2-1 0 0,-2-5 0 0,-2 2 0 15,-3-1 0-15,0 1 128 0,-1-2-128 0,-3 1 0 16,-1-3 192-16,2 0-16 0,0 1-16 0,-4 3 0 16,-3 1 176-16,2 4 48 0,3 2 0 0,0 13 0 0,0 0-384 15,0 0 0-15,0 0 0 0,0 0 128 0,0 0-128 0,0 0 0 16,0 0-128-16,0 0 128 0,0 0-176 0,0 0 176 16,3 16-208-16,4 1 80 0,1-2 128 0,1 1 0 15,-1-3 0-15,5-1 0 0,3 0 128 0,-1-2-128 16,2 0 128-16,-1 0-128 0,1-3 0 0,0-2 0 15,0-4 0-15,1 3 0 0,-2-4-192 0,0 0-16 16,-1 0 0-16,1-2 0 0,-3 0 0 0,2-1 0 16,0-4 0-16,1 0 0 0,-3-1 208 0,2 0-192 15,-1-1 192-15,-1-1-192 0,0-2 192 0,1 2 0 16,-4 0-160-16,0 0 160 0,0-2 0 0,-10 12 0 16,9-11 0-16,-9 11 0 0,0 0 128 0,6-11 32 0,-6 11 16 0,0 0 0 15,7-10 80-15,-7 10 32 0,0 0 0 0,0 0 0 16,0 0-64-16,0 0-16 0,0 0 0 0,0 0 0 15,0 0-208-15,0 0 0 0,0 0 128 0,0 0-128 16,14 0 0-16,-14 0 144 0,11 4-144 0,1 2 128 16,0 1 16-16,0 2 0 0,-1-4 0 0,3 1 0 15,1 3-144-15,0-3 192 0,2 1-192 0,2 0 192 16,1-2-192-16,2-2 0 0,-1 1 0 0,3-1 0 16,0 0 0-16,-3 1 0 0,0-4 0 0,-1 0 0 15,-2-4-176-15,3 1-64 0,-3-2-16 0,-1-2 0 16,-2-3-400-16,0 0-96 15,-3-3-16-15,-2-2 0 0,0 3-1984 16,-1-3-416-16,-9 15-80 0,5-19-10432 0</inkml:trace>
          <inkml:trace contextRef="#ctx0" brushRef="#br0" timeOffset="3401.0164">12969-29 3679 0,'-14'-5'320'0,"-1"-4"-320"16,-4 3 0-16,1 1 0 0,-2 0 5376 0,-2 1 1024 16,0 3 192-16,0-3 32 0,0 4-3824 0,4 0-768 15,1 0-160-15,2 2-16 0,1-2-1392 0,14 0-272 16,0 0-48-16,0 0-16 15,0 0-2816-15,0 0-576 0,0 0-128 0,0 0 0 0</inkml:trace>
        </inkml:traceGroup>
        <inkml:traceGroup>
          <inkml:annotationXML>
            <emma:emma xmlns:emma="http://www.w3.org/2003/04/emma" version="1.0">
              <emma:interpretation id="{64078732-5C91-4281-933A-6A0CEF9AC75A}" emma:medium="tactile" emma:mode="ink">
                <msink:context xmlns:msink="http://schemas.microsoft.com/ink/2010/main" type="inkWord" rotatedBoundingBox="23120,11681 26294,11179 26486,12392 23311,12894"/>
              </emma:interpretation>
            </emma:emma>
          </inkml:annotationXML>
          <inkml:trace contextRef="#ctx0" brushRef="#br0" timeOffset="-12529.4167">20587-1145 14735 0,'-3'42'640'0,"1"-15"160"0,0 2-640 0,2-2-160 16,4-2 0-16,2 2 0 0,5-2 7456 0,2 0 1456 16,0-1 304-16,4-4 48 0,3-1-7088 0,1-6-1408 0,1-1-272 0,1-2-64 15,1-3-640-15,-1-2-128 16,4 0-32-16,-2-3 0 16,1-4-1952-16,-3 0-400 0,4 2-80 0,-2-5-15856 0</inkml:trace>
          <inkml:trace contextRef="#ctx0" brushRef="#br0" timeOffset="-12347.071">21470-1172 31327 0,'0'0'2784'15,"0"0"-2224"-15,0 0-560 0,0 0 0 0,17 5 2528 0,0-3 400 16,0-5 80-16,3-2 0 15,2-4-4496-15,5-1-912 0,13-7-176 0,1 2-48 0</inkml:trace>
          <inkml:trace contextRef="#ctx0" brushRef="#br0" timeOffset="-12911.5975">19572-911 28559 0,'0'0'2544'0,"0"0"-2032"16,16 4-512-16,0-3 0 0,3-1 3056 0,1-1 512 0,0-3 96 0,1-4 32 31,-1-2-3696-31,-2-2-512 0,-1-2-224 0,-3-1-17088 0</inkml:trace>
          <inkml:trace contextRef="#ctx0" brushRef="#br0" timeOffset="-13296.4922">18484-801 34095 0,'7'20'1504'0,"-7"-20"320"0,6 13-1456 0,3 1-368 0,1-1 0 0,7 4 0 16,5 1 3072-16,3 3 528 0,3 1 112 0,4 3 32 0,2 2-2912 0,0 1-576 16,-1-1-112-16,-2 2-16 0,-3-2-128 0,-3 3-192 15,-3 4 64-15,2 1 0 0,-1 2-192 0,-2 5-48 16,-3-2 0-16,-3 3 0 0,-1 0 160 0,-4 1 16 15,-2-2 16-15,-1 0 0 0,-2 2 176 0,-2 3 0 16,1-2 0-16,-3-1 0 0,-1-3 0 0,2-1 0 16,-4-3 0-16,1-5 0 0,-1-3 144 0,-1-8-144 15,-1-4 192-15,-1-2-192 0,-1-8 0 0,6-7 0 16,-14 3 0-16,2-3 0 0,-1 0-320 0,-2-3 0 16,0 0-16-16,-1-2 0 0,0-2-48 0,-3 2-16 15,2-5 0-15,-1 0 0 0,-1-2 256 0,2-2 144 0,1 1-160 0,2-2 160 16,-1 0 0-16,2-4 320 15,2-1-64-15,5-5 0 0,1-5 64 0,1-1 16 16,4-1 0-16,4-5 0 0,1-3-192 0,5-2-144 16,3-2 192-16,6 4-192 0,4 3 0 0,3 3-224 15,-1 2 16-15,2 0 0 16,0 2-1296-16,-4 1-256 0,-4 2-48 0</inkml:trace>
          <inkml:trace contextRef="#ctx0" brushRef="#br0" timeOffset="-12745.7247">19534-726 15663 0,'0'0'1392'0,"0"0"-1120"0,-2 12-272 0,2-12 0 15,0 0 3984-15,0 0 752 0,10 10 128 0,4-3 48 0,1-4-3904 0,5-4-784 16,5-4-224-16,6-2 0 16,4-3-560-16,5-4-208 0,2-4-32 0,0-2-16 15,-1-1-352-15,1 3-80 0,0-1-16 0,2 2 0 16,-1 1-656-16,6-1-128 0</inkml:trace>
        </inkml:traceGroup>
        <inkml:traceGroup>
          <inkml:annotationXML>
            <emma:emma xmlns:emma="http://www.w3.org/2003/04/emma" version="1.0">
              <emma:interpretation id="{265B438D-28CC-49D3-A00E-00BEDBEE15EE}" emma:medium="tactile" emma:mode="ink">
                <msink:context xmlns:msink="http://schemas.microsoft.com/ink/2010/main" type="inkWord" rotatedBoundingBox="26869,10925 28934,10599 29020,11143 26955,11469"/>
              </emma:interpretation>
            </emma:emma>
          </inkml:annotationXML>
          <inkml:trace contextRef="#ctx0" brushRef="#br0" timeOffset="-12222.2133">22281-1254 15663 0,'0'0'1392'0,"0"0"-1120"0,17 8-272 0,0-3 0 16,2-3 4192-16,1-2 784 15,0 0 144-15,0-3-12864 16,-1-2-2592-16</inkml:trace>
          <inkml:trace contextRef="#ctx0" brushRef="#br0" timeOffset="-12059.0353">22786-1370 14735 0,'14'15'640'0,"-3"-7"160"0,3-4-640 0,4-1-160 0,3 1 0 0,5-3 0 16,5-1 6144-16,1 0 1184 0,0-1 240 0,-4-3 48 16,-1-3-7616-16,-2 1-1616 0,-3-1-288 15,-3-5-14880-15</inkml:trace>
          <inkml:trace contextRef="#ctx0" brushRef="#br0" timeOffset="-11638.1468">23506-1628 29487 0,'0'0'2624'0,"0"0"-2112"16,0 0-512-16,10 16 0 0,0-3 2944 0,1-1 464 16,-1-4 112-16,3 1 0 0,2-1-2752 0,0 0-576 15,2 1-192-15,0 3 144 0,2 1-144 0,-1 1-144 16,1-1 144-16,-1 2-208 0,1 2 208 0,-1 0 0 15,-1 0-160-15,-2 1 160 0,-3 2 0 0,1-1 128 0,1-2 0 16,-4 0 0-16,-3-1 16 0,-2-1 0 0,-2-1 0 0,-1-2 0 16,-2-12 0-16,-2 10 0 15,2-10 0-15,0 0 0 0,-8 7-144 0,8-7 0 16,-12 0 0-16,12 0 0 0,-14-7-320 0,4 0 0 0,10 7 0 0,-12-13 0 31,4-4-80-31,0-2-16 0,1-1 0 0,0-3 0 0,2-4 32 0,2-2 16 0,1-1 0 0,0-4 0 16,2-1 192-16,2 1 48 0,3 0 0 15,2-1 0-15,0 0 128 0,4 1 224 0,3 0-48 0,1 4-16 16,2 5 224-16,5 3 32 0,3 7 16 0,9 5 0 16,-1 5-192-16,1 3-48 0,-2 11 0 0,0 4 0 15,-4 2-48-15,4 9-16 0,0 3 0 0,2 3 0 16,0 4-128-16,-2-1 192 0,-2 3-192 0,0-3 192 16,-1 3-384-16,-4 1-80 0,-3-2-16 0,-5-1-18288 15</inkml:trace>
        </inkml:traceGroup>
      </inkml:traceGroup>
      <inkml:traceGroup>
        <inkml:annotationXML>
          <emma:emma xmlns:emma="http://www.w3.org/2003/04/emma" version="1.0">
            <emma:interpretation id="{E82A7E3A-81D1-40A7-90F3-016F554F0E49}" emma:medium="tactile" emma:mode="ink">
              <msink:context xmlns:msink="http://schemas.microsoft.com/ink/2010/main" type="line" rotatedBoundingBox="13334,14007 18724,13346 18834,14240 13443,14901"/>
            </emma:interpretation>
          </emma:emma>
        </inkml:annotationXML>
        <inkml:traceGroup>
          <inkml:annotationXML>
            <emma:emma xmlns:emma="http://www.w3.org/2003/04/emma" version="1.0">
              <emma:interpretation id="{C938396E-CE9E-4E21-B529-3D907C4A2370}" emma:medium="tactile" emma:mode="ink">
                <msink:context xmlns:msink="http://schemas.microsoft.com/ink/2010/main" type="inkWord" rotatedBoundingBox="13355,14177 13794,14123 13854,14611 13415,14665"/>
              </emma:interpretation>
            </emma:emma>
          </inkml:annotationXML>
          <inkml:trace contextRef="#ctx0" brushRef="#br0" timeOffset="-1758.739">8832 1712 11055 0,'0'0'976'0,"0"0"-784"16,0 0-192-16,13-1 0 0,-13 1 4096 0,0 0 768 15,14-5 144-15,-14 5 48 0,0 0-2688 0,0 0-544 16,0 0-96-16,0 0-32 16,0 0-1936-16,0 0-384 0,0 0-80 0,5 11 0 0,-3 3 1152 0,-4 3 224 15,-2-2 48-15,1 3 16 0,-4 2 224 0,1 2 64 16,-1 2 0-16,0-1 0 0,-1 3-208 0,1-1-48 16,-1 0 0-16,1 2 0 0,2-2-336 0,0 1-80 0,0-3-16 0,1-1 0 15,1-2-336-15,1-1 0 0,1 1 0 0,1-5 128 16,0-3-128-16,0-12 0 0,5 10 0 0,-5-10 0 15,0 0-192-15,17 2 32 0,-1-2 16 0,1-6 0 16,2 0-160-16,1-6-16 0,5-5-16 0,0-1 0 31,1-4-224-31,2 0-32 0,1-5-16 0,1-3 0 16,-1-6-32-16,-2-2 0 0,-4-3 0 0,-3 1 0 16,-4 0 144-16,-6 1 32 0,-4 2 0 0,-4 0 0 15,-7 0-1152-15,-8 6-240 0</inkml:trace>
        </inkml:traceGroup>
        <inkml:traceGroup>
          <inkml:annotationXML>
            <emma:emma xmlns:emma="http://www.w3.org/2003/04/emma" version="1.0">
              <emma:interpretation id="{3D24D67A-151E-4115-8E96-2220D4D0884E}" emma:medium="tactile" emma:mode="ink">
                <msink:context xmlns:msink="http://schemas.microsoft.com/ink/2010/main" type="inkWord" rotatedBoundingBox="14795,13828 18724,13346 18834,14240 14904,14722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7108.8252">10699 1615 37263 0,'0'0'1648'0,"0"0"336"0,21 6-1584 0,4-6-400 0,7-1 0 0,8-4 0 16,7-2 944-16,9-3 96 0,4-2 32 0,9 2 0 15,7 3-944-15,7 1-128 0,2-5-160 0,1 5 160 32,-7-4-688-32,-3 1-16 0,-4 2 0 0,-6 4 0 0,-7-2-2848 0,-5 2-576 15,15-1-112-15,-15 6-32 0</inkml:trace>
          <inkml:trace contextRef="#ctx0" brushRef="#br0" timeOffset="6125.7831">10449 1806 3679 0,'0'0'160'0,"0"0"32"0,0 0-192 0,0 0 0 0,0 0 0 0,0 0 0 16,-9 11 6624-16,9-11 1280 0,-13 10 256 0,1-2 48 15,-1-3-5872-15,-1 2-1184 0,-1 0-224 0,0-1-48 16,0 1-528-16,0 3-96 0,-1 0-32 0,3 4 0 0,1-1-224 0,2 1 0 16,0-1 0-16,3 2 0 15,1 2 0-15,2 3 0 0,1-1 0 0,1 1 0 0,2 0 0 0,4 0 0 16,2 1 0-16,3 0 0 0,1 0 0 0,3-3 128 15,1-1-128-15,1-2 0 0,0-3 0 0,2-4 0 16,0-1 0-16,1-5 0 0,1-6 0 0,-1-2-160 16,2-3 0-16,-1-6 0 15,-1-4-592-15,-1-2-112 0,-2-1-32 0,2-7 0 16,-2-5-848-16,0-4-176 0,-3-8-48 0,0-1 0 16,-4 0 592-16,-3-2 112 0,-5 6 32 0,-1-1 0 0,-3 2 816 0,-1 3 160 15,-1 4 48-15,-4 1 0 0,-2 2 0 0,0 4 0 16,0 4 0-16</inkml:trace>
          <inkml:trace contextRef="#ctx0" brushRef="#br0" timeOffset="6475.6511">10892 1302 20271 0,'0'0'1792'0,"0"0"-1424"0,0 0-368 0,0 0 0 16,14 0 3360-16,-14 0 608 0,0 0 112 0,0 0 16 16,0 0-2608-16,13 8-528 0,-13-8-96 0,0 0-32 0,10 19-576 0,-1-3-128 15,-4 0-128-15,0 4 176 0,-2 5-176 0,-1 2 0 16,-2 2 0-16,2-1 0 0,-2 1 0 0,0 3-176 15,0 1 176-15,0 3-128 0,1 4 128 0,-1 2 0 16,0-1 0-16,4-3-128 0,-1-2 128 0,2-1 0 16,2-3 0-16,1-4 0 0,2-1 0 0,2-5 0 15,1-5 0-15,1-5 0 0,1-4 0 0,0-3 0 16,0-3 0-16,6-9-7536 16,-3-3-1456-16,-1-5-288 0</inkml:trace>
          <inkml:trace contextRef="#ctx0" brushRef="#br0" timeOffset="6898.6111">11146 1302 8287 0,'2'18'736'0,"-2"-18"-592"0,3 17-144 0,1-3 0 16,-1 2 4288-16,2-1 816 0,2 1 160 0,1 0 48 15,1 1-3216-15,1 0-640 0,0-2-128 0,2 2-32 16,-1 2-496-16,3-1-96 0,-1-3-32 0,3 4 0 16,-1 3-304-16,-2 1-64 0,-3 2-16 0,2 4 0 15,-4 1-48-15,1-1-16 0,-1-2 0 0,-1-2 0 16,-4 0 16-16,1-1 0 0,-3-1 0 0,-1-1 0 16,-1-2-240-16,-3-4 0 0,4-16 0 0,0 0 0 0,-5 10 0 0,5-10 0 15,0 0 0-15,0 0 0 0,0 0 192 0,0 0-48 16,0 0-16-16,4-14 0 0,1 1-128 0,3-2 192 15,2-1-192-15,4 0 192 0,3-5-192 0,1 3 0 16,1-4-192-16,2 2 192 0,1 1-128 0,0 4 128 16,-2 2 0-16,2 4 0 0,0 1 0 0,0 5 0 15,-2 1 0-15,0 5 0 0,-1 2 0 0,-1 4 128 16,-1 1-128-16,0 3 192 0,0 4-192 0,1 0 192 16,1 1-192-16,3 1 192 0,-2-2-192 0,2 0 0 15,1-1 0-15,-1 0 0 16,-2-1-384-16,-1-5-48 0,-2-5-16 0,0-2 0 15,-1 1-2352-15,-2-4-464 0,-14 0-112 0,0 0-16 0</inkml:trace>
          <inkml:trace contextRef="#ctx0" brushRef="#br0" timeOffset="8127.0712">12248 1571 2751 0,'0'0'256'0,"14"7"-256"16,-14-7 0-16,13 6 0 0,-13-6 3264 0,0 0 624 16,0 0 112-16,0 0 32 0,0 0-2880 0,0 0-560 15,0 0-112-15,0 0-32 0,0 0-448 0,-13-1-192 16,-4-3 16-16,0 1 0 16,-1 0-384-16,-1-2-80 0,-1 0 0 0,2 3-16 0,-1 2 272 0,0 0 48 15,3-4 16-15,2 1 0 0,1-2 1312 0,13 5 272 16,0 0 48-16,-10-7 16 0,10 7 496 0,0 0 96 15,-9-10 32-15,9 10 0 0,0 0-416 0,0 0-64 0,0 0-32 0,0 0 0 16,0 0-496-16,0 0-112 0,0 0 0 0,0 0-16 16,0 0-288-16,0 0-48 0,0 0-16 15,0 0 0-15,0 0-272 0,-6 19-64 0,-1 1-128 0,2 2 192 16,0 0 48-16,3 3 0 0,0 0 0 0,1 2 0 16,1 0 16-16,3 0 0 0,4 0 0 0,-1-2 0 15,1 0-64-15,3-1 0 0,2-6 0 0,0-1 0 16,0-3-192-16,1-6 0 0,2-3 0 0,0-5 0 31,2 0-528-31,0-3 0 0,0-4 0 0,1-1 0 16,1-4-32-16,1-2 0 0,-1-1 0 0,-1 0 0 15,-1-3 48-15,0 1 0 0,-2-2 0 0,0 1 0 0,-2-1 256 0,1-1 48 0,-1 0 16 0,-1 1 0 16,-2 3 192-16,0-1 208 0,0 3-32 0,-1 2-16 16,-9 12 160-16,10-10 16 0,-10 10 16 0,0 0 0 15,0 0 64-15,0 0 16 0,0 0 0 0,12 9 0 16,-12-9-64-16,6 17-16 0,0-1 0 0,-3 3 0 15,-3-1-160-15,2-1-16 0,-4-2-16 0,2-15 0 0,0 19-160 0,0-6 0 16,0-13 0-16,0 0 0 0,0 0 0 0,0 0 0 16,0 0 0-16,0 0-176 15,0 0-208-15,0 0-64 0,13-8 0 0,-3-4 0 0,-1-1 96 0,1-2 16 16,0-1 0-16,0-2 0 0,0-1 336 0,0-1 0 16,2 0 0-16,2 3 128 0,-3 2 144 0,3 0 32 15,-1-2 0-15,1 0 0 0,-1 2 80 0,1 2 32 16,-1 1 0-16,1 3 0 0,-3 4-48 0,1 2-16 15,-12 3 0-15,15 3 0 0,-15-3-208 0,14 11-144 16,-4 0 192-16,0 4-192 0,0 1 224 0,-2 0-64 16,-8-16-16-16,9 21 0 0,-1-1-16 0,1 0-128 0,-1-2 192 0,0 1-64 15,1-2-128-15,-1-4 0 0,-8-13 0 0,14 10 128 16,-2-1-128-16,-12-9 0 0,15 5 0 0,0-3 0 16,-2-4 0-16,1-2-192 0,-1-2 32 0,2-3 16 15,0-2-48-15,1-1 0 0,-1-3 0 0,0-1 0 16,-2 0-64-16,1 1 0 0,-1 1-16 0,-1 1 0 15,-2-6 64-15,0 1 16 0,-1-1 0 0,-1 2 0 16,-1 2 192-16,-2 2 0 0,-2 1 0 0,-3 12 0 16,4-10 0-16,-4 10 192 0,0 0-64 0,0 0-128 15,0 0 192-15,0 0-192 0,0 0 192 0,0 0-192 16,0 0 0-16,3 15 0 0,0-2 0 0,1 1 0 16,-4-14 0-16,8 17 0 0,1-4 0 0,1-3 0 15,0-1 0-15,1-1 0 0,3-1 0 0,1-4 0 16,0-5 0-16,0 2 128 0,2 4-128 0,2-2 0 0,-1-2 0 0,2-2 0 15,1 0-160-15,0 0 160 0,3-1-320 16,-2-4 64-16,-2 4 16 0,2-2 0 0,-2-2-32 0,2 2-16 16,0-3 0-16,-4 3 0 0,-4 0 96 0,-1-2 32 15,1 0 0-15,-2 0 0 0,-12 7 160 0,11-10 0 16,-2 0 128-16,-3 0-128 0,-6 10 336 0,6-13 0 16,-3-1 0-16,0 2 0 0,1-1 48 0,-3 1 16 15,-1 0 0-15,0 1 0 0,0-1 0 0,0 0 0 16,-1-1 0-16,-1-1 0 0,-1 6-208 0,3 8-32 15,-4-9-16-15,4 9 0 0,0 0-144 0,0 0 0 16,0 0 0-16,0 0 0 0,0 0 0 0,0 0 0 16,-8 16 0-16,3-1 0 0,0 2 0 0,5-1 0 0,3-1 128 15,4 2-128-15,1 0 272 0,4-2-16 0,1-1-16 16,3-1 0-16,0 1-240 0,3-6 176 16,1-1-176-16,2-4 160 15,-2-1-480-15,0-4-80 0,1-3-32 0,-3-2 0 16,-3-1-1808-16,-1-2-352 0,-4-4-80 0</inkml:trace>
          <inkml:trace contextRef="#ctx0" brushRef="#br0" timeOffset="8291.5147">13596 913 11055 0,'-15'14'480'16,"7"-6"112"-16,-4-1-464 0,3 1-128 0,9-8 0 0,-6 12 0 15,6-12 4768-15,-5 13 928 0,1 1 192 0,4-14 48 16,0 0-4976-16,4 15-960 0,-3 0-240 0,-1-15-16 15,10 15-2656-15,6-1-528 16,0-3-96-16,3 0-32 0,-1-3 592 0,3 2 112 0</inkml:trace>
          <inkml:trace contextRef="#ctx0" brushRef="#br0" timeOffset="8580.7811">13884 1458 911 0,'-2'22'0'0,"0"-8"0"0,1 1 0 0,-3-2 0 16,4-13 0-16,0 12 0 0,0-12 4928 0,2 12 912 15,-2-12 176-15,0 0 48 0,0 0-3264 0,0 0-656 16,0 0-128-16,0 0-32 0,0 0-688 0,0 0-144 16,0 0-16-16,14 0-16 0,-14 0-160 0,13-10-48 0,-3-4 0 0,-1 1 0 15,-4-1-144-15,0-1-48 16,0-3 0-16,0-1 0 0,0 2-80 0,-2-5 0 0,0-3-16 0,1-2 0 16,-1 0-336-16,2 0-64 0,0-1-16 0,0 1 0 15,0 3-208-15,0 4 0 0,-1 5 0 0,-1 5 0 16,-3 10-144-16,0 0-32 0,0 0 0 0,0 0 0 15,10 10 176-15,0 5-208 0,2 5 80 0,2 2 128 16,1 2-320-16,2-2 64 0,-2 1 16 0,0 1 0 16,-2-2 112-16,-1-2 128 0,-2 0-208 0,-1-2 80 31,-3-2-720-31,1-1-144 0,-4-2-32 0,-3-13-10336 0,-3 12-2080 0</inkml:trace>
        </inkml:traceGroup>
      </inkml:traceGroup>
    </inkml:traceGroup>
    <inkml:traceGroup>
      <inkml:annotationXML>
        <emma:emma xmlns:emma="http://www.w3.org/2003/04/emma" version="1.0">
          <emma:interpretation id="{94D05468-760A-4E64-A5CA-957AB2117CBD}" emma:medium="tactile" emma:mode="ink">
            <msink:context xmlns:msink="http://schemas.microsoft.com/ink/2010/main" type="paragraph" rotatedBoundingBox="7664,14804 20233,14344 20313,16545 7744,1700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E5FB964-B04D-4BDB-9CE0-8D56FA7850ED}" emma:medium="tactile" emma:mode="ink">
              <msink:context xmlns:msink="http://schemas.microsoft.com/ink/2010/main" type="line" rotatedBoundingBox="7664,14804 20233,14344 20313,16545 7744,17005"/>
            </emma:interpretation>
          </emma:emma>
        </inkml:annotationXML>
        <inkml:traceGroup>
          <inkml:annotationXML>
            <emma:emma xmlns:emma="http://www.w3.org/2003/04/emma" version="1.0">
              <emma:interpretation id="{A9D26C78-6EAD-499E-A9F0-4028A595E351}" emma:medium="tactile" emma:mode="ink">
                <msink:context xmlns:msink="http://schemas.microsoft.com/ink/2010/main" type="inkWord" rotatedBoundingBox="7664,14804 11459,14665 11539,16866 7744,17005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11295.3217">3872 2939 9215 0,'0'0'816'0,"0"0"-656"0,0 0-160 0,0 0 0 16,0 0 5728-16,0 0 1120 0,0 0 208 0,0 0 48 15,0 0-4736-15,0 0-944 0,0 0-192 0,0 0-32 16,0 0-736-16,0 0-144 0,0 0-16 0,0 0-16 15,0 0-288-15,-9 10-192 0,1 0 16 0,-2-3 16 16,-5-1-176-16,-2 1-48 0,-3 3 0 0,-4 2 0 16,-1 0 112-16,0 1 16 0,1 2 0 0,-1 2 0 15,0 0 256-15,1 0 0 0,2-2 0 0,2 0 0 16,1 0 160-16,3 1-16 0,1-3 0 0,1 0 0 16,2 1-144-16,4-4 128 0,8-10-128 0,0 0 128 0,-5 15-128 0,5-15 0 15,-2 12 0-15,2-12 0 0,0 0 0 0,0 0 0 16,14 10 0-16,1-2-176 0,2-1 176 0,1 0-128 15,1-2 128-15,1-2-128 0,-2-3 128 0,2 2 0 16,1 6 0-16,1-3 0 0,-2-3 0 0,0 1 0 16,0 1 0-16,-1 1 0 0,-3 0 0 0,1 0 0 15,-3-2 0-15,-14-3 0 0,15 4 0 0,-15-4 0 16,15 5 0-16,-15-5 0 0,0 0 0 0,0 0 0 16,10 10 0-16,-10-10 0 0,0 0 0 0,-2 13-128 15,-1-1 128-15,-4 0-128 0,-6 1-64 0,-6-1 0 16,-3-2 0-16,-3 4 0 0,-3-1 32 0,-4 2 0 0,-2-1 0 15,0 1 0-15,2 0 160 0,0 2 0 0,-1 0 0 0,-3 1 0 16,1 1 192-16,0 1 32 0,-2-2 0 0,1 4 0 16,-1 2 160-16,2 3 48 0,0 1 0 0,1 3 0 15,4-1 16-15,3 0 16 0,3-5 0 0,6 1 0 16,6-3 80-16,5-4 16 0,7-19 0 0,0 0 0 16,10 20-48-16,6-7-16 0,2-6 0 0,4-4 0 15,2-1-496-15,6-5 128 0,7-6-128 0,7-2 0 16,3-3 0-16,5-3 0 0,3-1 0 0,4-6 0 15,2-3-192-15,-1 0-16 0,3-3-16 0,-6 2 0 16,-3 1-2656 0,-6 0-544-16</inkml:trace>
          <inkml:trace contextRef="#ctx0" brushRef="#br0" timeOffset="12818.0287">4271 3216 8287 0,'5'16'736'0,"-5"-16"-592"0,5 13-144 0,0 1 0 15,0-1 5968-15,3 0 1168 0,-8-13 224 0,14 16 64 16,-4-1-5248-16,0-4-1024 16,-10-11-224-16,17 14-32 0,-1-2-368 0,3 1-64 0,-1-1-16 0,4 1 0 15,2 1-80-15,1-1-32 0,2 1 0 0,0 1 0 16,0 2 112-16,0 1 32 0,0 1 0 0,0 3 0 15,1 0-128-15,1-1-32 0,-1-2 0 0,-1-1 0 16,-1-1-96-16,-1 0-32 0,-3-2 0 0,-2-1 0 31,-2-4-912-31,-2 0-192 0,-5-3-48 0,-11-7-11664 0,14 3-2352 0</inkml:trace>
          <inkml:trace contextRef="#ctx0" brushRef="#br0" timeOffset="12536.8648">4558 3026 911 0,'0'0'0'0,"0"0"0"16,0 0 0-16,0 0 0 0,10 12 0 0,-10-12 0 0,10 12 6656 0,-10-12 1264 0,11 15 240 0,-3-2 48 15,-8-13-5392-15,10 16-1088 0,-2-3-224 0,-8-13-32 16,0 0-816-16,5 19-144 0,1-3-48 0,-5 0 0 16,-1-16-272-16,-1 18-48 0,-3 1-16 0,-3 1 0 15,-1 2 16-15,-2 1 0 0,-2-1 0 0,0 3 0 16,-3 2 112-16,0 0 0 0,-2 0 16 0,0 2 0 16,-1 1 48-16,-1-1 16 0,-1 1 0 0,0-2 0 15,0-1-64-15,1 4-16 0,1 1 0 0,1 0 0 16,0 0-112-16,4 0-16 0,-2-4-128 0,1-3 192 0,4-4-192 0,2-6-128 15,3-4 128-15,5-11-208 16,0 0-1664-16,0 0-336 0,0 0-64 0</inkml:trace>
          <inkml:trace contextRef="#ctx0" brushRef="#br0" timeOffset="11921.8768">4521 3183 16415 0,'-17'-4'720'0,"6"3"160"0,-5 1-704 0,1 0-176 0,-1-2 0 0</inkml:trace>
          <inkml:trace contextRef="#ctx0" brushRef="#br0" timeOffset="11808.042">4414 3795 8287 0,'0'0'368'0,"0"0"80"0,0 0-448 0,0 0 0 0,0 0 0 0,3 14 0 15,-3-14 5504-15,0 0 1008 0,0 0 208 0,0 0 32 16,0 0-4352-16,0 0-864 0,0 0-192 0,0 0-16 16,0 0-544-16,0 0-96 0,0 0-32 0,0 0 0 15,0 0-384-15,15-4-80 0,-15 4 0 0,14-10-16 16,-4-3-176-16,-2-2 0 0,-3-1 0 0,0 1 0 15,0-1-272-15,0 0 16 0,0 1 0 0,0 0 0 16,-1 2-64-16,-3 1-16 0,1 0 0 0,-2 12 0 16,0 0 176-16,0 0 160 0,0 0-208 0,0 0 80 15,0 0 128-15,0 0 128 0,0 0-128 0,0 0 176 16,0 0 16-16,0 0 0 0,0 0 0 0,0 0 0 16,7 14-48-16,1 1 0 0,1 0 0 0,-1 0 0 15,0-2 64-15,1 3 16 0,1-3 0 0,0 0 0 0,0 1-32 0,2-1-16 16,1-1 0-16,2-2 0 0,-1-1-176 0,1-3 0 15,0-2 0-15,-1-4 0 16,-14 0-992-16,17-4-224 0,-2-1-64 0,-2-1 0 16,-1-8-2352-16,-2 2-464 0</inkml:trace>
          <inkml:trace contextRef="#ctx0" brushRef="#br0" timeOffset="13221.2585">5076 3820 36335 0,'0'0'1600'0,"-1"19"352"0,1-19-1568 0,1 17-384 16,-1-17 0-16,0 0 0 0,11 12 1312 0,-11-12 176 15,18 1 48-15,1-2 0 0,1-6-1248 0,-2-2-288 16,2-1 0-16,1-3 0 15,1-4-480-15,-1 0-112 0,0-1-32 0,-3-1 0 0,1-1 240 0,-3 3 32 16,0 0 16-16,-5 1 0 0,-1-1 336 0,-3 3 0 16,-2 1 0-16,-5 13 0 0,0 0 192 0,2-14 48 0,-2 4 16 0,0 10 0 15,-3-13 16-15,3 13 16 0,-7-14 0 0,7 14 0 16,-7-11-288-16,0 2 128 0,1 2-128 0,-3 2 0 16,1 2 176-16,8 3-176 0,-10 0 160 15,10 0-160-15,0 0 256 0,0 0-64 0,-10 7 0 0,10-7 0 16,0 0 64-16,0 0 16 0,-2 13 0 0,2-13 0 15,0 0 16-15,10 17 0 0,0-7 0 0,2 0 0 16,1 0-288-16,1 0 0 0,1 0 0 0,0 2 0 16,2-2 0-16,0 0 0 0,0 1 0 0,-2-5 0 15,0-1 0-15,0 0 0 0,-2-6 0 0,1-3 0 32,-1-1-1200-32,-1-3-240 0,-2-2-48 0,2-2-16336 0</inkml:trace>
          <inkml:trace contextRef="#ctx0" brushRef="#br0" timeOffset="13383.9038">5137 3082 21183 0,'-2'25'944'0,"4"-10"192"0,1 0-912 0,4 1-224 15,2-1 0-15,4 0 0 0,6-2 2480 0,4-3 448 16,4-1 80-16,2-3-15472 0</inkml:trace>
          <inkml:trace contextRef="#ctx0" brushRef="#br0" timeOffset="13955.9273">5418 3078 33167 0,'0'0'2944'0,"0"0"-2352"0,0 0-464 0,0 0-128 16,0 0 2992-16,13 6 576 0,1-8 112 0,3-2 32 31,3-2-4224-31,4-3-848 0,-1-2-176 0,2-1-17568 0</inkml:trace>
          <inkml:trace contextRef="#ctx0" brushRef="#br0" timeOffset="13760.7891">5835 3514 11967 0,'10'20'1072'0,"4"2"-864"0,1 0-208 0,2 3 0 15,0 4 4800-15,3 3 896 0,0 0 192 0,0 3 48 16,-1 2-3840-16,1-1-768 0,-2-3-160 0,1 3-16 15,-2-1-656-15,-2-1-128 0,-2-2-32 0,-1 0 0 16,-3-6-336-16,-3 5 128 0,-2 1-128 0,-4 1 0 16,-2 4 0-16,-1-1-240 0,-2-3 48 0,-2-4 0 15,-2-5-32-15,1-3 0 0,0 1 0 0,-3 0 0 16,1-3 224-16,2-4 0 0,0-5 0 0,1-2 0 16,7-8 144-16,0 0-144 0,0 0 0 0,0 0 144 15,0 0-400-15,-12-11-64 0,4-5-32 0,1 1 0 16,-2-3-288-16,4-4-64 0,0-3-16 0,0-1 0 15,0-1 112-15,0-1 32 0,0-2 0 0,-2-1 0 0,-1-2 368 0,-2-3 80 16,-2-1 128-16,0-1-208 0,-3-4 352 0,3 3 80 16,1 4 16-16,1 4 0 0,-2 4-48 0,3 5 0 15,3 4 0-15,1 6 0 0,5 12-192 0,0 0-208 16,-2-13 32-16,2 13 16 16,3-14-336-16,-3 14-64 0,12-8-16 0,2 1 0 15,1 2-352-15,2 0-80 0,1-2-16 0,1 1-11360 0</inkml:trace>
          <inkml:trace contextRef="#ctx0" brushRef="#br0" timeOffset="14210.0613">6545 3444 20271 0,'0'0'1792'0,"0"0"-1424"15,0 0-368-15,0 0 0 0,0 0 4608 0,14 10 864 16,-1-4 160-16,1-2 48 0,-3-3-3808 0,3-1-752 16,1-3-160-16,0 0-16 0,2-1-816 0,0-2-128 15,0 1 0-15,1 0-176 16,2-2-1264-16,-1 2-256 0,-2 0-48 0,-2-2-10160 0,0 0-2048 0</inkml:trace>
          <inkml:trace contextRef="#ctx0" brushRef="#br0" timeOffset="14375.3935">6777 3617 16575 0,'0'0'736'0,"-6"12"160"0,6-12-720 0,0 0-176 0,0 0 0 0,0 0 0 16,0 0 5376-16,0 0 1056 0,0 0 208 0,13-5 32 31,4-2-6352-31,3-8-1264 0,4-7-256 0,3-5-15600 0</inkml:trace>
          <inkml:trace contextRef="#ctx0" brushRef="#br0" timeOffset="21500.8953">3646 2288 23039 0,'0'0'2048'0,"0"0"-1648"0,0 0-400 0,0 0 0 15,0 0 4160-15,0 0 736 0,19 1 160 0,-6-1 16 16,-13 0-3728-16,0 0-768 0,15 0-128 0,-1 4-48 16,-14-4-400-16,13 10-144 0,-1 3 0 0,-2 7 0 31,-1 9-272-31,-1 6-48 0,2 6-16 0,2 4 0 0,-2 7 240 0,-2 1 48 0,1-3 16 0,-1-1 0 15,1-2 176-15,-1-5 0 0,0 0 0 0,1-7 0 16,-1-6 0-16,1-2 0 0,-1-4 0 0,-1-4 0 16,0-4 128-16,-1-3-128 0,-6-12 160 0,0 0-160 15,0 0 0-15,0 0 128 0,0 0-128 0,10-15 0 0,-1-4 0 16,-2-1-208-16,-2 0 32 0,0-5 16 16,-4-6-288-16,-1-1-64 0,0 2-16 15,0-2 0-15,-1-2 272 0,-3 1 64 0,-1-1 16 0,0 1 0 0,0-1 320 0,0 2 64 16,0 0 16-16,0 2 0 0,2 4 336 0,1 1 64 15,0 2 16-15,1 2 0 0,1 5-32 0,0 2 0 16,1 2 0-16,-1 12 0 0,5-10-304 0,-5 10-64 16,10-6-16-16,-10 6 0 0,16 0-224 0,0 3 0 15,1 4 0-15,3 6 0 0,2 4 0 0,4 5 0 16,0 6 0-16,5 4 0 0,1 5 0 0,0 4 0 16,0 1 0-16,0 2 0 0,0-1 0 0,-2 1 0 0,-3-2 0 15,3-2-160 1,2-1-896-16,3-3-176 0,-3-10-48 0</inkml:trace>
        </inkml:traceGroup>
        <inkml:traceGroup>
          <inkml:annotationXML>
            <emma:emma xmlns:emma="http://www.w3.org/2003/04/emma" version="1.0">
              <emma:interpretation id="{4A2369FD-CCBF-404E-9FEF-80438BB6D78A}" emma:medium="tactile" emma:mode="ink">
                <msink:context xmlns:msink="http://schemas.microsoft.com/ink/2010/main" type="inkWord" rotatedBoundingBox="12413,15470 12682,15460 12707,16146 12439,16155"/>
              </emma:interpretation>
              <emma:one-of disjunction-type="recognition" id="oneOf3">
                <emma:interpretation id="interp3" emma:lang="" emma:confidence="1">
                  <emma:literal/>
                </emma:interpretation>
              </emma:one-of>
            </emma:emma>
          </inkml:annotationXML>
          <inkml:trace contextRef="#ctx0" brushRef="#br0" timeOffset="14638.2733">7780 2976 21183 0,'0'0'1888'0,"0"0"-1504"16,-1 13-384-16,1-13 0 0,-2 15 3280 0,2-15 592 15,3 16 112-15,1-3 32 0,-4-13-2448 0,3 15-480 16,2-1-112-16,2-1-16 0,-2 2-496 0,3 2-96 16,1 2-32-16,1 2 0 0,0 3 0 0,2 3 0 15,1 3 0-15,1 2 0 0,-1 0 224 0,2 2 32 0,-1-1 16 0,1-1 0 16,-2 0 48-16,1 0 16 0,-3 2 0 0,1-4 0 16,2-1-384-16,-3-6-80 0,1-6-16 0,-2 0 0 15,-1 0-416-15,-1-4-96 0,1-3 0 0,-9-10-16 31,10 7-2608-31,-10-7-528 0</inkml:trace>
        </inkml:traceGroup>
        <inkml:traceGroup>
          <inkml:annotationXML>
            <emma:emma xmlns:emma="http://www.w3.org/2003/04/emma" version="1.0">
              <emma:interpretation id="{FD3E6AAB-FA48-4091-9A5F-BBE06F38A3BA}" emma:medium="tactile" emma:mode="ink">
                <msink:context xmlns:msink="http://schemas.microsoft.com/ink/2010/main" type="inkWord" rotatedBoundingBox="14506,15546 15625,15505 15660,16460 14541,16501"/>
              </emma:interpretation>
              <emma:one-of disjunction-type="recognition" id="oneOf4">
                <emma:interpretation id="interp4" emma:lang="" emma:confidence="1">
                  <emma:literal/>
                </emma:interpretation>
              </emma:one-of>
            </emma:emma>
          </inkml:annotationXML>
          <inkml:trace contextRef="#ctx0" brushRef="#br0" timeOffset="22209.4913">10746 3780 11967 0,'-20'29'1072'0,"-2"1"-864"15,-2 0-208-15,1-3 0 0,-3-2 6784 0,3-3 1328 0,-1-5 256 0,1-3 48 31,-1-6-7120-31,-1-5-1296 0,-4-3-512 0,-1-5 32 16,0-3-2112-16,0-6-416 0,1-1-96 0,2-2-16 16,0-4 1184-16,2-1 224 0,0 0 48 0,-1 0 16 0,1 0 1392 0,0-1 256 0,0-4 0 0,1 0 128 15,1 0 1280-15,1 3 240 0,0 2 48 0,3 0 16 16,3-1-160-16,0 1-16 0,3 2-16 0,3 1 0 16,1 1-752-16,4-1-160 0,4 1-32 0,1-1 0 15,0 1-576-15,1-4-128 0,3-2-32 0,2 1 0 31,5-2-496-31,2-4-112 0,2-3 0 0,0 2-16 16,-1-1-208-16,-1 5-32 0,-1 0-16 0,0 3 0 0,0 1 288 16,-2 2 64-16,-2 1 16 0,-1 2 0 0,-2 1 672 0,-2 2 0 0,-3 2 0 0,0 12 0 15,0 0 576-15,0 0 32 0,-3-10 16 0,3 10 0 16,-12-5 416-16,-3 7 96 0,-4 1 16 0,-1 4 0 0,0 1-320 16,-2 6-48-16,-3 1-16 0,3 3 0 0,2 4-320 0,3 2-80 15,-1 1-16-15,2 0 0 0,1 6-96 0,5 2-32 16,3 1 0-16,7 0 0 0,5-2-64 0,7-2-16 15,3-2 0-15,12-1 0 0,12 0 240 0,8-1 64 16,7-3 0-16,7 1 0 0,4-4 144 0,9-5 48 16,7-5 0-16,5-3 0 0,5-4-256 0,3-1-32 15,2-4-16-15,0-1 0 16,0-9-1984-16,-6-1-400 0</inkml:trace>
        </inkml:traceGroup>
        <inkml:traceGroup>
          <inkml:annotationXML>
            <emma:emma xmlns:emma="http://www.w3.org/2003/04/emma" version="1.0">
              <emma:interpretation id="{7507944B-C530-4D54-8C17-A1212C295C21}" emma:medium="tactile" emma:mode="ink">
                <msink:context xmlns:msink="http://schemas.microsoft.com/ink/2010/main" type="inkWord" rotatedBoundingBox="17283,14853 20130,14372 20400,15974 17553,16455"/>
              </emma:interpretation>
              <emma:one-of disjunction-type="recognition" id="oneOf5">
                <emma:interpretation id="interp5" emma:lang="" emma:confidence="0">
                  <emma:literal>rig</emma:literal>
                </emma:interpretation>
                <emma:interpretation id="interp6" emma:lang="" emma:confidence="0">
                  <emma:literal>ring</emma:literal>
                </emma:interpretation>
                <emma:interpretation id="interp7" emma:lang="" emma:confidence="0">
                  <emma:literal>vg</emma:literal>
                </emma:interpretation>
                <emma:interpretation id="interp8" emma:lang="" emma:confidence="0">
                  <emma:literal>r-y</emma:literal>
                </emma:interpretation>
                <emma:interpretation id="interp9" emma:lang="" emma:confidence="0">
                  <emma:literal>r_y</emma:literal>
                </emma:interpretation>
              </emma:one-of>
            </emma:emma>
          </inkml:annotationXML>
          <inkml:trace contextRef="#ctx0" brushRef="#br0" timeOffset="25338.5948">14671 3028 29823 0,'0'0'1328'0,"0"0"272"0,0 0-1280 0,0 0-320 0,0 0 0 0,0 0 0 16,10-13 2000-16,2 1 352 0,0-2 64 0,-2 4 16 16,0 2-1472-16,0-4-304 0,2-1-48 0,1 1-16 15,1 0-464-15,1 4-128 0,2 1 0 0,-2 3 0 16,-2 4 0-16,1 4-160 0,-1 1 160 0,1 2-208 15,1-1 208-15,-2 8 0 0,-1 4 0 0,-2 6 0 16,-3 1 176-16,0 2 16 0,-2 0 16 0,-2 2 0 16,-1-1-208-16,-2-1 176 0,0 0-176 0,-2-3 160 15,1-3-160-15,-1 0-176 0,2-5 48 0,0 0 0 16,0-16 128-16,0 0 0 0,0 0 0 0,0 0-128 16,0 0 128-16,0 0 144 0,0 0-16 0,0 0-128 15,0 0 0-15,0 0 0 0,0 0 0 0,0 0 0 16,0 0 0-16,0-12 0 0,2-2 0 0,1 1 0 15,-1-2 0-15,1-2 0 0,2-2 0 0,-2-1 0 0,-4-2 256 0,2-1-64 16,4-4-16-16,-1-3 0 0,-3-2-176 0,3 0 160 16,-1 1-160-16,1 1 160 0,1 1-160 0,1 3 0 15,1 0 0-15,0 4 0 0,-2 4-144 0,0 4-16 16,-2 3 0-16,-3 11 0 0,0 0-176 0,0 0-48 16,0 0 0-16,0 0 0 0,0 0 384 0,0 0 0 15,0 0 0-15,0 0 128 0,-10 13 224 0,3 2 32 16,2 0 16-16,5 2 0 0,0 2-16 0,2-2-16 15,-2 3 0-15,5-3 0 0,2-2 48 0,1 0 16 16,2 0 0-16,4 0 0 0,1 0-224 0,3-1-32 16,1-2-16-16,3-2 0 0,1-4-160 0,1-1 0 15,-1-1 0-15,3-4 0 16,-1-4-448-16,-1 1-32 0,-1-2 0 0,-3-2-12608 0,0-1-2528 0</inkml:trace>
          <inkml:trace contextRef="#ctx0" brushRef="#br0" timeOffset="25919.5939">15457 2705 33167 0,'0'0'2944'0,"-12"12"-2352"0,2-4-464 0,10-8-128 16,0 0 3152-16,0 0 624 0,0 0 112 0,0 0 16 15,15 0-3248-15,0-3-656 0,1-2 0 0,4 0-256 16,5-5-2752-16,5-1-576 0,4 0-96 0,1-4-32 0</inkml:trace>
          <inkml:trace contextRef="#ctx0" brushRef="#br0" timeOffset="22837.4377">13421 2749 5519 0,'9'20'240'0,"-9"-20"64"16,0 0-304-16,0 0 0 0,0 0 0 0,0 0 0 0,0 0 9344 0,0 0 1824 16,0 0 352-16,0 0 80 0,0 0-9520 0,-14 7-1904 15,-1-4-384-15,-5-1-80 16,-5-2-800-16,-2-2-144 0,-4 4-48 0,1 1 0 15,-2 0 64-15,0 2 0 0,0 4 0 0,0 1 0 0,2 2 880 16,1 1 176-16,1 2 160 0,2 2-208 0,5 0 592 0,2-2 128 16,2-5 32-16,5 2 0 0,4 1 48 0,3 1 16 15,3-2 0-15,2-12 0 0,9 15-128 0,4-2-32 16,4-1 0-16,5-2 0 0,3-1-448 0,4-1 0 16,3-1 0-16,3-1 0 0,5 0 0 0,2 0 128 15,1-2-128-15,0-1 0 0,1 0 192 0,0 2-48 16,-2 2-16-16,-2-2 0 0,-6 0-128 0,-6 0 0 15,-2 2 144-15,-9 0-144 0,-7-1 0 0,-10-6 144 0,5 16-144 0,-7-3 0 16,-5 1 128-16,-5-1-128 0,-4 4 0 0,-5 1 0 16,-4 4 0-16,-2 2 160 0,-3-1-160 0,-2 1 128 15,-2-1 112-15,1 1 16 0,-1-4 0 0,0 4 0 16,1-1-32-16,-1 2 0 0,0 1 0 0,-1 1 0 16,0 0-96-16,-1-1-128 0,1 3 176 0,5 0-176 15,3 1 128-15,3 0-128 0,3 2 0 0,4 0 0 16,2-2 256-16,6-3-48 0,7-3-16 0,6-2 0 15,1 0 208-15,7-5 48 0,6-4 0 0,6 0 0 16,3-1-48-16,11-5 0 0,11-2 0 0,12-5 0 16,9-3-192-16,11-7-32 0,10-7-16 0,5-5 0 15,3-5-304-15,2-2-64 0,0-4-16 0,-7-3 0 16,-5-2-2400-16,1 1-496 0</inkml:trace>
          <inkml:trace contextRef="#ctx0" brushRef="#br0" timeOffset="24630.1324">13704 2454 4607 0,'0'0'192'0,"0"0"64"0,0 0-256 0,0 0 0 0,0 0 0 0,0 0 0 16,0 0 7632-16,-2 19 1488 0,2-19 288 0,3 18 64 0,-3-18-7200 0,7 19-1440 15,0-2-304-15,0-2-48 0,-7-15-480 0,10 22 0 16,-2-2 0-16,1 2 0 0,-1 0 0 0,-1-4 0 16,-2-1 0-16,0 1 0 0,-2-1 0 0,-3-17 128 15,4 19-128-15,-4-19 0 0,1 18 224 0,-1-18-48 16,0 0-16-16,0 0 0 0,0 0 32 0,0 0 0 16,0 0 0-16,0 0 0 0,0 0-64 0,0 0 0 15,0 0 0-15,2-20 0 0,-2 2-128 0,2-6-176 16,-2-3 48-16,0-2 0 0,0-3 128 0,3 2 0 15,0-2-144-15,1-3 144 0,-1-2 0 0,2 0 0 16,2-2 192-16,1 4-64 0,1 1 0 0,2 1 0 16,1-1 0-16,3 5 0 0,1 6-128 0,-1 4 128 15,0 6-128-15,-2 3 128 0,1 5-128 0,-3 5 0 0,-11 0-192 16,16 11 192-16,-3 3-128 0,2 6 128 0,0 7 0 0,4 2 0 16,3-1-240-16,3 2 32 0,2 6 0 0,2 1 0 31,1 0-752-31,3-4-160 0,3-2-32 0,-1-4-16176 0</inkml:trace>
        </inkml:traceGroup>
      </inkml:traceGroup>
    </inkml:traceGroup>
  </inkml:traceGroup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1T05:33:17.074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49129606-E867-459D-B53C-36DC9637E6BD}" emma:medium="tactile" emma:mode="ink">
          <msink:context xmlns:msink="http://schemas.microsoft.com/ink/2010/main" type="writingRegion" rotatedBoundingBox="7402,16566 8829,16439 8906,17298 7479,17425"/>
        </emma:interpretation>
      </emma:emma>
    </inkml:annotationXML>
    <inkml:traceGroup>
      <inkml:annotationXML>
        <emma:emma xmlns:emma="http://www.w3.org/2003/04/emma" version="1.0">
          <emma:interpretation id="{675A175C-17D8-4439-8B94-D2345DE15C67}" emma:medium="tactile" emma:mode="ink">
            <msink:context xmlns:msink="http://schemas.microsoft.com/ink/2010/main" type="paragraph" rotatedBoundingBox="7402,16566 8829,16439 8906,17298 7479,1742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CDBDFAC-5A5E-4A9C-B6EA-15E79961A867}" emma:medium="tactile" emma:mode="ink">
              <msink:context xmlns:msink="http://schemas.microsoft.com/ink/2010/main" type="line" rotatedBoundingBox="7402,16566 8829,16439 8906,17298 7479,17425"/>
            </emma:interpretation>
          </emma:emma>
        </inkml:annotationXML>
        <inkml:traceGroup>
          <inkml:annotationXML>
            <emma:emma xmlns:emma="http://www.w3.org/2003/04/emma" version="1.0">
              <emma:interpretation id="{D829AA3F-EDC2-4C9E-9DBA-D8FFDE3304FB}" emma:medium="tactile" emma:mode="ink">
                <msink:context xmlns:msink="http://schemas.microsoft.com/ink/2010/main" type="inkWord" rotatedBoundingBox="7402,16566 8142,16500 8219,17359 7479,17425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3214 4320 29087 0,'0'0'1280'0,"0"0"272"0,0 0-1232 0,0 0-320 16,0 0 0-16,0 0 0 0,0 0 928 0,0 0 128 16,0 0 32-16,5-12 0 0,-5 12-688 0,5-10-128 15,-5 10-16-15,0 0-16 0,0 0-240 0,0 0 128 16,0 0-128-16,0 0 0 0,0 0 240 0,0 0-48 16,0 0-16-16,0 0 0 0,0 0 208 0,3 19 32 15,-3 4 16-15,0 4 0 0,-1 2-176 0,1 3-16 16,-2 2-16-16,0-3 0 0,-1 0-32 0,0-1 0 15,-1-1 0-15,1-1 0 0,-1 1 0 0,1-4 0 16,1-5 0-16,1-3 0 0,1-17-192 0,-2 15 0 0,2-15 128 0,0 0-128 16,0 0-128-16,0 0-80 0,0 0-16 0,-10 5 0 31,10-5-592-31,0 0-112 0,-12-3-32 0,4-2 0 16,-1-4-112-16,-1-1-16 0,0-1-16 0,-2-3 0 0,1-1 608 0,-3 0 128 0,1 0 32 0,1 1 0 15,0-1 336-15,0 0 256 0,-1 0-32 0,3 0-16 16,3 0 240-16,0-2 32 0,-1-3 16 0,1-1 0 15,4-1-112-15,-1 1 0 0,4 0-16 0,4 1 0 16,-2 2-368-16,4-1-160 0,4 1 16 0,0 3 0 31,2 1-496-31,2 2-112 0,1-1-16 0,-2 1 0 0,4 2-1616 0,0 2-336 0,0-1-64 16</inkml:trace>
          <inkml:trace contextRef="#ctx0" brushRef="#br0" timeOffset="203.6673">3465 4359 15663 0,'0'0'688'0,"8"13"144"0,-8-13-656 0,0 0-176 15,0 0 0-15,0 0 0 0,0 0 4912 0,0 0 944 16,0 0 192-16,15 4 32 0,-1-6-4944 0,-14 2-1008 15,13-10-128-15,-3-4-11120 16,-1-1-2160-16</inkml:trace>
          <inkml:trace contextRef="#ctx0" brushRef="#br0" timeOffset="1194.1705">2776 4149 16527 0,'0'0'720'0,"12"-14"176"0,0 1-720 0,-2 1-176 0,2 0 0 0,0 0 0 16,-2 2 1008-16,-10 10 160 0,13-8 48 0,-13 8 0 16,0 0-288-16,15-5-48 0,-15 5-16 0,0 0 0 15,0 0-16-15,0 0 0 0,0 0 0 0,17 8 0 16,-17-8-512-16,0 0-96 0,0 0-32 0,12 14-8352 15,-12-14-1680-15</inkml:trace>
          <inkml:trace contextRef="#ctx0" brushRef="#br0" timeOffset="1005.3471">3078 4172 27119 0,'0'0'1200'0,"0"0"256"0,0 0-1168 0,0 0-288 0,0 0 0 0,0 0 0 16,0 0 1152-16,0 0 160 0,0 0 32 0,0 0 16 16,0 0-912-16,0 0-176 0,0 0-32 0,-2 15-16 15,-5-3 64-15,2 2 16 0,2-1 0 0,-1 2 0 16,1 2 176-16,0-2 32 0,-2-1 16 0,3 2 0 0,2 5 48 15,2 2 0-15,-1 1 0 0,4 3 0 16,2 1-96-16,2 1-16 0,-1-1 0 0,4 1 0 0,1 0-112 0,1-1-32 16,-1 1 0-16,1-2 0 0,-3-4-48 0,3-1-16 15,-2-2 0-15,-2-1 0 0,-2-4-112 0,0 0-16 16,-1 0-128-16,-2-1 192 0,-5-14-192 0,0 15 0 16,0-15 0-16,0 15-160 0,-5-2-64 0,0-1-16 15,-2-2 0-15,-1 0 0 0,-4 2 16 0,2-2 0 16,-2 0 0-16,-1 1 0 0,-2-3 224 0,0-1 0 15,-2-2 0-15,0-2-144 0,0 0 144 0,0-3-160 16,-1-1 160-16,-1-3-160 16,1-1-224-16,-1-1-64 0,-1-3 0 0,-2-3 0 15,-1-3-1760-15,-3-3-352 0,0-4-80 0,-1-2-11648 0</inkml:trace>
          <inkml:trace contextRef="#ctx0" brushRef="#br0" timeOffset="1855.4299">3476 4367 18591 0,'0'0'832'0,"0"0"160"0,0 0-800 0,0 0-192 0,0 0 0 0,0 0 0 16,0 0 2368-16,0 0 416 0,0 0 96 0,0 0 0 15,0 0-1296-15,0 0-272 0,0 0-48 0,0 0-16 16,0 0-672-16,0 0-128 0,0 0-16 0,16-6-16 15,-16 6-416-15,15-7 0 0,-15 7 0 0,11-7 0 16,-11 7-240-16,0 0-128 0,0 0-16 0,0 0-9760 16,0 0-1952-16</inkml:trace>
        </inkml:traceGroup>
        <inkml:traceGroup>
          <inkml:annotationXML>
            <emma:emma xmlns:emma="http://www.w3.org/2003/04/emma" version="1.0">
              <emma:interpretation id="{D06B3FD7-FB58-4688-8BC5-38361B086768}" emma:medium="tactile" emma:mode="ink">
                <msink:context xmlns:msink="http://schemas.microsoft.com/ink/2010/main" type="inkWord" rotatedBoundingBox="8210,17010 8536,16981 8546,17082 8220,17111"/>
              </emma:interpretation>
              <emma:one-of disjunction-type="recognition" id="oneOf1">
                <emma:interpretation id="interp1" emma:lang="" emma:confidence="0">
                  <emma:literal>-</emma:literal>
                </emma:interpretation>
                <emma:interpretation id="interp2" emma:lang="" emma:confidence="0">
                  <emma:literal>.</emma:literal>
                </emma:interpretation>
                <emma:interpretation id="interp3" emma:lang="" emma:confidence="0">
                  <emma:literal>_</emma:literal>
                </emma:interpretation>
                <emma:interpretation id="interp4" emma:lang="" emma:confidence="0">
                  <emma:literal>r</emma:literal>
                </emma:interpretation>
                <emma:interpretation id="interp5" emma:lang="" emma:confidence="0">
                  <emma:literal>~</emma:literal>
                </emma:interpretation>
              </emma:one-of>
            </emma:emma>
          </inkml:annotationXML>
          <inkml:trace contextRef="#ctx0" brushRef="#br0" timeOffset="2163.8834">3582 4618 8287 0,'16'-8'736'0,"-1"-1"-592"15,1 1-144-15,1-2 0 0,2-2 3520 0,-1 3 656 16,-1 1 144-16,3 0 32 0,1-1-2176 0,-1 3-448 16,-3-1-64-16,-1 2-32 0,-16 5-656 0,17-5-128 15,-2 0-16-15,-15 5-16 0,15-4-576 0,-15 4-112 16,16-5-128-16,-16 5 176 16,0 0-560-16,15-5-96 0,-2 2-32 0,-13 3 0 15,14-5-2592-15,-14 5-528 0</inkml:trace>
        </inkml:traceGroup>
        <inkml:traceGroup>
          <inkml:annotationXML>
            <emma:emma xmlns:emma="http://www.w3.org/2003/04/emma" version="1.0">
              <emma:interpretation id="{E9BFBE83-45CE-4843-96C6-2A5E8AFF8D51}" emma:medium="tactile" emma:mode="ink">
                <msink:context xmlns:msink="http://schemas.microsoft.com/ink/2010/main" type="inkWord" rotatedBoundingBox="8728,16740 8855,16729 8888,17096 8761,17108"/>
              </emma:interpretation>
              <emma:one-of disjunction-type="recognition" id="oneOf2">
                <emma:interpretation id="interp6" emma:lang="" emma:confidence="1">
                  <emma:literal>7</emma:literal>
                </emma:interpretation>
                <emma:interpretation id="interp7" emma:lang="" emma:confidence="0">
                  <emma:literal>,</emma:literal>
                </emma:interpretation>
                <emma:interpretation id="interp8" emma:lang="" emma:confidence="0">
                  <emma:literal>.</emma:literal>
                </emma:interpretation>
                <emma:interpretation id="interp9" emma:lang="" emma:confidence="0">
                  <emma:literal>1</emma:literal>
                </emma:interpretation>
                <emma:interpretation id="interp10" emma:lang="" emma:confidence="0">
                  <emma:literal>'</emma:literal>
                </emma:interpretation>
              </emma:one-of>
            </emma:emma>
          </inkml:annotationXML>
          <inkml:trace contextRef="#ctx0" brushRef="#br0" timeOffset="2725.0509">4092 4258 3679 0,'0'0'160'0,"0"0"32"0,0 0-192 0,17-2 0 0,-17 2 0 0,19-3 0 16,-4 0 5248-16,-2-1 1024 0,-13 4 192 0,15-5 32 16,0 2-4384-16,-15 3-896 0,0 0-160 0,0 0-32 15,16 0-256-15,-16 0-32 0,0 0-16 0,10 13 0 16,-2 1 384-16,-8-14 80 0,0 0 16 0,2 20 0 16,-1 2-112-16,-1 0-32 0,-1-1 0 0,-1 3 0 15,0 3-512-15,2 0-96 0,-1-2-32 0,-1 2 0 16,0-2-288-16,2 1-128 0,0-1 128 0,0-5-128 15,0-3 0-15,2-4 0 0,-2-13 0 0,0 0 0 16,0 0-1936-16,0 0-432 0,0 0-64 0,15-8-32 16</inkml:trace>
        </inkml:traceGroup>
      </inkml:traceGroup>
    </inkml:traceGroup>
  </inkml:traceGroup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1T05:33:22.576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78B1A941-6A2B-4D09-B05F-F09446D9B310}" emma:medium="tactile" emma:mode="ink">
          <msink:context xmlns:msink="http://schemas.microsoft.com/ink/2010/main" type="writingRegion" rotatedBoundingBox="18100,16731 21931,14487 22594,15619 18763,17862"/>
        </emma:interpretation>
      </emma:emma>
    </inkml:annotationXML>
    <inkml:traceGroup>
      <inkml:annotationXML>
        <emma:emma xmlns:emma="http://www.w3.org/2003/04/emma" version="1.0">
          <emma:interpretation id="{A3A08377-6425-4F1A-981F-049B6D7CB2F8}" emma:medium="tactile" emma:mode="ink">
            <msink:context xmlns:msink="http://schemas.microsoft.com/ink/2010/main" type="paragraph" rotatedBoundingBox="18100,16731 21931,14487 22594,15619 18763,1786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7BF9185-DB84-467E-9664-F07FECA5AB2F}" emma:medium="tactile" emma:mode="ink">
              <msink:context xmlns:msink="http://schemas.microsoft.com/ink/2010/main" type="line" rotatedBoundingBox="18100,16731 21931,14487 22594,15619 18763,17862"/>
            </emma:interpretation>
          </emma:emma>
        </inkml:annotationXML>
        <inkml:traceGroup>
          <inkml:annotationXML>
            <emma:emma xmlns:emma="http://www.w3.org/2003/04/emma" version="1.0">
              <emma:interpretation id="{F8506783-D6D1-4A20-9306-635F60D6E118}" emma:medium="tactile" emma:mode="ink">
                <msink:context xmlns:msink="http://schemas.microsoft.com/ink/2010/main" type="inkWord" rotatedBoundingBox="18100,16731 20282,15453 20945,16585 18763,17862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14574 4525 17503 0,'0'0'1552'16,"-9"11"-1232"-16,9-11-320 0,-6 8 0 16,6-8 3872-16,0 0 720 0,0 0 144 0,0 0 16 0,0 0-3920 0,0 0-832 15,0 0 0-15,13-10-224 0,0 0 16 0,3 0 0 16,-1 0 0-16,2-1 0 0,-1 3 480 0,5 0 112 15,0-1 0-15,1 3 16 0,0 0 512 0,0 1 112 16,-2 0 0-16,2 0 16 0,2-1-464 0,1 1-112 16,0-2-16-16,0-2 0 15,-1 4-1904-15,0-1-384 0,-1-3-80 0,-3 2 0 0</inkml:trace>
          <inkml:trace contextRef="#ctx0" brushRef="#br0" timeOffset="149.3966">14720 4497 38175 0,'-3'18'1696'0,"3"-18"352"0,0 14-1648 0,0-14-400 0,5 12 0 0,7-6 0 15,4-2 1504-15,5-4 224 0,4-2 32 0,5-5 16 32,5-3-2704-32,6-5-544 0,3-5-96 0,3-4-16640 0</inkml:trace>
          <inkml:trace contextRef="#ctx0" brushRef="#br0" timeOffset="-418.6228">13680 4608 17503 0,'9'12'1552'0,"1"-1"-1232"0,0 0-320 0,3-3 0 16,1-1 1568-16,1-1 256 0,0-1 48 0,0 1 16 16,0-3-1216-16,0-1-240 0,1-2-48 0,-1 0-16 15,-2 0 528-15,2 0 128 0,1 1 0 0,-1 1 16 16,-2-4 544-16,1 1 96 0,-1-1 32 0,0-1 0 16,-1-1-400-16,0-1-80 0,0-2-16 0,-2-1 0 15,-2 0-432-15,1-3-80 0,-1 0-32 0,1-1 0 16,-4 0-448-16,0 0-96 0,-2-1 0 0,-3 13-128 15,-2-14 0-15,2 14 0 0,-3-13-192 0,3 13 48 16,0 0 16-16,-12-8 0 0,12 8 0 0,-13-5 0 16,13 5 288-16,-15-2 64 0,1 2 16 0,14 0 0 15,-13 5 32-15,13-5 16 0,0 0 0 0,0 0 0 16,0 0 288-16,0 0 48 0,0 15 16 0,5-2 0 16,-5-13-128-16,15 17 0 0,2-3-16 0,5 1 0 15,3-2-496-15,3-1 128 0,4-3-128 0,2-1 0 0,0-1-144 16,-1-2-80-16,-4-4-16 0,-2-2 0 15,-5-4-1984-15,-2-2-400 16,-3-1-64-16,-2-4-32 0</inkml:trace>
          <inkml:trace contextRef="#ctx0" brushRef="#br0" timeOffset="-254.7305">13933 4056 16575 0,'-10'15'1472'0,"3"-5"-1168"15,-3-1-304-15,10-9 0 0,-10 8 5888 0,10-8 1104 16,0 0 240-16,0 0 32 0,0 0-5536 0,0 0-1088 16,0 0-240-16,0 0-32 15,15-8-2416-15,5-1-496 0,17-8-80 0,5 2-32 0</inkml:trace>
          <inkml:trace contextRef="#ctx0" brushRef="#br0" timeOffset="323.5329">15487 4138 20271 0,'-5'21'1792'0,"2"-6"-1424"0,-4-2-368 0,2 4 0 16,0 2 4176-16,2 2 768 0,1 3 160 0,0-2 16 16,-1-2-3264-16,3 2-640 0,3 2-144 0,1 1-32 15,-1 0-720-15,4-1-160 0,3-1-32 0,-2-1 0 0,1-4-288 0,1-1-64 16,0-3-16-16,2-4 0 15,-1-3-1488-15,-11-7-320 0,0 0-48 0</inkml:trace>
          <inkml:trace contextRef="#ctx0" brushRef="#br0" timeOffset="2901.0196">15156 3433 28623 0,'0'0'1264'0,"0"0"272"0,0 0-1232 0,0 0-304 16,0 0 0-16,0 0 0 0,13 6 1872 0,-13-6 320 15,17 1 64-15,-2-1 16 0,-15 0-1488 0,17-3-288 16,-2-4-64-16,-1 0-16 0,-14 7-272 0,17-8-144 16,-4 1 160-16,-13 7-160 0,12-8 192 0,-12 8-48 15,10-12-16-15,-2 4 0 0,-8 8 64 0,9-12 0 16,-9 12 0-16,0 0 0 0,0 0-32 0,8-14 0 16,-1 3 0-16,-7 11 0 0,0 0-160 0,0 0 0 0,5-12 0 15,-5 12 128-15,0 0-128 0,0 0 0 0,0 0 0 0,0 0 0 16,0 0 0-16,0 0 0 0,0 0 0 0,0 0 0 15,0 0 128-15,15-4-128 0,-15 4 192 0,13 2-64 16,-13-2 128-16,0 0 32 0,17 5 0 0,-17-5 0 16,0 0-32-16,0 0-16 0,0 0 0 0,10 9 0 31,-10-9-576-31,0 0-112 0,0 0-32 0,0 0 0 16,0 0-1168-16,0 0-224 0,0 13-48 0,0-13-9072 0,0 0-1808 0</inkml:trace>
          <inkml:trace contextRef="#ctx0" brushRef="#br0" timeOffset="2034.3655">15570 3003 25791 0,'1'32'2304'0,"3"-10"-1856"0,1 1-448 0,0 2 0 16,0 1 3744-16,7 2 656 0,3 4 128 0,3 0 16 15,3-3-3392-15,0-1-704 0,0 1-128 0,0-2-16 16,3-4-304-16,1 4 0 0,-1 2 0 0,-1 1 0 15,-1 2 0-15,-2 2 0 0,-1 1-176 0,-2 1 176 16,-4-3 0-16,1 3 0 0,-3-1 0 0,0 2 0 0,-3 2 0 0,0-4 0 16,-1-3 0-16,-2-2 144 0,-1-1 80 0,-3-4 16 15,-1-3 0-15,-1-2 0 0,-5 0-240 0,1-1 144 16,-1-4-144-16,-1-3 128 0,7-12-128 0,-8 8-256 16,8-8 64-16,-12 3 16 0,12-3-32 0,-12-1-16 15,0-3 0-15,0-1 0 0,1-1 96 0,-1-3 128 16,-2 1-208-16,3-4 80 0,-1-1 128 0,0-3-192 15,0-2 192-15,4 1-192 0,0-1 192 0,1-1 176 16,2-3-48-16,1-1 0 0,1-3 160 0,5-2 32 16,-1-4 0-16,3 2 0 0,-3 1-128 0,4 5 0 15,4 4-16-15,1 3 0 0,-2 2-176 0,2-2-192 16,1 1 32-16,0 0 16 16,3 1-272-16,-1 0-48 0,-1 0-16 0,0-2 0 15,-2-1-1760-15,0-4-368 0,0-3-64 0</inkml:trace>
        </inkml:traceGroup>
        <inkml:traceGroup>
          <inkml:annotationXML>
            <emma:emma xmlns:emma="http://www.w3.org/2003/04/emma" version="1.0">
              <emma:interpretation id="{F94CA0C3-24C4-49CD-9428-06810411017E}" emma:medium="tactile" emma:mode="ink">
                <msink:context xmlns:msink="http://schemas.microsoft.com/ink/2010/main" type="inkWord" rotatedBoundingBox="21148,15383 22122,14813 22594,15619 21620,16189"/>
              </emma:interpretation>
              <emma:one-of disjunction-type="recognition" id="oneOf1">
                <emma:interpretation id="interp1" emma:lang="" emma:confidence="0">
                  <emma:literal>"I</emma:literal>
                </emma:interpretation>
                <emma:interpretation id="interp2" emma:lang="" emma:confidence="0">
                  <emma:literal>= ,</emma:literal>
                </emma:interpretation>
                <emma:interpretation id="interp3" emma:lang="" emma:confidence="0">
                  <emma:literal>= )</emma:literal>
                </emma:interpretation>
                <emma:interpretation id="interp4" emma:lang="" emma:confidence="0">
                  <emma:literal>"</emma:literal>
                </emma:interpretation>
                <emma:interpretation id="interp5" emma:lang="" emma:confidence="0">
                  <emma:literal>= .</emma:literal>
                </emma:interpretation>
              </emma:one-of>
            </emma:emma>
          </inkml:annotationXML>
          <inkml:trace contextRef="#ctx0" brushRef="#br0" timeOffset="3782.1172">16579 3006 27647 0,'0'0'2448'15,"0"0"-1952"-15,0 0-496 0,17 10 0 0,3-6 3648 0,7-4 640 16,7-5 128-16,6-6 32 16,2-4-4576-16,9-3-928 0,9-4-176 0,6-3-16880 15</inkml:trace>
          <inkml:trace contextRef="#ctx0" brushRef="#br0" timeOffset="3611.0748">16672 2824 36863 0,'0'0'1632'0,"0"0"336"0,0 0-1584 0,0 0-384 0,13-3 0 0,4-2 0 15,2 0 1264-15,2-2 160 0,3-1 48 0,3-1 0 16,2-1-1312-16,-1 0-160 0,-1 0-224 0,2 3 48 31,-1 1-2144-31,-2-1-432 0,-8-1-96 0</inkml:trace>
          <inkml:trace contextRef="#ctx0" brushRef="#br0" timeOffset="4024.5617">17473 2326 24879 0,'0'0'2208'0,"0"0"-1760"0,0 0-448 0,0 0 0 15,6 16 3248-15,3-3 560 0,1 0 112 0,2 3 32 16,-1 0-2752-16,5 5-560 0,0-1-96 0,3 8-32 16,-1 8-256-16,4 6-64 0,4 5-16 0,-3 5 0 15,-1 4-176-15,-2 6 0 0,-1 3 144 0,-2 6-144 16,-1 3 0-16,-2-1 0 0,-6-10 0 0,-1-5-12288 16,3-6-2560-16</inkml:trace>
        </inkml:traceGroup>
      </inkml:traceGroup>
    </inkml:traceGroup>
  </inkml:traceGroup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1T05:32:34.578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3FD3B7A7-700C-4C10-9D3C-98430B410662}" emma:medium="tactile" emma:mode="ink">
          <msink:context xmlns:msink="http://schemas.microsoft.com/ink/2010/main" type="writingRegion" rotatedBoundingBox="16740,7471 17608,7471 17608,8105 16740,8105"/>
        </emma:interpretation>
      </emma:emma>
    </inkml:annotationXML>
    <inkml:traceGroup>
      <inkml:annotationXML>
        <emma:emma xmlns:emma="http://www.w3.org/2003/04/emma" version="1.0">
          <emma:interpretation id="{DB149CD6-19FF-48AB-B74E-0C4F76FA693F}" emma:medium="tactile" emma:mode="ink">
            <msink:context xmlns:msink="http://schemas.microsoft.com/ink/2010/main" type="paragraph" rotatedBoundingBox="16740,7471 17608,7471 17608,8105 16740,810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C16E1B7-9A34-495A-BCA9-2A60F4909924}" emma:medium="tactile" emma:mode="ink">
              <msink:context xmlns:msink="http://schemas.microsoft.com/ink/2010/main" type="line" rotatedBoundingBox="16740,7471 17608,7471 17608,8105 16740,8105"/>
            </emma:interpretation>
          </emma:emma>
        </inkml:annotationXML>
        <inkml:traceGroup>
          <inkml:annotationXML>
            <emma:emma xmlns:emma="http://www.w3.org/2003/04/emma" version="1.0">
              <emma:interpretation id="{D96220B7-2EB0-4EF8-8010-5CB11633852F}" emma:medium="tactile" emma:mode="ink">
                <msink:context xmlns:msink="http://schemas.microsoft.com/ink/2010/main" type="inkWord" rotatedBoundingBox="16740,7471 17608,7471 17608,8105 16740,8105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-3739-722 6447 0,'0'0'576'0,"0"0"-576"15,0 0 0-15,10-5 0 0,2-1 6720 0,-12 6 1248 16,13-5 240-16,-1 1 48 0,-12 4-5984 0,14-1-1200 15,-14 1-240-15,0 0-64 0,15 5-560 0,-15-5-208 16,15 11 144-16,-2 3-144 0,-3 1 0 0,1 4 0 16,-3 1 0-16,2-2 0 0,-2 1 0 0,1 1 0 15,-2 0 0-15,-1 2 0 0,1 2 0 0,0-4 0 16,0-3 0-16,-1 1 0 0,-1 1 144 0,0-3 48 16,-5-16 16-16,5 17 0 0,-1-2 16 0,-4-15 0 15,0 0 0-15,0 0 0 0,0 0-64 0,0 0-16 16,0 0 0-16,0 0 0 0,0 0 112 0,0 0 32 15,0 0 0-15,0 0 0 0,-4-15 96 0,1-2 32 16,-2-1 0-16,2-4 0 0,-1-3-416 0,1-2 128 16,1-2-128-16,1-1 0 0,1-4 192 0,-2-1-32 0,2 0-16 0,0-2 0 15,2-2 48-15,1 2 0 0,0 0 0 0,2 2 0 16,4 1-192-16,1 4 160 0,0 3-160 0,2 7 160 16,-1 3-160-16,1 3 0 15,0 6 0-15,0 1 0 0,0 2 0 0,1 5 0 16,2 5-128-16,4 4 128 0,1-1-144 0,2 7 144 0,1 4-192 0,3 1 192 15,-1 2 0-15,5 1 0 0,4 2 0 0,1 2 0 16,-1-1 0-16,1-1 0 16,0-2-144-16,1-1 144 0,1 0 0 0,-5-2 0 0,-7-1 0 0,-3 1 0 31,-4 0-1536-31,-3-1-224 0,-3-1-32 0</inkml:trace>
        </inkml:traceGroup>
      </inkml:traceGroup>
    </inkml:traceGroup>
  </inkml:traceGroup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1T05:33:54.345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13D7A5CD-B98D-4C82-B3A4-191B8923B7E9}" emma:medium="tactile" emma:mode="ink">
          <msink:context xmlns:msink="http://schemas.microsoft.com/ink/2010/main" type="inkDrawing" rotatedBoundingBox="7150,7321 22355,6457 22859,15336 7655,16201" hotPoints="22081,7099 22470,15136 7695,15852 7306,7815" semanticType="enclosure" shapeName="Rectangle">
            <msink:sourceLink direction="with" ref="{5F9DEAD3-C568-4CFF-B332-BECB07828538}"/>
            <msink:sourceLink direction="with" ref="{8B6203AA-B103-40CD-B723-7900FF1B6DEA}"/>
            <msink:sourceLink direction="with" ref="{591975C2-0C9E-4A6E-8442-A6B2A060202B}"/>
            <msink:sourceLink direction="with" ref="{F741E758-64CA-4402-B773-0128AEEC3021}"/>
          </msink:context>
        </emma:interpretation>
      </emma:emma>
    </inkml:annotationXML>
    <inkml:trace contextRef="#ctx0" brushRef="#br0">82-13 1839 0,'0'0'160'0,"0"0"-160"16,0 0 0-16,0 0 0 0,0 0 3872 0,0 0 736 15,-9-6 160-15,9 6 32 0,0 0-2720 0,0 0-544 0,-13-2-96 0,13 2-32 16,-12 2-640-16,12-2-128 0,0 0-16 0,-12 6-16 15,12-6-160-15,-8 9-48 0,8-9 0 0,-7 12 0 16,2-1-32-16,2 4-16 0,1 2 0 0,0 4 0 16,1 4-48-16,1 3-16 0,1 4 0 0,3 4 0 15,-1 2 64-15,0 3 16 0,1 2 0 0,1 0 0 16,0-1 0-16,2 1 0 0,-1 4 0 0,3 4 0 16,-1 3-16-16,1 3 0 0,-1 2 0 0,0 0 0 15,3-2 32-15,-1 2 0 0,1-4 0 0,1 1 0 16,0-2-16-16,0 5 0 0,0-2 0 0,-1 5 0 15,1 4-80-15,2 4-16 0,-3 3 0 0,1-3 0 16,0-1-32-16,0-1-16 0,-2-1 0 0,0-1 0 16,0-2 48-16,2 3 16 0,-2 4 0 0,0-1 0 15,0 3 80-15,0-6 16 0,-1-5 0 0,1-1 0 16,0-1 16-16,0-1 16 0,-2 0 0 0,1 3 0 16,-1 2 32-16,-1 2 16 0,-2 3 0 0,-2-2 0 0,-1-3-48 0,-2 0-16 15,-2-7 0-15,-1 2 0 0,-2 2-32 0,0 1-16 16,-2 0 0-16,-1 5 0 0,-1 6-80 0,1-6-16 15,-1-3 0-15,3-5 0 0,-1-5-64 0,0 0-32 16,2-4 0-16,2 2 0 0,1 2-160 0,4 5 0 16,1-2 144-16,2 5-144 0,0 6 0 0,4-1 128 15,-1-5-128-15,2 2 0 0,2-5 0 0,0 3 0 16,-1 2 0-16,1 2 0 0,-3 1 0 0,-1 7 128 16,-1 7-128-16,0 0 0 0,-4-7 128 0,-1-5-128 15,-4-4 128-15,0 3-128 0,-1-1 192 0,-2 7-48 16,0 5 0-16,0 4 0 0,0-1-16 0,0-5-128 0,0-6 192 0,1-4-64 15,2-3-128-15,1 0 192 0,2 0-192 0,3 0 192 16,1-2-192-16,2-1 0 0,-1-1 144 0,3-2-144 16,-2-8 128-16,-1-3-128 0,1-5 128 0,0-1-128 15,-1-4 0-15,-1 0 144 0,-1-2-144 0,-1 0 0 16,1 1 128-16,-3-1-128 0,1-1 0 0,0-2 0 16,-2 0 128-16,-2 0-128 0,2 1 0 0,2 1 0 15,1 0 0-15,0-2 0 0,1 0 0 0,2-2 0 16,1-2 176-16,2-1-176 0,1-1 160 0,0-3-160 15,2 1 192-15,-1-2-64 0,3-2-128 0,1 0 192 16,0-2-192-16,-1-1 144 0,-4-2-144 0,-2-1 128 16,0-1-128-16,-8-13 0 0,9 12 0 0,-9-12 0 15,0 0 0-15,0 0 0 0,0 0 0 0,0 0 0 16,-10-13-1472-16,-7-9-208 0,-10-8-48 16,-10-16-16-16</inkml:trace>
    <inkml:trace contextRef="#ctx0" brushRef="#br0" timeOffset="1275.3246">53 213 25679 0,'0'0'1136'0,"0"0"240"0,0 0-1104 0,0 0-272 15,0 0 0-15,0 0 0 0,0 0 1040 0,9-9 160 16,-3 1 16-16,3 0 16 0,-1-2-768 0,2-1-144 16,2 0-48-16,0-1 0 0,0-2-272 0,1 3 0 15,-1-1-176-15,1 0 176 0,1 0-304 0,-1 2 48 16,1 2 16-16,1 1 0 0,0 2 240 0,0 2 0 16,0-1 0-16,2 3 0 0,0-1 0 0,1 4-192 15,3 1 192-15,2 2-192 0,6 0 192 0,4 2 0 16,3 0 192-16,6-1-192 0,3-1 320 0,4 0-64 15,1 4 0-15,4-3 0 0,5 0 16 0,5-1 0 0,7-2 0 0,4 0 0 16,1-1-16-16,3-2-16 0,0-2 0 0,4 1 0 16,-1-3 208-16,6 3 64 0,4-3 0 0,6 1 0 15,4-2-64-15,1-2 0 0,-2-1 0 0,3 1 0 16,2 2-128-16,5 0-16 0,6-2-16 0,0 0 0 16,3-1-160-16,-1 1-128 0,2 2 144 0,4 2-144 15,3-1 0-15,-2 1 128 0,-3 0-128 0,1 1 0 16,4 4 0-16,3-2 0 0,4 0 0 0,-2 3 0 15,-5 2 0-15,3 2 0 0,5 1 0 0,1-1 0 16,-1-4 0-16,4 4 0 0,1 3 0 0,4-1 0 16,3-4 0-16,-4 1 0 0,-2 3 128 0,1-1-128 15,1-1 0-15,-1-2 144 0,-3-2-144 0,0 2 128 16,3 2 32-16,0-2 0 0,1-1 0 0,-2-3 0 16,-6-1 128-16,2 0 32 0,2 0 0 0,-6-1 0 15,-3-3 64-15,1 2 0 0,-1 2 16 0,0-1 0 0,2-6-16 0,-3 0-16 16,-4 4 0-16,-2-2 0 0,1 0-96 0,-2-2-16 15,-4-1 0-15,-1-1 0 0,-4-1-96 0,1 2-32 16,-1 3 0-16,-1-4 0 0,-2-1-128 0,-3 2 0 16,-4-1 144-16,2 6-144 0,-2-2 0 0,-1 0 144 15,-4-2-144-15,-1 1 0 0,-1-3 128 0,-1 2-128 16,-2 2 0-16,1 0 0 0,-1 0 0 0,0 2 0 16,-1 0 0-16,-4 1 0 0,-2-3 0 0,3 1 0 15,-3 3 0-15,-3 1 0 0,-1 0 0 0,-3 0 0 16,-1 0 0-16,-3 0 0 0,-4 0 0 0,-3 1 0 15,-3 1 0-15,-2 1 0 0,-2 3 944 0,-3-1 80 16,-3 0 0-16,-6 0 16 16,-1 0-1552-16,-2 0-320 0,-2 1-64 0,-1 1-16 0,0 0 720 0,1 0 192 0,1-1 0 0,3 1 0 15,1-2 144-15,6 2 64 0,4 1 16 0,2 2 0 16,1 2-224-16,-1-3 0 0,4-1 128 0,-2 0-128 16,-2-1 0-16,0 0 0 0,-1 0 0 0,-1-1 0 15,1 3 0-15,1-1 0 0,0-1 0 0,0 3 0 16,-3-3 0-16,2-1 0 0,-2 1 0 0,-4 0 0 15,-4-2 0-15,-2-2 0 0,-1 1 0 0,-4-3 0 16,-3-1 0-16,-1 2 192 0,0 1-16 0,1 1-16 16,-3-3 48-16,-1 1 16 0,-1 2 0 0,-4-4 0 15,-2-2-32-15,-1 0-16 0,-4 0 0 0,2 1 0 16,0 1-176-16,-2-2 160 0,0-1-160 0,-1 1 160 16,-1 0-160-16,-1 1 0 0,-3-3 0 0,-1 3 0 15,-1 1 0-15,1 0 0 0,1-2 0 0,0 0 0 0,-4 1 0 16,0-1 0-16,-2 0-160 0,1 2 160 0,-14 0-256 0,15 4 64 15,-2-1 0-15,-13-3 0 0,14 0-48 0,-1 2 0 16,-13-2 0-16,14 5 0 0,-14-5-16 0,13 3 0 16,-13-3 0-16,14 2 0 0,-14-2 0 0,13 1 0 15,-13-1 0-15,0 0 0 0,14-1 32 0,-14 1 0 16,0 0 0-16,13-4 0 16,-13 4-224-16,12-5-64 0,-4-1 0 0,-8 6-7856 15,7-14-1568-15,-4-1-320 0</inkml:trace>
    <inkml:trace contextRef="#ctx0" brushRef="#br0" timeOffset="4729.7995">440 6940 10127 0,'0'0'896'0,"12"11"-704"16,-5-1-192-16,1 1 0 0,2-1 4688 0,0 3 912 15,0 1 176-15,0 1 48 0,2 2-3712 0,-3 1-752 16,-3 1-144-16,-1-1-16 0,-3-1-160 0,0 0-16 16,-2 0-16-16,-2 1 0 0,-1 1-432 0,-2-1-64 15,0 1-32-15,0 1 0 0,-2 2-208 0,-2 1-32 16,1 1-16-16,0 3 0 0,-3 0-16 0,3 0 0 16,-2-1 0-16,5 6 0 0,2 4 80 0,-1 4 16 0,1 4 0 15,1 0 0-15,0-1-80 0,2 3-16 0,2-2 0 0,-2-1 0 16,0-2-48-16,2-4-16 0,0 0 0 0,1-2 0 15,-1 0-144-15,-1-3 0 0,1-3 0 0,0-4 0 16,1-5 176-16,0-1-48 0,-1-2-128 0,1-4 192 16,-3-13-192-16,0 0 0 0,7 12-144 0,-7-12 144 15,0 0 0-15,0 0 0 0,0 0 0 0,14 8 160 16,-1-3-160-16,-13-5 0 0,0 0-192 0,0 0 192 16,15 4 0-16,-3-3 0 0,-12-1 0 0,0 0 0 15,17 4-128-15,-2 1 128 0,0-2 0 0,0 2 0 16,2 0 0-16,2 2 0 0,-1 1 0 0,4 1 0 15,1-2 0-15,6 1 0 0,5-1 0 0,4 1 0 16,4-1-160-16,4-2 160 0,-1-2 0 0,6-1-144 16,3 0-32-16,1-1 0 0,2-1 0 0,1 4 0 15,-1-4 48-15,0 3 0 0,2 0 0 0,5 2 0 0,1 1 128 0,4-1 0 16,2 1 0-16,-2 1 128 0,0 1-128 0,0 1 0 16,2-2 0-16,-1 1 128 0,1 0-128 0,5 1 0 15,6-4 0-15,6 0 0 0,1-2 0 0,3 1 192 16,3-1-64-16,2 0 0 0,-1 1-128 0,7-1 0 15,3 0-128-15,-2 1 128 0,4 1 0 0,-4 0 0 16,-5-2 0-16,6 1 0 0,4-1 0 0,2-1 0 16,2-4 0-16,0-1 128 0,-4-1-128 0,7-1 0 15,3-3-128-15,6-2 128 0,1-2 0 0,0-1 0 16,1-3 0-16,5 1 128 0,8 0-128 0,-2 0 0 16,-2-2 0-16,4 0 0 0,1 2 0 0,2 2 0 15,0-2 0-15,2 3 0 0,-2 2 0 0,5 3 0 0,0 0 0 0,-3 4-128 16,-2 1 128-16,0 2 0 0,3 4 0 0,-1-1 0 15,1 0 0-15,1 2 0 0,-4 2 0 0,0 0 0 16,0-2 0-16,2 0 0 0,-2-2 0 0,1 1 0 16,4-1 0-16,0-5 0 0,-1-1 0 0,2-2 0 15,1-2 0-15,3 0 0 0,0-3 0 0,1 2 0 16,-3-2 0-16,-1 1 0 0,-1 1 0 0,-4 0 128 16,-3 1-128-16,-3 0 0 0,1 0 0 0,-1 2 0 15,-4-1 0-15,-4 2 0 0,-6 3 0 0,-2-1 0 16,1 0 144-16,-3-1-144 0,-3-4 192 0,2 2-192 15,-3-2 256-15,4 2-64 0,1 0-16 0,-3-3 0 16,-3-2-176-16,5 1 160 0,-1 4-160 0,-1 0 160 16,-1 0-160-16,0 0 0 0,-7 0 0 0,-5 3 0 0,-4 2 0 0,-2 0 0 15,-4 0 0-15,-2 2 0 0,-5-2 0 0,-5 0 0 16,-5 0 0-16,-6 0 0 0,-8-2 0 0,1 1 0 16,-2-3 128-16,-2 1-128 0,-3-2 0 0,1 0 0 15,1-2 0-15,0-1 0 0,-3-1 0 0,3 1 0 16,0-1 0-16,-1 1 0 0,-1-2-144 0,0 2-16 15,-2-1 0-15,0 4 0 0,-1-2-48 0,-1 2-16 16,-2 0 0-16,-3-1 0 0,-4-6 96 0,-3 3 128 16,-2-1-208-16,-8 0 80 15,-6-5-304-15,-5-3-48 0,-3-8-16 0,-6-7-12144 16,-8-9-2432-16</inkml:trace>
    <inkml:trace contextRef="#ctx0" brushRef="#br0" timeOffset="2761.8955">14605 129 31503 0,'-1'6'1392'0,"1"-6"288"0,0 0-1344 0,0 0-336 16,0 0 0-16,3 9 0 0,-3-9 1856 0,0 0 320 15,0 8 48-15,0-8 16 0,0 0-976 0,0 0-192 16,0 0-48-16,3 10 0 0,-3-10-816 0,5 9-208 15,-5-9 0-15,5 13 0 0,-1 6 0 0,-2 1 0 16,1 3 0-16,0 1 0 0,-1 3 0 0,3 7-160 16,0 6 32-16,-2 9 0 0,1 3-16 0,-1 5 0 0,2 5 0 15,0 7 0-15,-1 5 144 0,2-3 0 0,3-4 0 0,1 1 0 16,0 1 0-16,-2 3 192 0,4-1-64 16,0 8 0-16,0 8 112 0,1-4 16 0,-1-6 16 0,1-1 0 15,-3-2 80-15,4 2 16 0,1 1 0 0,0 7 0 16,0 7 80-16,2-2 0 0,-2 0 16 0,-1-1 0 15,1-7-64-15,0 6-16 0,0 6 0 0,2 8 0 16,-2 5-160-16,2-4-32 0,0-8-16 0,0 2 0 16,1-1-16-16,-1 4 0 0,0 5 0 0,0 0 0 15,5-3 32-15,-4-6 16 0,1-6 0 0,-1 3 0 16,1 6-32-16,-1 3-16 0,-3 3 0 0,2-8 0 16,-4-5-160-16,-1-5 160 0,-3-2-160 0,-3 5 160 15,-2 0-160-15,-3 2 0 0,-1 3 0 0,-1-6 0 16,-3-6 0-16,-2-1 0 0,-3 1 0 0,1 3 0 15,-2 2 0-15,0 4 0 0,0 1 0 0,3-1 0 0,0-5 0 0,4-2 0 16,3 0 0-16,3 4 0 0,2 1 0 0,4 0 0 16,2-5 0-16,-1-5 0 0,1-8 0 0,-1-7 0 15,0-7-176-15,-2-3 176 16,-1-3-432-16,-2-4 0 0,-5-4 0 0,-3-2 0 16,-4-6-1056-16,-10-5-224 0,-10-3-32 0,-10-3-18304 0</inkml:trace>
    <inkml:trace contextRef="#ctx0" brushRef="#br0" timeOffset="5012.4369">15506 6349 33167 0,'11'52'1472'0,"-2"-20"304"0,-1 0-1424 0,4-2-352 0,1 1 0 0,2 1 0 16,1 1 3024-16,-1 3 544 0,-3 1 96 0,-1-2 32 15,-4-1-2896-15,-4 1-576 0,-3 2-224 0,-1 2 176 16,-3-1-176-16,-2 3-224 0,-4-1 48 0,-2 2 16 16,-2 4-320-16,1 4-64 0,-2 6-16 0,0 6 0 15,1 4 112-15,2 4 0 0,2 4 16 0,2 2 0 0,-1 0 272 16,6-2 160-16,-2-2-192 0,2-3 192 16,-1-7-528-16,3-3 0 0,-1-7 0 15,0-10-17744-15</inkml:trace>
  </inkml:traceGroup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1T05:34:00.378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B1B4015D-0884-44DE-A1A6-8AD68F1E295B}" emma:medium="tactile" emma:mode="ink">
          <msink:context xmlns:msink="http://schemas.microsoft.com/ink/2010/main" type="writingRegion" rotatedBoundingBox="5994,7593 7145,14998 5713,15220 4562,7816"/>
        </emma:interpretation>
      </emma:emma>
    </inkml:annotationXML>
    <inkml:traceGroup>
      <inkml:annotationXML>
        <emma:emma xmlns:emma="http://www.w3.org/2003/04/emma" version="1.0">
          <emma:interpretation id="{A59867A4-2EBD-45A8-9E5F-5B430CCDAF85}" emma:medium="tactile" emma:mode="ink">
            <msink:context xmlns:msink="http://schemas.microsoft.com/ink/2010/main" type="paragraph" rotatedBoundingBox="5994,7593 7145,14998 5713,15220 4562,781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D71E875-DF40-4D1B-B529-F3BD67AB1AF0}" emma:medium="tactile" emma:mode="ink">
              <msink:context xmlns:msink="http://schemas.microsoft.com/ink/2010/main" type="line" rotatedBoundingBox="5994,7593 7145,14998 5713,15220 4562,7816"/>
            </emma:interpretation>
          </emma:emma>
        </inkml:annotationXML>
        <inkml:traceGroup>
          <inkml:annotationXML>
            <emma:emma xmlns:emma="http://www.w3.org/2003/04/emma" version="1.0">
              <emma:interpretation id="{9903CA4C-36A6-4F0F-B18C-E2E568E4F1A9}" emma:medium="tactile" emma:mode="ink">
                <msink:context xmlns:msink="http://schemas.microsoft.com/ink/2010/main" type="inkWord" rotatedBoundingBox="5994,7593 6505,10879 5274,11071 4763,7785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21 804 9215 0,'0'0'400'0,"0"0"96"0,-12-10-496 0,4 0 0 0,4 0 0 0,6 1 0 16,3 1 6416-16,0-1 1200 0,-5 9 224 0,5-10 48 15,-5 10-5536-15,10-7-1120 0,-10 7-208 0,14-5-64 16,-14 5-576-16,15-3-128 0,-15 3-32 0,17-2 0 15,-17 2-224-15,17 0 0 0,-4 5 0 0,2 6 0 16,0 2 0-16,1 6-128 0,-3 4 128 0,0 9-160 16,1 3 160-16,-2 9 0 0,-1 5-144 0,1 3 144 15,-2 2 0-15,-1-5-176 0,-1-6 176 0,1-2-128 16,-3-4 128-16,1-2 0 0,1-3 0 0,-3-3 0 16,1-6 0-16,-1-1 0 0,0-5 0 0,-4-4 0 0,-1-13 0 15,0 0 0-15,0 0 128 0,0 0-128 0,0 0 0 16,0 0 144-16,0 0-144 0,0 0 0 0,-11-16 144 0,0-6-144 15,1-3 0-15,2-6 144 0,0-2-144 0,1-6 0 16,0-3-192-16,0-5 192 0,2-7 0 0,0 0 0 16,4-3 0-16,-3-2 0 0,2-3 176 0,1-2 48 15,-1 0 16-15,5 3 0 0,-1-1 16 0,2-4 0 16,1-4 0-16,3-1 0 0,4 2-80 0,3 5-16 16,2 7 0-16,1 6 0 0,1 9-160 0,-1 9 0 15,-1 6 0-15,2 5 0 0,-3 7 0 0,3 3 0 16,-2 5 0-16,0 4 0 0,1 3 0 0,1 8 0 0,-1 6 0 15,2 3 0-15,2-1 0 0,2 8 0 0,1 5-144 16,4 4 144-16,1 3 0 0,0 6 0 0,0 5 0 0,2 3 0 16,2 4 0-16,-2-2 176 0,-2-3-48 0,1-2-128 15,-1 0 128-15,0-3-128 0,0 0 0 0,-1-2 0 16,-2 0 128-16,0 0-128 0,-2-2 0 0,-3-4 0 16,-3-6 0-16,-3-1 0 0,-4-3-192 0,-5 1 48 31,-4-1-2688-31,-4-1-544 0</inkml:trace>
          <inkml:trace contextRef="#ctx0" brushRef="#br0" timeOffset="225.2674">376 959 5519 0,'-17'16'496'15,"7"-5"-496"-15,0-5 0 0,0 1 0 0,10-7 6640 0,0 0 1232 16,0 0 240-16,0 0 48 0,0 0-5856 0,20 2-1184 16,4-6-224-16,4-2-64 0,9-4-624 0,7-4-208 15,5-3 128-15,6 2-128 16,4 2-320-16,0-1-112 0,0-1-16 0,2 3-16 16,-3 0-2224-16,-4 6-432 0</inkml:trace>
          <inkml:trace contextRef="#ctx0" brushRef="#br0" timeOffset="1818.771">511 2390 19343 0,'0'0'1728'0,"3"14"-1392"0,2 1-336 0,0-1 0 15,2-1 4560-15,3 2 848 0,2 4 160 0,1 3 48 16,2 3-4080-16,0 2-832 0,2 0-144 0,2 3-48 15,1 2-112-15,0 0-16 0,2 0-16 0,0 0 0 16,0-2-368-16,0 4 0 0,0-2 0 0,-4 0 0 16,1 0 0-16,-4 0 0 0,-2 1 0 0,-1 3 0 15,-4-3 0-15,-1-1 0 0,-2-3 0 0,-2-2 0 16,-3-2 0-16,-1-3 0 0,-1-4 0 0,0-1 0 16,-1-3 0-16,3-14 0 0,0 0 0 0,0 0 128 15,0 0-128-15,0 0 0 0,0 0 0 0,0 0 128 16,0 0-128-16,-7-5 0 0,-1-4 0 0,3-6 128 0,0-5-128 0,0-5 0 15,-2-4 0-15,-1-5 0 0,-1-3 0 16,-3 0-128-16,-3 0 128 0,-2-1-128 0,-3-6 128 16,-2-3 0-16,-5 1 0 0,-3-4-128 0,2-7 128 0,1-2 0 15,-2 0 0-15,6 3 0 0,2 2 0 0,6 6 0 16,2 2 0-16,3 8 128 0,3 4-128 0,4 2 0 16,1 0 0-16,5 3 0 0,4 2 0 0,5 2-160 15,1 2 160-15,4 2-208 0,5 3 208 0,3 1-176 16,2 2 176-16,3 1-160 0,4 6 160 0,0-2-128 15,1 0 128-15,-1 5-128 0,-1 3 128 0,1 2 0 16,-2 4 160-16,2 1-160 0,-1 1 192 0,1 6-64 0,-1 0-128 16,-1 1 192-16,0 1-192 0,-3 1 144 0,-4 2-144 15,-3 0 128-15,-3-2-128 0,-4 2 0 0,-3 1 0 0,-4 6 0 16,-1-3 0-16,-4 0 0 0,-1-3 128 0,-1 2-128 16,-2 4 0-16,-4-1 0 0,0 1 0 0,-2 0 0 15,-1-3 0-15,-1 0 0 0,-3-3 128 0,2-1-128 16,2 0 0-16,-4-2 0 0,0-5 0 0,0 0 0 15,1-1-192-15,1-1 192 0,-2 0-192 0,2 1 192 16,10-9-256-16,-10 10 64 0,-2 0 0 0,3 0 16 16,1-2 176-16,8-8 0 0,-7 11 0 0,7-11-128 15,-6 13 128-15,1-1 0 0,5-12 0 0,-4 17-128 16,4-17 128-16,0 13 0 0,0-13 0 0,5 14 0 16,-5-14 0-16,9 13-128 0,-9-13 128 0,15 8 0 15,0-1 0-15,3 0 0 0,1-4 0 0,3-1 0 16,3 1 0-16,0 2-128 0,1 0 128 0,2 4-128 15,2-1 128-15,2 4 0 0,-1 0 0 0,-1 1 0 0,-3 1 0 0,1 1 0 16,3-2 0-16,-4 6 0 0,-5-1 0 0,-1 3 0 16,-2-1-192-16,-2-2 64 0,-4-1 128 0,-1 2 0 15,-2 1 0-15,-2 0 0 0,-1 0 0 0,-2 0 0 16,0 1 0-16,-5-1 0 0,-3 0 0 0,-2-2 144 16,-2 1-144-16,-3-1 0 0,-3-2 304 0,-6-1-48 15,-4-4-16-15,-8 3 0 0,-7-1-80 0,-6-1-16 16,-5-2 0-16,-3-1 0 0,-5-4 64 0,-2-2 16 15,-3-3 0-15,-4 0 0 0,-3-2 48 0,0 1 16 16,0-4 0-16,0 1 0 0,0 1-112 0,8 0-32 16,4-4 0-16,8 2 0 15,7-2-464-15,5 0-80 0,4-1-32 0,6 0-19152 0</inkml:trace>
          <inkml:trace contextRef="#ctx0" brushRef="#br0" timeOffset="553.1793">689 2352 30399 0,'0'18'2704'0,"3"4"-2160"0,2 3-544 0,4 6 0 16,1 4 2528-16,2 4 400 0,1 1 80 0,1 2 0 16,-1 0-1936-16,1 2-400 0,-1 0-80 0,2 1-16 15,4 2-336-15,-4 0-80 0,-2-1-16 0,-1 1 0 0,-2-2-144 0,-1-1 0 16,-1-2 0-16,-1-5 0 0,-1-5 0 0,-1-3 0 15,0-6-160-15,-1-4 160 16,-2-2-864-16,-2-7-80 16,0-10-16-16,0 0 0 0,0 0-2880 0,0 0-576 0</inkml:trace>
          <inkml:trace contextRef="#ctx0" brushRef="#br0" timeOffset="944.0927">872 2535 14735 0,'-11'-32'640'0,"4"14"160"15,-2-3-640-15,3 1-160 0,-3 2 0 0,3 1 0 0,1 4 3968 0,-1-1 752 16,1 2 144-16,0 4 48 0,0-1-2992 0,5 9-608 16,0 0-112-16,0 0-32 0,0 0-480 0,0 0-112 0,0 0 0 0,0 0-16 15,0 0-304-15,0 0-64 0,0 0-16 0,0 0 0 16,0 0-176-16,0 19-144 0,-1 1 144 0,4 0-208 16,0 1 208-16,1-1-144 0,-1-3 144 0,2 1-128 15,2 1 128-15,0-1 0 0,-1 1 0 0,3-3 0 16,1 1 0-16,0-2 0 0,-2 1 0 0,2-3-128 15,1-3 128-15,0 0 0 0,1-1 0 0,0-3-128 16,-12-6 128-16,17 7 0 0,0-2 0 0,-2 0-128 16,0-5-192-16,-2 2-16 0,1-1-16 0,-1-1 0 31,1 0-80-31,-1 0-16 0,1 0 0 0,-14 0 0 0,16 6 160 0,0-1 32 0,-1-2 0 0,-2 0 0 16,1 4 256-16,-1 0 0 0,1 1 0 0,-3 1 0 15,-11-9 0-15,14 11 0 0,-2-1 0 0,-12-10 0 0,13 12 0 16,-13-12 0-16,0 0 0 0,5 15 0 0,-5-15 0 0,0 0 0 15,0 0 0-15,0 0 0 0,-3 14 0 0,3-14 0 16,0 0 0-16,0 0 0 0,0 0-160 0,-15 3-80 16,-1-3-16-16,5-1 0 15,11 1-1920-15,-19-6-384 0,-1 0-64 0</inkml:trace>
        </inkml:traceGroup>
        <inkml:traceGroup>
          <inkml:annotationXML>
            <emma:emma xmlns:emma="http://www.w3.org/2003/04/emma" version="1.0">
              <emma:interpretation id="{F2F89EFA-10F5-4C3D-976B-C19E61A45EDC}" emma:medium="tactile" emma:mode="ink">
                <msink:context xmlns:msink="http://schemas.microsoft.com/ink/2010/main" type="inkWord" rotatedBoundingBox="6414,12394 6826,15047 5713,15220 5301,12567"/>
              </emma:interpretation>
              <emma:one-of disjunction-type="recognition" id="oneOf1">
                <emma:interpretation id="interp1" emma:lang="" emma:confidence="1">
                  <emma:literal>,</emma:literal>
                </emma:interpretation>
                <emma:interpretation id="interp2" emma:lang="" emma:confidence="0">
                  <emma:literal>n</emma:literal>
                </emma:interpretation>
                <emma:interpretation id="interp3" emma:lang="" emma:confidence="0">
                  <emma:literal>-</emma:literal>
                </emma:interpretation>
                <emma:interpretation id="interp4" emma:lang="" emma:confidence="0">
                  <emma:literal>D</emma:literal>
                </emma:interpretation>
                <emma:interpretation id="interp5" emma:lang="" emma:confidence="0">
                  <emma:literal>p</emma:literal>
                </emma:interpretation>
              </emma:one-of>
            </emma:emma>
          </inkml:annotationXML>
          <inkml:trace contextRef="#ctx0" brushRef="#br0" timeOffset="2864.3221">1281 6344 28559 0,'0'0'2544'0,"0"0"-2032"0,-3 14-512 0,3-14 0 16,0 0 3184-16,-2 15 528 0,0 0 128 0,4 0 0 15,2 0-2528-15,-1 2-512 0,2 2-96 0,2 6-32 0,-1 4-512 0,3 6-160 16,1 4 0-16,2 6 0 0,3 6 0 0,2-1 0 16,-1-1-192-16,1 0 48 0,0-2 144 0,2 0 0 15,-1 2 0-15,1 1 0 0,-4 2 0 0,-2-1 0 16,-3-2 0-16,-1-7 0 0,-1-5 0 0,-3-5-192 16,-3-7 192-16,-2-7-192 15,0-18-1840-15,0 0-368 0,0 0-80 0</inkml:trace>
          <inkml:trace contextRef="#ctx0" brushRef="#br0" timeOffset="3196.5511">1170 6481 11967 0,'0'0'1072'0,"0"0"-864"0,0 0-208 0,0 0 0 16,0 0 4080-16,0 0 768 0,0 0 144 0,0 0 48 15,0 0-2864-15,19 0-560 0,-2 5-112 0,3 3-32 16,-2 1-768-16,6 1-144 15,1 1-48-15,4 3 0 0,4 1-320 0,3 0-64 0,-3 0 0 0,1 0-128 16,0 1 320-16,-1-1-64 0,1 0 0 0,-1 2 0 16,-1 0 64-16,2-1 16 0,-2 3 0 0,0-1 0 15,-2-1 144-15,-3 2 32 0,-2 1 0 0,-3 2 0 16,-3 0-64-16,-4-2 0 0,-3-2 0 0,-4 3 0 16,-3-1-256-16,-3 3-64 0,-4 1-128 0,-1 1 192 15,-4 0-64-15,-3 2 0 0,-2-3-128 0,-3 3 192 16,-2 3-32-16,-3 2-16 0,-3 2 0 0,-4-1 0 15,-4-1 32-15,-1 0 0 0,-3-1 0 0,-4-1 0 16,-3-2-176-16,-10-2 0 0,-13-4 144 0,-4-4-144 16,-2-6-176-16,-3-5-96 0,-2-4-32 0,-3-6 0 15,-3-8-2352-15,-6-9-480 0,-8-10-80 0</inkml:trace>
          <inkml:trace contextRef="#ctx0" brushRef="#br0" timeOffset="2445.2683">1263 5118 20271 0,'0'0'896'0,"0"0"192"0,-7-12-880 0,2 2-208 15,0-2 0-15,0 2 0 0,-4 0 1312 0,3-2 224 16,-1-1 32-16,0 3 16 0,1 1-1152 0,-1-3-240 15,0-1-32-15,2-2-16 0,0-2-144 0,0 0-144 16,0 0 144-16,3 1-208 0,2-1 208 0,2 0 0 16,1 0 144-16,2 2-144 0,0 0 768 0,0 0 48 0,2 1 16 15,0 2 0-15,-2 1 448 0,-5 11 112 0,7-10 16 0,-7 10 0 16,0 0-208-16,0 0-48 0,1-11 0 0,-1 11 0 16,0 0-352-16,0 0-80 0,0 0-16 0,0 0 0 15,0 0-368-15,-8-6-80 0,-2 2 0 0,0 4-16 16,-2 0-240-16,0 4 0 0,0 1 0 0,1 2-160 15,-3-1 32-15,1 3 0 0,-2 1 0 0,-1 2 0 16,0 1 128-16,-1 0 0 0,0 1 0 0,0-2 0 16,0 3 0-16,-1 2 0 0,-2-1 128 0,-1 3-128 15,1 1 192-15,-2-1-16 0,0-4-16 0,2 3 0 16,0 4 48-16,0 2 16 0,0-1 0 0,3 3 0 16,3-1-48-16,4 3-16 0,4 1 0 0,4 0 0 15,0-2-160-15,6-1 128 0,2 0-128 0,4-3 128 16,2-3 0-16,3-3 0 0,5-3 0 0,4-6 0 0,3-3-128 15,7-1 0-15,8-4 0 0,6-5 128 16,8-7-128-16,3-5 0 0,3-3 144 0,2-7-144 0,2-7 0 0,-1-5 0 16,-1-3 0-16,-2-1-192 15,-6-3-1952-15,-6 4-400 0</inkml:trace>
        </inkml:traceGroup>
      </inkml:traceGroup>
    </inkml:traceGroup>
  </inkml:traceGroup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1T05:34:11.183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AD53EDA1-CF48-4BC7-B28F-C5DE36F89DC4}" emma:medium="tactile" emma:mode="ink">
          <msink:context xmlns:msink="http://schemas.microsoft.com/ink/2010/main" type="writingRegion" rotatedBoundingBox="7639,5824 20462,5538 20674,15080 7851,15365"/>
        </emma:interpretation>
      </emma:emma>
    </inkml:annotationXML>
    <inkml:traceGroup>
      <inkml:annotationXML>
        <emma:emma xmlns:emma="http://www.w3.org/2003/04/emma" version="1.0">
          <emma:interpretation id="{6020D0C3-8DEC-42E5-81E8-CD41055A10F3}" emma:medium="tactile" emma:mode="ink">
            <msink:context xmlns:msink="http://schemas.microsoft.com/ink/2010/main" type="paragraph" rotatedBoundingBox="8025,5622 20430,5842 20402,7461 7997,724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08325C1-0059-47DC-97EA-FA2B02471610}" emma:medium="tactile" emma:mode="ink">
              <msink:context xmlns:msink="http://schemas.microsoft.com/ink/2010/main" type="line" rotatedBoundingBox="8025,5622 20430,5842 20402,7461 7997,7241"/>
            </emma:interpretation>
          </emma:emma>
        </inkml:annotationXML>
        <inkml:traceGroup>
          <inkml:annotationXML>
            <emma:emma xmlns:emma="http://www.w3.org/2003/04/emma" version="1.0">
              <emma:interpretation id="{4643941C-9113-4484-B413-8E87980FC47F}" emma:medium="tactile" emma:mode="ink">
                <msink:context xmlns:msink="http://schemas.microsoft.com/ink/2010/main" type="inkWord" rotatedBoundingBox="8023,5755 9532,5782 9511,6978 8002,6952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253 331 8287 0,'0'0'736'0,"0"0"-592"0,0 0-144 0,0 0 0 0,0 0 4736 0,0 0 928 16,0 0 176-16,0 0 48 0,0 0-3008 0,10 12-576 0,0-5-128 0,-10-7-32 15,12 8-960-15,-12-8-192 0,13 12-32 0,-1-2-16 16,-12-10-432-16,15 10-96 0,-3 0-16 0,-2 2 0 16,-2 1-144-16,1 3-48 0,-1 2 0 0,-1 1 0 15,0-1-208-15,3 4 128 0,0-2-128 0,7 2 0 16,0 0 176-16,1 0-176 0,-1 0 192 0,3 1-192 16,2 1 288-16,3 1-48 0,2 4-16 0,3-4 0 15,2-3 64-15,0 1 16 0,2 1 0 0,-2-1 0 16,-3-1-48-16,-6 0-16 0,-3 0 0 0,-3 0 0 15,-5 3-240-15,-5-1-192 0,-6-1 48 0,-6 3 0 32,-5-1-1344-32,-5 0-272 0,-5 2-48 0,0-2-16 0,-4 2-1696 0,2-3-320 15</inkml:trace>
          <inkml:trace contextRef="#ctx0" brushRef="#br0" timeOffset="-718.9344">0 572 14223 0,'0'0'624'0,"0"0"144"0,0 0-624 0,0 0-144 0,0 0 0 0,0 0 0 16,0 0 1632-16,0 0 288 0,0 0 64 0,0 0 16 16,0 0-864-16,0 0-176 0,0 0-48 0,9-9 0 15,-9 9-592-15,17-6-112 0,-1-1-16 0,3 2-16 16,-1 0-176-16,3 0 160 0,-3 0-160 0,2 1 160 16,-1-1 512-16,1 0 96 0,0 0 32 0,0 0 0 15,1-1 512-15,1-1 96 0,-1-2 32 0,1-1 0 16,-2-1-128-16,6 0-32 0,2 0 0 0,6-1 0 15,1-5-480-15,6 0-96 0,1-3-32 0,5 0 0 16,5-5-384-16,7 1-80 0,3-1-16 0,7 0 0 16,3-4-192-16,4 4 0 0,2 1 0 0,-3 1 0 15,-2-1 0-15,-4 0 0 0,-2-1 160 0,-6 3-32 16,-8 1-736-16,-9 0-144 0,-10 3-16 0</inkml:trace>
          <inkml:trace contextRef="#ctx0" brushRef="#br0" timeOffset="-4018.0248">1084 506 16575 0,'0'0'736'0,"0"0"160"0,0 0-720 0,0 0-176 0,0 0 0 0,0 0 0 0,10 10 4208 0,-10-10 800 15,14 9 176-15,-14-9 16 0,0 0-3280 0,0 0-640 16,0 0-144-16,0 0-32 0,0 0-400 0,15 8-64 16,-15-8-32-16,11 9 0 0,-11-9-256 0,0 0-48 15,0 0-16-15,0 0 0 0,9 13 32 0,-9-13 0 16,0 0 0-16,7 14 0 0,-7-14-64 0,0 0 0 16,6 13 0-16,-1 0 0 0,-1 3-128 0,1-1-128 15,0-2 192-15,0 4-192 0,0 3 0 0,2 4 0 16,-1-1-192-16,1 3 48 15,2 0-272-15,-3 3-48 0,1-2-16 0,0 0 0 16,-1 0-1760-16,1-2-336 0,0-3-80 0</inkml:trace>
        </inkml:traceGroup>
        <inkml:traceGroup>
          <inkml:annotationXML>
            <emma:emma xmlns:emma="http://www.w3.org/2003/04/emma" version="1.0">
              <emma:interpretation id="{4B9803EF-D8B1-4AB5-A962-FC39B95BEB81}" emma:medium="tactile" emma:mode="ink">
                <msink:context xmlns:msink="http://schemas.microsoft.com/ink/2010/main" type="inkWord" rotatedBoundingBox="11000,5846 13279,5887 13263,6794 10984,6754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584.9204">2984 286 21183 0,'0'0'944'0,"0"0"192"0,0 0-912 0,15 0-224 15,2-2 0-15,-1 2 0 0,-1-2 4096 0,4 1 768 16,1-4 144-16,5 0 48 0,4 0-3264 0,5-2-656 16,1-3-128-16,4 0-32 0,3-4-592 0,5 2-128 15,2-1-32-15,3 0 0 0,3-4-384 0,-1 0-80 16,-3-2-16-16,-1 4 0 15,-1 2-1856-15,-4-1-384 0,-3 1-80 0</inkml:trace>
          <inkml:trace contextRef="#ctx0" brushRef="#br0" timeOffset="818.8493">3165 427 37375 0,'0'19'1664'0,"7"-8"320"0,6 0-1584 0,6 0-400 0,6 4 0 0,2 2 0 16,3 3 1296-16,2 1 176 0,2-3 48 0,1 2 0 15,-1 1-816-15,-2-3-144 0,-5 1-48 0,-2-1 0 16,-3 2-512-16,-5 0 0 0,-4 2 0 0,-3-1 0 16,-3-5-720-1,-2 5-112-15,-1-1 0 0,-3 0-16 0,-2 0-2160 0,1 0-416 0,-2 2-96 0,2 0-11376 16</inkml:trace>
          <inkml:trace contextRef="#ctx0" brushRef="#br0" timeOffset="-3215.8425">4513 454 19343 0,'0'0'1728'0,"0"0"-1392"0,0 0-336 0,0 0 0 15,0 0 3408-15,3 14 624 0,-3-14 112 0,7 13 16 16,-7-13-2864-16,14 10-576 0,-1-3-112 0,2 0-32 0,-1-1-384 0,-1 1-192 15,2-2 160-15,0 0-160 16,-1 0 0-16,-1 2 0 0,-1 1 0 0,-2 2 0 0,0 1 0 0,-1-1 0 16,-4 1 0-16,0 3 0 0,-2-1 0 0,-3 4 0 15,-2 0 0-15,1 1 0 0,-1 3 0 0,-1 2 0 16,-2 1-128-16,-4-1 128 0,-3-2 0 0,1 2 0 16,-1 1 0-16,0-1 0 0,-1-1 0 0,-1 0 0 15,1-2 0-15,1-1 0 0,0-3 0 0,5 0 0 16,7-16 0-16,-6 13 0 0,6-13 176 0,0 0-176 15,-2 14 192-15,2-14-192 0,0 0 224 0,15 5-64 16,2-2-16-16,5-3 0 0,5-3 80 0,3-4 16 16,4-3 0-16,4-2 0 0,6-3-240 0,5 0 176 15,1 0-176-15,4 1 160 0,2 2-400 0,6 1-80 16,4-3 0-16,1 4-10944 0,0 0-2176 16</inkml:trace>
        </inkml:traceGroup>
        <inkml:traceGroup>
          <inkml:annotationXML>
            <emma:emma xmlns:emma="http://www.w3.org/2003/04/emma" version="1.0">
              <emma:interpretation id="{0E75D586-3200-4F06-B47E-A95A61D3468F}" emma:medium="tactile" emma:mode="ink">
                <msink:context xmlns:msink="http://schemas.microsoft.com/ink/2010/main" type="inkWord" rotatedBoundingBox="14794,5742 20430,5842 20402,7461 14765,7361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1462.5666">6837 158 17503 0,'-22'3'768'0,"10"-1"176"0,0-2-752 0,12 0-192 16,-13 0 0-16,13 0 0 0,0 0 4864 0,0 0 960 0,0 0 176 0,0 0 32 16,0 0-4096-16,0 0-816 0,0 0-160 0,16 0-48 15,5-3-656-15,6-2-128 0,5-2-128 0,5-5 192 16,5 2-336-16,3 0-64 0,4 0-16 0,3 0 0 31,0-2-288-31,4 2-48 0,-2-2-16 0,-4 0 0 16,-3 1-1696-16,-5 2-352 0,-6-1-64 0,-6 2-7552 0,-5 3-1504 0</inkml:trace>
          <inkml:trace contextRef="#ctx0" brushRef="#br0" timeOffset="1638.2137">7049 173 4607 0,'-12'14'400'0,"0"4"-400"0,-1 4 0 0,1 0 0 15,0 1 4672-15,2 3 832 0,1 2 192 0,4 3 16 16,0 4-2848-16,4-2-576 0,2-1-112 0,3 0-32 0,1-3-544 0,3 0-128 15,2 1 0-15,4 2-16 0,1 2-304 0,0 1-48 16,0 0-16-16,0 1 0 0,-1-3-608 0,-2-1-128 16,-4-2-32-16,0 1 0 15,-1-1-1728-15,-2-1-336 0,-1-4-80 0</inkml:trace>
          <inkml:trace contextRef="#ctx0" brushRef="#br0" timeOffset="-2426.3777">8255 441 8287 0,'0'0'736'0,"0"0"-592"0,0 0-144 0,0 0 0 15,0 0 6208-15,0 0 1216 0,0 0 256 0,0 0 32 16,12 6-5024-16,3-1-992 0,2-3-208 0,1 0-32 16,2-2-992-16,4 0-192 0,1 0-32 0,2 0-16 15,0 1-224-15,0 3 0 0,0 1 0 0,-2 0 0 16,0-2-320-16,1 2 32 0,-3 2 16 0,-1 1 0 16,-5 3-32-16,-2-1 0 0,-3 0 0 0,-4 3 0 15,-3 1 112-15,-3-1 0 0,-4-1 16 0,-3 1 0 16,-2 1 176-16,-4 1-192 0,-5 0 192 0,0 0-192 0,-1-3 192 15,0 0 0-15,0-2 0 0,2 0 0 16,-2-2 0-16,2 1 0 0,-2-2 0 0,2-1 0 0,2-1 0 0,-1 0 128 16,2-1-128-16,1-1 0 0,11-3 0 15,-12 3 0-15,12-3-160 0,0 0 160 0,0 0-304 0,0 0 48 16,0 0 16-16,0 0 0 0,0 0 80 0,7 14 16 16,4-6 0-16,5 4 0 0,2 3 144 0,6 4 0 15,1 1 0-15,5 2-128 0,4 0 128 0,6 3 0 16,4 2 0-16,0 0 0 0,-1 3 0 0,-1-1 0 15,-1-2 0-15,-2-2 128 0,-4 0-128 0,-2-1 144 16,-1-4-144-16,-5-2 160 0,-3-1 16 0,-4-2 0 16,-3-5 0-16,-5 2 0 0,-6 0-176 0,-2-2 160 15,-4-10-160-15,0 0 160 0,-12 10-160 0,-1-3 0 16,-3-2 0-16,-5-2 128 0,-5-3-128 0,-4 0-144 16,-5-3 144-16,-4 0-208 15,-3-1-400-15,0-1-80 0,0 2-16 0,0-6 0 16,-4-2-2800-16,8-3-560 0,-11-6-112 0,14 1-7536 0</inkml:trace>
          <inkml:trace contextRef="#ctx0" brushRef="#br0" timeOffset="2214.6243">9621 230 38991 0,'0'0'1728'0,"0"0"352"0,0 0-1664 0,19-1-416 0,4-3 0 0,4-1 0 16,5-2 864-16,3-3 96 0,6-1 0 0,3 1 16 16,-1-2-528-16,8 0-128 0,3 0 0 0,1-1-16 15,1-1-464-15,-2 2-96 0,-2 1 0 0,-4-1-16 31,-4-2-1728-31,-3 3-352 0,-4-1-64 0,-5 0-8752 0,-6 2-1760 0</inkml:trace>
          <inkml:trace contextRef="#ctx0" brushRef="#br0" timeOffset="2443.5212">10245 145 26543 0,'-16'18'1168'0,"4"-6"256"0,-2 0-1136 0,4 4-288 0,3 5 0 0,2 0 0 0,0 1 1920 16,4 4 320-16,2-1 64 0,4 3 0 0,2 4-704 0,3-1-128 16,4-6-48-16,3 2 0 0,3 1-240 0,3 3-48 15,3-3-16-15,2 3 0 0,4 1-352 0,0 0-64 16,-2 0 0-16,1-1-16 0,-4 0-496 0,-2 1-192 16,-3 1 176-16,-4-1-176 15,-3-3-1216-15,-1 0-320 0,-2-3-80 0,-1-2-17568 0</inkml:trace>
          <inkml:trace contextRef="#ctx0" brushRef="#br0" timeOffset="-1503.3435">11379 627 38639 0,'0'0'1712'0,"-11"4"352"0,11-4-1648 0,0 0-416 15,0 0 0-15,0 0 0 0,0 0 1056 0,0 0 128 16,0 0 32-16,0 0 0 0,0 0-464 0,0 0-96 16,0 0-16-16,3 17 0 0,2-2-640 0,3 3 0 15,4 2 0-15,2 4 0 0,1 1-384 0,7 2 0 16,3-2 0-16,5 2 0 16,4-1-256-16,3-1-64 0,2 0-16 0,1-5 0 15,0-3-32-15,1-4 0 0,-1-6 0 0,-1-2 0 16,-2-5 192-16,2-1 48 0,-2-4 0 0,0-6 0 0,-2-2 304 0,2-4 64 0,0-1 16 0,0-3 0 15,0-2 128-15,-3 1-160 0,-2 0 160 0,-6 0-160 16,1-1 384-16,-3-1 80 0,-7 1 16 0,-4 1 0 16,-3 0 384-16,-1 3 64 0,-3 1 32 0,0 1 0 15,-6 2-64-15,-2 3-16 0,2 12 0 0,0 0 0 16,0 0-400-16,0 0-96 0,0 0-16 0,0 0 0 16,-12 3-208-16,2 4-128 0,2 5 128 0,1 5-208 15,2 3 32-15,0 9 16 0,0 4 0 0,3 8 0 16,7 6 160-16,0 10 0 0,4 7 0 0,-1 3 0 15,-1 2 0-15,-1 0 0 0,1-3 0 0,0 1 0 16,-2 2 0-16,3-3-128 0,-1-4 128 0,0-1 0 16,-2-3-352-16,0-5 16 0,0-8 0 0</inkml:trace>
        </inkml:traceGroup>
      </inkml:traceGroup>
    </inkml:traceGroup>
    <inkml:traceGroup>
      <inkml:annotationXML>
        <emma:emma xmlns:emma="http://www.w3.org/2003/04/emma" version="1.0">
          <emma:interpretation id="{6E46CCA5-970A-4D67-A15A-7E9E7BA5CCC5}" emma:medium="tactile" emma:mode="ink">
            <msink:context xmlns:msink="http://schemas.microsoft.com/ink/2010/main" type="paragraph" rotatedBoundingBox="8234,7588 20107,7544 20111,8714 8239,875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88D9572-50BC-4283-A5A1-D1DAB6A4C5BA}" emma:medium="tactile" emma:mode="ink">
              <msink:context xmlns:msink="http://schemas.microsoft.com/ink/2010/main" type="inkBullet" rotatedBoundingBox="8234,7588 9363,7584 9367,8754 8239,8758"/>
            </emma:interpretation>
          </emma:emma>
        </inkml:annotationXML>
        <inkml:trace contextRef="#ctx0" brushRef="#br0" timeOffset="5313.8672">483 2169 24879 0,'-5'6'2208'0,"-1"3"-1760"0,6-9-448 0,-9 8 0 16,9-8 2720-16,-8 9 464 0,8-9 80 0,-9 10 32 16,-4-4-2448-16,-1 3-480 0,-1 1-112 0,2-2 0 15,-1-1-256-15,-1-2 144 0,0 0-144 0,0 2 128 16,0 1-128-16,1 2 0 0,4-1 0 0,-2-1 0 15,2-1-208-15,0 1 80 0,2 2 128 0,-1 2-208 16,1 0-16-16,3 1 0 0,0 4 0 0,3-2 0 16,6 1 0-16,1-1 0 0,0 3 0 0,3 1 0 15,6-1-48-15,-1-1-16 0,2 2 0 0,5-4 0 0,6 0 80 0,-1 0 16 16,0 0 0-16,4 0 0 16,1 2 192-16,2-3 0 0,-4-3 0 0,3 1 0 0,-1 0 0 0,2 3 0 15,0-1 0-15,-5 1 0 0,-4 0 128 0,-2 3-128 16,-5-1 0-16,0 0 0 0,-5 0 128 0,-2 0-128 15,-9-17 0-15,3 15 0 0,-3 0 0 0,-3 0 0 16,-4 0 0-16,-3-1 0 0,-2-1 0 0,0-1 0 16,-3 0 0-16,-3 1-144 0,-2-1 144 0,-1 0-128 15,0-2 128-15,-1-4-128 0,0 0 256 0,0-6 48 16,2 0 16-16,0 0 0 0,1 0 96 0,1-2 32 16,-3-3 0-16,3-2 0 0,-1-1 64 0,2-2 32 15,2-2 0-15,2-2 0 0,3-1 48 0,1-2 16 16,3 1 0-16,2 0 0 0,3-2 112 0,4-4 32 0,2-3 0 0,5-4 0 15,5-1-176-15,4 0-48 0,3-1 0 0,5 1 0 16,3-2-160-16,3 0-48 0,6-2 0 0,3-1 0 16,4 0-192-16,2-2-192 0,3 0 48 0,1-2 0 15,-1-3 144-15,1 2-128 0,0 1 128 0,-2 2-128 16,-1 2-208-16,0-4-48 0,-4 0 0 0,-3 2 0 31,-6 0-288-31,-4 0-64 0,-5 2-16 0,-2-1 0 16,-3 1-1376-16,-4 3-288 0,1-3-48 0</inkml:trace>
      </inkml:traceGroup>
      <inkml:traceGroup>
        <inkml:annotationXML>
          <emma:emma xmlns:emma="http://www.w3.org/2003/04/emma" version="1.0">
            <emma:interpretation id="{5F9DEAD3-C568-4CFF-B332-BECB07828538}" emma:medium="tactile" emma:mode="ink">
              <msink:context xmlns:msink="http://schemas.microsoft.com/ink/2010/main" type="line" rotatedBoundingBox="11241,7868 20108,7836 20111,8637 11244,8670">
                <msink:destinationLink direction="with" ref="{13D7A5CD-B98D-4C82-B3A4-191B8923B7E9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60B5F7F1-CADF-46AA-86B1-8212FD2E02B3}" emma:medium="tactile" emma:mode="ink">
                <msink:context xmlns:msink="http://schemas.microsoft.com/ink/2010/main" type="inkWord" rotatedBoundingBox="11241,7868 12578,7863 12580,8602 11244,8607"/>
              </emma:interpretation>
              <emma:one-of disjunction-type="recognition" id="oneOf3">
                <emma:interpretation id="interp3" emma:lang="" emma:confidence="1">
                  <emma:literal/>
                </emma:interpretation>
              </emma:one-of>
            </emma:emma>
          </inkml:annotationXML>
          <inkml:trace contextRef="#ctx0" brushRef="#br0" timeOffset="6029.5638">3229 2226 32767 0,'0'0'1456'0,"0"0"288"0,0 0-1392 0,0 0-352 0,0 0 0 0,2 15 0 16,-2-15 1216-16,0 0 160 0,0 0 32 0,0 0 16 15,8 17-928-15,-8-17-192 0,0 0-48 0,10 13 0 16,-10-13-256-16,12 12 0 0,-12-12 0 0,15 5 0 16,-15-5 0-16,17 7 0 0,-2-2 0 0,2-2 0 15,0-1 0-15,0 0 0 0,1-1 0 0,1 1 0 0,1-4 128 0,-2 4-128 16,1 5 144-16,-2-1-144 0,0 1 320 0,-4 2-48 15,1-1 0-15,-1 5 0 0,-3 3-144 0,-1-1-128 16,-4 0 192-16,-4 2-192 0,-1 3 0 0,-1-2 0 16,-3-2 0-16,-3 2 0 0,-1 1 0 0,-4-1 0 15,-1 1 0-15,-2-1-144 0,-2 1 144 0,-2-1-160 16,-1 2 160-16,2-1-160 0,-4-2 160 0,0-1 0 16,0 3 0-16,2-2 0 0,0-2 0 0,3 0 0 15,3-2 0-15,6 3 0 0,1-6 160 0,7-10 16 16,0 0 0-16,0 0 0 0,0 12-176 0,0-12 192 0,10 11-192 0,5-2 192 15,4-3 0-15,5-2 0 0,4-4 0 0,6-4 0 16,4 1-48-16,5-4 0 0,0-3 0 0,1-3 0 16,0-1-144-16,1-4 0 0,1-2 0 0,-3-2-176 31,-2 0-1072-31,-1-2-224 0,-1-3-32 0,-2-1-9984 0,0-2-2000 0</inkml:trace>
          <inkml:trace contextRef="#ctx0" brushRef="#br0" timeOffset="6446.8336">4267 2083 20271 0,'-8'7'1792'0,"-2"1"-1424"0,0 0-368 0,10-8 0 16,-14 9 3392-16,14-9 624 0,-13 12 112 0,3-2 32 0,10-10-2496 0,-12 11-512 15,0 1-80-15,4-3-32 0,8-9-592 0,-12 13-128 16,4-1-32-16,-1 1 0 0,9-13-288 0,-8 19 0 15,1 1 0-15,2 2 0 0,0-2 0 0,2 4 0 16,-1-1 0-16,1 1 0 0,1 1 0 0,0 0 0 16,1 0-160-16,1 2 160 0,0 4 0 0,1-3 0 15,1-1 0-15,1-2 0 0,3 1 0 0,0-3 0 16,1-1 176-16,1 0-176 0,2-4 0 0,2-1 128 16,0-3-128-16,2-4 0 0,1-2 0 0,1 1 0 15,1-6-192-15,2 0 192 0,-1-3-192 0,3-1 64 16,-1-4 128-16,0-2-208 0,0 2 208 0,4-4-176 15,-1-1 176-15,1-1-160 0,-1-5 160 0,1 3-160 16,-4 0 160-16,0-1-160 0,0 1 160 0,-3-1 0 0,-3 2 0 0,-4 2 0 16,-10 10-128-16,0 0 128 0,0-13-128 0,-9 1 128 15,-6 4-272-15,-8 1 16 0,-9 4 16 0,-5-1 0 16,0 1 96-16,-5 3 16 0,-4 3 0 0,-4 2 0 16,-6 0 128-16,-3 2 0 0,-5 1-144 0,2 1 144 15,2-1-256-15,2-1 0 0,5 0 16 0,7-4-15984 16</inkml:trace>
        </inkml:traceGroup>
        <inkml:traceGroup>
          <inkml:annotationXML>
            <emma:emma xmlns:emma="http://www.w3.org/2003/04/emma" version="1.0">
              <emma:interpretation id="{5FDBA06E-5420-4577-B44E-3E2CAF0EE8C5}" emma:medium="tactile" emma:mode="ink">
                <msink:context xmlns:msink="http://schemas.microsoft.com/ink/2010/main" type="inkWord" rotatedBoundingBox="15120,7857 16248,7853 16251,8604 15123,8608"/>
              </emma:interpretation>
              <emma:one-of disjunction-type="recognition" id="oneOf4">
                <emma:interpretation id="interp4" emma:lang="" emma:confidence="1">
                  <emma:literal/>
                </emma:interpretation>
              </emma:one-of>
            </emma:emma>
          </inkml:annotationXML>
          <inkml:trace contextRef="#ctx0" brushRef="#br0" timeOffset="8921.6995">7540 2182 2751 0,'0'0'128'0,"0"0"16"15,0 0-144-15,0 0 0 0,0 0 0 0,0 0 0 0,0 0 4848 0,0 0 928 0,-5-10 192 0,1 2 48 16,4 8-4416-16,-5-16-896 0,0 3-160 0,5 13-32 16,0 0 16-16,0 0 16 0,-6-10 0 15,-1 0 0-15,7 10 288 0,0 0 64 0,-5-10 16 0,5 10 0 16,0 0 240-16,0 0 32 0,0 0 16 0,0 0 0 15,0-12-240-15,0 12-32 0,0 0-16 0,0 0 0 16,13-7-256-16,1 2-48 0,1 2-16 0,2 1 0 16,0 0-304-16,1 2-64 0,2 0-16 0,2 5 0 15,0 2-48-15,2 2-16 0,1 2 0 0,-2-1 0 16,1-1-144-16,-2 3 0 0,-2 3 144 0,-2 2-144 16,-1-2 0-16,0 3 128 0,-2 2-128 0,-1 4 0 15,-4 0 0-15,2-3 0 0,-1 5 0 0,-2 1 0 16,-2 1 160-16,-2-1-32 0,0 0-128 0,-2 0 192 15,2 0-192-15,2 1 176 0,-1 1-176 0,1 0 160 16,-2-4 0-16,2 0 0 0,0 0 0 0,1-1 0 16,1 0-160-16,-1-1 0 0,0-1 0 0,1-4 0 15,-2 1 0-15,-1-7 0 0,-6-12 0 0,0 0 0 0,7 12-336 0,-7-12 0 16,0 10 0-16,0-10 0 16,-5 11-2656-16,5-11-528 0,-8 7-96 0</inkml:trace>
          <inkml:trace contextRef="#ctx0" brushRef="#br0" timeOffset="9161.9522">7528 2532 3679 0,'0'0'160'0,"0"0"32"0,0 0-192 0,0 0 0 0,0 0 0 0,0 0 0 16,0 0 5696-16,14-2 1088 0,2-3 208 0,5-1 48 15,0-1-4416-15,6-2-896 0,2 3-192 0,3-4-16 16,3-6-560-16,2 0-128 0,0-1 0 0,4 2-16 16,2 1-464-16,5-3-96 0,-1 2 0 0,1 0-16 15,-4-2-240-15,-3-1 0 0,-4-1 0 0,-4 1 0 32,-3-1-2928-32,-3 2-624 0</inkml:trace>
          <inkml:trace contextRef="#ctx0" brushRef="#br0" timeOffset="8454.829">7109 2352 6447 0,'3'-10'272'0,"-1"5"80"0,0-4-352 0,-2 1 0 0,0-2 0 0,0 3 0 16,0 7 4960-16,0-7 928 0,0 7 176 0,0-8 32 16,0 8-3280-16,0 0-672 0,0 0-128 0,0 0-32 15,0-7-688-15,0 7-144 0,0 0-16 0,0 0-16 16,0 0-288-16,0 0-64 0,0 0-16 0,0 0 0 15,0 0-400-15,0 0-80 0,0 0-16 0,0 0 0 16,0 0-32-16,10 17-16 0,-2 0 0 0,1 0 0 16,-1 5-32-16,1 0-16 0,-1 1 0 0,4 4 0 15,1 7-32-15,2-2 0 0,1-5 0 0,0 3 0 16,5 2-128-16,0-2 0 0,1-1 0 0,0-1 0 16,0-1 0-16,0 0 0 0,0-7 0 0,-2-1 0 15,-5-4-176-15,0-7-64 0,-15-8-16 0,15 5 0 16,-15-5-1856-16,14 6-368 15</inkml:trace>
        </inkml:traceGroup>
        <inkml:traceGroup>
          <inkml:annotationXML>
            <emma:emma xmlns:emma="http://www.w3.org/2003/04/emma" version="1.0">
              <emma:interpretation id="{B72C0647-009C-479E-8BF3-A8984EE68EC9}" emma:medium="tactile" emma:mode="ink">
                <msink:context xmlns:msink="http://schemas.microsoft.com/ink/2010/main" type="inkWord" rotatedBoundingBox="19270,8100 20109,8096 20111,8637 19272,8640"/>
              </emma:interpretation>
              <emma:one-of disjunction-type="recognition" id="oneOf5">
                <emma:interpretation id="interp5" emma:lang="" emma:confidence="1">
                  <emma:literal>"</emma:literal>
                </emma:interpretation>
                <emma:interpretation id="interp6" emma:lang="" emma:confidence="0">
                  <emma:literal>\ \</emma:literal>
                </emma:interpretation>
                <emma:interpretation id="interp7" emma:lang="" emma:confidence="0">
                  <emma:literal>. \</emma:literal>
                </emma:interpretation>
                <emma:interpretation id="interp8" emma:lang="" emma:confidence="0">
                  <emma:literal>` \</emma:literal>
                </emma:interpretation>
                <emma:interpretation id="interp9" emma:lang="" emma:confidence="0">
                  <emma:literal>' \</emma:literal>
                </emma:interpretation>
              </emma:one-of>
            </emma:emma>
          </inkml:annotationXML>
          <inkml:trace contextRef="#ctx0" brushRef="#br0" timeOffset="10809.7919">11260 2318 16575 0,'0'0'736'0,"-2"12"160"0,2-12-720 0,0 0-176 0,0 0 0 0,4 12 0 15,-4-12 5824-15,8 13 1152 0,0-3 208 0,-8-10 48 16,9 11-5376-16,-1-1-1072 0,2-2-208 0,0 2-64 15,-1 4-352-15,-1 1-160 0,1 0 128 0,1 3-128 16,0 4 0-16,2-2 0 0,-1 1 0 0,0 2 0 16,-1 4-160-16,0 2 160 0,1-4 0 0,1 2-144 15,-2 0 144-15,4-2-160 0,3 0 160 0,-1-1-160 16,1-7-16-16,5 0 0 0,3-1 0 0,1 1 0 16,-3-5-304-16,2-4-64 0,1-3-16 0,-3-1 0 15,1-6-2016-15,-2-3-416 0</inkml:trace>
          <inkml:trace contextRef="#ctx0" brushRef="#br0" timeOffset="11058.5557">11739 2355 9215 0,'0'0'816'0,"0"0"-656"15,0 0-160-15,0 0 0 0,0 0 5760 0,0 0 1136 0,5 19 208 0,-5-19 64 16,9 15-4688-16,1-2-944 15,0-6-176-15,4 0-32 0,-1-2-688 0,2 0-128 0,0-2-16 0,0 4-16 16,2 2-240-16,2-1-48 0,-1 4-16 0,1 3 0 16,-1 0-176-16,-1 2 0 0,0 0 0 0,-2-1 128 15,-1 3-128-15,-1 1 0 0,-3 0 0 0,0-1 0 16,0-1 0-16,0 1 0 0,-1-1 0 0,-1 3 0 16,-1-5-224-16,0 0-128 0,-1-3-32 0,-1 0-11904 15,-1-2-2400-15</inkml:trace>
        </inkml:traceGroup>
      </inkml:traceGroup>
    </inkml:traceGroup>
    <inkml:traceGroup>
      <inkml:annotationXML>
        <emma:emma xmlns:emma="http://www.w3.org/2003/04/emma" version="1.0">
          <emma:interpretation id="{D37F30A9-23C5-4BD9-B90C-2BC6D12B251A}" emma:medium="tactile" emma:mode="ink">
            <msink:context xmlns:msink="http://schemas.microsoft.com/ink/2010/main" type="paragraph" rotatedBoundingBox="8205,9779 20550,9505 20571,10442 8225,1071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B6203AA-B103-40CD-B723-7900FF1B6DEA}" emma:medium="tactile" emma:mode="ink">
              <msink:context xmlns:msink="http://schemas.microsoft.com/ink/2010/main" type="line" rotatedBoundingBox="8205,9779 20550,9505 20571,10442 8225,10717">
                <msink:destinationLink direction="with" ref="{13D7A5CD-B98D-4C82-B3A4-191B8923B7E9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D17F79E4-88AE-439F-8CE3-FF9F8E7894E1}" emma:medium="tactile" emma:mode="ink">
                <msink:context xmlns:msink="http://schemas.microsoft.com/ink/2010/main" type="inkWord" rotatedBoundingBox="8209,9968 9087,9949 9104,10697 8225,10717"/>
              </emma:interpretation>
              <emma:one-of disjunction-type="recognition" id="oneOf6">
                <emma:interpretation id="interp10" emma:lang="" emma:confidence="1">
                  <emma:literal/>
                </emma:interpretation>
              </emma:one-of>
            </emma:emma>
          </inkml:annotationXML>
          <inkml:trace contextRef="#ctx0" brushRef="#br0" timeOffset="14090.585">601 4201 18431 0,'0'0'1632'0,"0"15"-1312"16,0-15-320-16,0 14 0 0,0-14 4048 0,0 0 752 0,0 0 128 0,0 0 48 15,3 15-3440-15,-3-15-704 0,0 0-128 0,0 0-16 16,0 0-432-16,0 0-64 0,0 0-32 0,0 0 0 15,0 0-160-15,16-5 0 0,-3-2-160 0,1 0 160 16,-1-1-384-16,0 0 0 0,-1-1 16 0,0 2 0 31,1 1-48-31,3 1-16 0,0 0 0 0,1 3 0 0,-2 0 432 0,1 4 0 0,0 1 0 0,3 4-128 16,-1 1 128-16,1 1 128 0,1 1-128 0,0 2 176 16,0-1 64-16,1 0 16 0,-1-3 0 0,-2 2 0 15,-1 0-256-15,-2 0 176 0,-3-1-176 0,-12-9 160 16,12 10-160-16,-12-10 128 0,0 0-128 0,5 13 128 15,-5-13-128-15,0 0 0 0,0 0 144 0,-5 15-144 16,-4-1 192-16,-1-4-16 0,-1 0-16 0,-1 0 0 16,-2 2-160-16,1 1-176 0,-1 2 48 0,1 2 0 0,-1-2 128 0,4 2 0 15,2 0 0-15,1 0 0 0,1 0 0 0,2 0 0 16,2 1 0-16,2-1 0 0,4 0-192 0,-1 0-16 16,1-2 0-16,2 2 0 0,3-2 64 0,1 0 16 15,2-2 0-15,3 2 0 0,-2-1 128 0,1-1 0 16,-1-1 0-16,2 2 0 0,0-4 0 0,-1-2 0 15,-2-1 0-15,-2 0 0 0,-10-7 128 0,10 8 0 16,-10-8 0-16,10 8 0 0,-10-8-128 0,0 0 0 16,10 7 128-16,-10-7-128 0,0 0 0 0,0 0 0 15,0 0 0-15,0 0 128 0,0 0-128 0,-13 8 0 16,-1-1 0-16,-1-2 0 0,-4 2 0 0,1 0-208 0,-2-2 48 16,-2 0 16-16,-2-2 16 0,-1 6 0 0,0-1 0 0,-4 2 0 15,-1 0 128-15,0 0-208 0,-2 2 80 0,1-4 128 31,4-2-1408-31,4-3-176 0,3-1-16 0,6-4-12944 0</inkml:trace>
          <inkml:trace contextRef="#ctx0" brushRef="#br0" timeOffset="13514.5696">197 4220 31967 0,'0'0'1408'0,"0"0"304"0,0 0-1376 0,0 0-336 0,0 0 0 0,9 13 0 16,-1 1 2144-16,-1 1 352 0,-2 0 80 0,2-2 16 15,-7-13-1264-15,10 24-256 0,-4 4-48 0,1 6-16 16,-3 3-752-16,1 0-256 0,1 3 144 0,1-1-144 15,0 0 144-15,5 0-144 0,3-1 160 0,0-1-160 0,-2-1 0 0,4-3 0 16,3 1-176-16,-1-7 176 0,-2-7-240 0,-2-1 80 16,2-3 16-16,-7-2 0 15,-4-4-1408-15,-6-10-288 0,0 0-48 0</inkml:trace>
        </inkml:traceGroup>
        <inkml:traceGroup>
          <inkml:annotationXML>
            <emma:emma xmlns:emma="http://www.w3.org/2003/04/emma" version="1.0">
              <emma:interpretation id="{3D7FC2A9-9353-4582-845B-DB8AB3EC195E}" emma:medium="tactile" emma:mode="ink">
                <msink:context xmlns:msink="http://schemas.microsoft.com/ink/2010/main" type="inkWord" rotatedBoundingBox="11096,9763 13248,9716 13266,10567 11115,10615"/>
              </emma:interpretation>
              <emma:one-of disjunction-type="recognition" id="oneOf7">
                <emma:interpretation id="interp11" emma:lang="" emma:confidence="1">
                  <emma:literal/>
                </emma:interpretation>
              </emma:one-of>
            </emma:emma>
          </inkml:annotationXML>
          <inkml:trace contextRef="#ctx0" brushRef="#br0" timeOffset="15264.2051">3090 4282 1839 0,'0'0'160'0,"0"0"-160"0,0 0 0 0,0 0 0 15,0 0 6992-15,0 0 1376 0,0 0 272 0,0 0 48 16,0 0-5808-16,13 10-1168 0,-1-3-240 0,-12-7-32 15,15 5-752-15,0-2-160 0,0 0-16 0,-1 1-16 16,-14-4-288-16,20 3-48 0,-2 1-16 0,1-1 0 0,-4 0-144 0,0 2 160 16,-15-5-160-16,19 5 160 0,-3 0-160 0,1 0 0 15,-2 2 0-15,1 0 128 0,-1 0-128 0,-2 1 0 16,1 0 0-16,-4 4 0 0,2 2 0 0,-2-1 0 16,0 1 0-16,-4 1 0 0,0 2 0 0,-3 1 0 15,-3 2 0-15,-2 1 0 0,-3 0 0 0,-2 0 0 16,-3-1 0-16,-1 2 0 0,-3 1 0 0,-1-1-144 15,0 2 144-15,0-3-160 0,-2 0 160 0,2-1 0 16,0-2 0-16,3-1 128 0,2 0-128 0,3-4 0 16,2-2 0-16,5-11 128 0,0 0-128 0,0 0 0 15,10 6 128-15,5-2-128 0,5-6 0 0,6-3 144 16,4-5-144-16,5-4 0 0,7-2 0 0,5-5 0 16,4 0 0-16,6-1 0 0,4-5-288 0,4 0-16 0,4-3 0 0,-1-4 0 31,-5-3-160-31,-2 0-48 0,-2 0 0 0,-4 1 0 15,-4 1 0-15,-2 3 0 0,-2 0 0 0,-5 2 0 0,-3 3 288 0,-2 3 48 0,-2 4 16 0,-3 3 0 16,-4 2 160-16,-1 2 0 0,-3 1 0 0,-6 4 0 16,-6 3 160-16,-12 5 16 0,0 0 0 0,0 0 0 15,0 0 112-15,0 0 32 0,0 0 0 0,0 0 0 16,0 0-160-16,0 0-32 0,-12 8 0 0,-1 0 0 16,-2 3-128-16,0 0-176 0,0 1 48 0,-1 2 0 15,3-1 128-15,1 0 0 0,0-1 0 0,4 3 0 16,1 1 0-16,2-1 0 0,4-2 0 0,1 2 0 15,0-15 0-15,5 17 0 0,3 0 0 0,2 0 0 16,0 0 0-16,4-1 0 0,2 0 0 0,3-1 0 16,1-2 272-16,4 1-16 0,-1-3 0 0,1-1 0 0,1-1-64 15,-1-1 0-15,-4 1-16 0,0-1 0 0,0 1-176 0,-1-1 0 16,-4 0 144-16,0-1-144 0,-2 0 0 0,-13-7 0 16,14 8 0-16,-1 1 0 0,-3-1 0 0,-1 2 0 15,-4 0 0-15,0 2 0 0,-5-12 0 0,2 12 0 16,-2-12 0-16,-4 13 0 0,-1-1 0 0,-1-2-128 15,-3 0 128-15,-1 0-128 0,-3 2 0 0,-1-3 0 16,-3-3 0-16,-1 3 0 0,-4-3-128 0,0 1 0 16,0-4-16-16,0 1 0 0,-1-4-16 0,1 2 0 15,-2-4 0-15,4-2 0 0,5 1 288 0,-2-2 224 16,2 0-32-16,2-3-16 0,1-2 64 0,2-2 16 16,0-2 0-16,-1 1 0 0,3-4 144 0,1 0 48 15,2 0 0-15,5-1 0 0,5-2 192 0,5-2 64 0,6-2 0 0,2-1 0 16,4-5-288-16,8 1-48 0,6-1-16 0,1-2 0 15,1-2-352-15,4-3 128 0,4-2-128 0,1 2 0 16,2 2 0-16,3-2-160 0,0-2 16 0,2 2 0 31,0 2-1008-31,0-2-208 0,1 0-48 0,2-2-10544 0,-1-4-2112 0</inkml:trace>
        </inkml:traceGroup>
        <inkml:traceGroup>
          <inkml:annotationXML>
            <emma:emma xmlns:emma="http://www.w3.org/2003/04/emma" version="1.0">
              <emma:interpretation id="{5287D7C8-D6CF-4A13-B03F-94BF2ED5365C}" emma:medium="tactile" emma:mode="ink">
                <msink:context xmlns:msink="http://schemas.microsoft.com/ink/2010/main" type="inkWord" rotatedBoundingBox="15346,9758 16390,9734 16406,10478 15362,10501"/>
              </emma:interpretation>
              <emma:one-of disjunction-type="recognition" id="oneOf8">
                <emma:interpretation id="interp12" emma:lang="" emma:confidence="1">
                  <emma:literal/>
                </emma:interpretation>
              </emma:one-of>
            </emma:emma>
          </inkml:annotationXML>
          <inkml:trace contextRef="#ctx0" brushRef="#br0" timeOffset="15950.048">7333 3976 21183 0,'0'0'944'0,"3"15"192"0,-3-15-912 0,7 15-224 0,-7-15 0 0,13 15 0 15,-2-3 5536-15,-1-2 1056 0,-10-10 224 0,13 10 32 16,-1 2-5328-16,1-2-1072 0,-3-2-224 0,2 1-32 16,0 1-192-16,1 0 0 0,1 0 0 0,3 2 0 15,0 0 0-15,1-2 0 0,1-2 0 0,1 0 0 16,2 1-288-16,1 1 64 0,2 2 16 0,1 0 0 15,1-4 80-15,0 0 128 0,-1-1-208 0,1 0 80 16,-1-2 128-16,-1-2 0 0,-2-3 0 0,1 0 0 16,-1-3 0-16,1-2 0 0,0-2 0 0,-3-1-128 15,0-2-32-15,-1-2 0 0,-2-2 0 0,1 4 0 0,-2 2-32 16,-4-4 0-16,-3-1 0 0,0-1 0 0,0-1 192 16,-3 0 0-16,-3 0 0 0,-1 0 0 0,0-1 192 0,-1 3 0 15,-2 1 16-15,0 12 0 0,-3-13 112 0,3 13 32 16,-4-10 0-16,4 10 0 0,0 0-160 0,0 0-48 15,0 0 0-15,0 0 0 0,-12 0-144 0,12 0 0 16,0 0 0-16,-8 15 0 0,3 2 0 0,3 4 0 16,4 5-192-16,1 1 192 0,1 1-144 0,4 6 144 15,6 3 0-15,1 3 0 0,0 2 0 0,5 2 0 16,2 0 128-16,3-2-128 0,2-3 336 0,2-4-16 16,1-1-16-16,-3-4 0 0,-5-3-144 0,-4-4-32 15,-4-2 0-15,-4-5 0 16,-5-2-784-16,-5-2-176 0,-3-2-16 0,3-10-12816 0,-11 6-2560 0</inkml:trace>
        </inkml:traceGroup>
        <inkml:traceGroup>
          <inkml:annotationXML>
            <emma:emma xmlns:emma="http://www.w3.org/2003/04/emma" version="1.0">
              <emma:interpretation id="{340EDB67-7E81-4229-8CD0-18864933A0CB}" emma:medium="tactile" emma:mode="ink">
                <msink:context xmlns:msink="http://schemas.microsoft.com/ink/2010/main" type="inkWord" rotatedBoundingBox="19004,9539 20550,9505 20570,10415 19024,10449"/>
              </emma:interpretation>
              <emma:one-of disjunction-type="recognition" id="oneOf9">
                <emma:interpretation id="interp13" emma:lang="" emma:confidence="1">
                  <emma:literal>26</emma:literal>
                </emma:interpretation>
                <emma:interpretation id="interp14" emma:lang="" emma:confidence="1">
                  <emma:literal>. 6</emma:literal>
                </emma:interpretation>
                <emma:interpretation id="interp15" emma:lang="" emma:confidence="0">
                  <emma:literal>2 6</emma:literal>
                </emma:interpretation>
                <emma:interpretation id="interp16" emma:lang="" emma:confidence="0">
                  <emma:literal>~ 6</emma:literal>
                </emma:interpretation>
                <emma:interpretation id="interp17" emma:lang="" emma:confidence="0">
                  <emma:literal>L 6</emma:literal>
                </emma:interpretation>
              </emma:one-of>
            </emma:emma>
          </inkml:annotationXML>
          <inkml:trace contextRef="#ctx0" brushRef="#br0" timeOffset="17992.3518">11196 4166 12895 0,'0'0'1152'0,"0"0"-928"0,0 0-224 0,0 0 0 16,0 0 3072-16,0 0 560 0,-10-9 112 0,1 3 32 15,-1-1-2624-15,2-3-512 0,0 1-96 0,-3-1-32 16,0-1-512-16,-3 0 0 0,1 0 0 0,-2-1 0 31,-1 2-448-31,1 1 16 0,0 3 0 0,2-3 0 0,1 2 432 0,2 2 0 0,1-1 192 0,9 6-64 0,0 0 544 0,0 0 112 16,0 0 32-16,0 0 0 0,0 0 368 0,0 0 80 15,0 0 16-15,0 0 0 0,0 0-192 0,16 6-16 16,2-1-16-16,-1 2 0 0,1-3-224 0,3 2-32 16,2 3-16-16,2 1 0 0,1-2-112 0,2 2-32 15,1 4 0-15,-2 1 0 0,-2 0-128 0,-1-1-16 16,-3-3-16-16,0 3 0 0,-5-1-192 0,1 4-32 16,-3 0-16-16,-2 0 0 0,-2-2-240 0,-4 2 0 15,-1-2 128-15,-1 2-128 0,-3-1 0 0,-2 1 0 16,-6-2 0-16,0 2 0 0,1-2 0 0,-1-1 0 15,-2-1 0-15,1 2-160 0,0 2 160 0,-2 0-128 16,-2-2 128-16,2 2-128 0,0 0 128 0,1 0 0 16,1 0 128-16,-1-2-128 0,1 0 0 0,-1-2 0 0,1-3 0 0,1 0-128 15,1 1 128-15,6-11 0 0,0 0 0 0,-4 11 0 16,4-11 0-16,2 12 0 0,-2-12 0 0,8 10 0 16,-8-10 0-16,17 7 0 0,3-2 0 0,7-2 0 15,5 1 128-15,5-4-128 0,2-2 128 0,10-1-128 16,5-4 0-16,1 0 0 0,1-1-160 0,3-1 160 15,1-1-256-15,1 0 64 0,-2-2 16 0,-1 1 0 32,0-4-896-32,-1-4-176 0,0-5-32 0,-1-1-11296 0,-4-3-2256 0</inkml:trace>
          <inkml:trace contextRef="#ctx0" brushRef="#br0" timeOffset="18424.0913">12318 3728 23951 0,'-20'9'2128'0,"0"1"-1696"16,-2 0-432-16,2 2 0 0,-2-1 2736 0,3 3 464 15,3-1 80-15,0-1 32 0,1-2-2032 0,0 2-416 16,0-2-80-16,2 2-16 0,1 1-224 0,3 1-48 16,1-1-16-16,1 1 0 0,2 1-48 0,0 2-16 15,2 0 0-15,-1 4 0 0,3 3-240 0,-1 1-48 16,-1 4-128-16,1-1 192 0,0 4-48 0,2 2-16 15,-1 1 0-15,1 4 0 0,0 1 80 0,1 1 16 16,-1-2 0-16,4-4 0 0,-1-1-32 0,2-3-16 0,0-2 0 0,2-2 0 16,3-3-48-16,2-4-128 15,1-2 192-15,1-3-64 0,1-3-128 0,3-2-192 0,2-1 32 0,6-4 16 16,2-4-48-16,3-1-16 0,-1-3 0 0,-1 0 0 16,-1-4-160-16,1-1-16 0,-2-1-16 0,-2-3 0 15,0 1 0-15,-1-1 0 0,-4-2 0 0,-3 3 0 16,-4 0 400-16,-1 0-160 0,-4 1 160 0,1-1 0 15,-9 11 0-15,5-11 0 0,-5 2 0 0,0 9 144 16,-5-11 48-16,-2 2 0 0,-5 2 0 0,-5 1 0 16,-6-3-192-16,-4 3 192 0,-5-1-192 0,-3 2 192 15,-6 0-192-15,-2 0 0 0,-1 1 0 0,-5 3 0 32,-5 1-448-32,2 3 0 0,1 2-16 0,-2 2 0 0,-3 3-2288 0,1 5-448 0</inkml:trace>
        </inkml:traceGroup>
      </inkml:traceGroup>
    </inkml:traceGroup>
    <inkml:traceGroup>
      <inkml:annotationXML>
        <emma:emma xmlns:emma="http://www.w3.org/2003/04/emma" version="1.0">
          <emma:interpretation id="{5DDA7206-EEB1-401E-9BD8-EF2F9FF99670}" emma:medium="tactile" emma:mode="ink">
            <msink:context xmlns:msink="http://schemas.microsoft.com/ink/2010/main" type="paragraph" rotatedBoundingBox="7760,12248 20443,11610 20490,12562 7808,1320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91975C2-0C9E-4A6E-8442-A6B2A060202B}" emma:medium="tactile" emma:mode="ink">
              <msink:context xmlns:msink="http://schemas.microsoft.com/ink/2010/main" type="line" rotatedBoundingBox="7760,12248 20443,11610 20490,12562 7808,13200">
                <msink:destinationLink direction="with" ref="{13D7A5CD-B98D-4C82-B3A4-191B8923B7E9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1ABBD335-434E-4DA4-A41B-E68D008B01CB}" emma:medium="tactile" emma:mode="ink">
                <msink:context xmlns:msink="http://schemas.microsoft.com/ink/2010/main" type="inkWord" rotatedBoundingBox="7764,12333 9693,12236 9736,13103 7808,13200"/>
              </emma:interpretation>
              <emma:one-of disjunction-type="recognition" id="oneOf10">
                <emma:interpretation id="interp18" emma:lang="" emma:confidence="1">
                  <emma:literal/>
                </emma:interpretation>
              </emma:one-of>
            </emma:emma>
          </inkml:annotationXML>
          <inkml:trace contextRef="#ctx0" brushRef="#br0" timeOffset="22782.1037">1359 6664 8287 0,'0'0'736'0,"-13"10"-592"16,1 1-144-16,-1-1 0 0,-3 0 4992 0,0 0 976 15,-5-2 192-15,-1 1 48 0,-1-3-4032 0,-2-1-816 16,-2 2-144-16,-7 0-48 0,0-2-720 0,-1 0-160 16,0 0-32-16,1 2 0 0,2-1-256 0,4 0 0 15,1-1 0-15,1 1 0 0,3 1 0 0,1 0 0 16,3-1 0-16,3 3 0 0,1-2 0 0,3-1 0 0,3 3 0 0,9-9 0 15,0 0 0-15,0 0 0 0,0 13 0 0,5 1 0 16,4-4 0-16,6 0 0 0,3-5 0 0,6 2-144 16,5 1 144-16,4 0 0 0,-1 3 0 0,9-3-128 15,4 0 256-15,0 3 64 0,-1-3 16 0,-2 2 0 16,-3 0 176-16,-2 0 16 0,0-1 16 0,-2-1 0 16,-1 2-64-16,-2 0-16 0,-2-1 0 0,-1 1 0 15,-4 0-208-15,-1 0-128 0,-4 0 128 0,-3 2-128 16,-2-2 0-16,-3 0 0 0,-4 2 0 0,-1 1 0 15,-7-13-192-15,0 17-48 0,0-2-16 0,-4 0 0 16,-4 2 0-16,-4 0-16 0,-1 1 0 0,-1-1 0 16,-1-2 272-16,-2-1 0 0,0-1 0 0,-1-3 0 15,-1-1 0-15,1-1 176 0,-1-4-32 0,1-1 0 16,-1-1 128-16,3-2 32 0,0-2 0 0,0-1 0 0,0-4 96 16,1-1 32-16,-2 1 0 0,4-5 0 0,0-5-32 0,-1 0 0 15,1-1 0-15,3-4 0 0,1-3-32 0,2-2-16 16,2-2 0-16,0 1 0 0,0-3 32 0,4-1 16 15,4 0 0-15,2 2 0 0,2 2-96 0,3 2-32 16,5 3 0-16,2-1 0 0,3-1-272 0,5 0 0 16,2-1 0-16,3 3 0 0,4-1 0 0,3 1-224 15,0-2 32-15,3-1 16 16,3 1-448-16,0-4-80 0,1-6-32 0,3-2-12096 16,2 0-2416-16</inkml:trace>
          <inkml:trace contextRef="#ctx0" brushRef="#br0" timeOffset="22210.3421">5 6629 911 0,'0'0'0'0,"0"0"0"15,0 0 0-15,15 5 0 0,-15-5 3872 0,0 0 688 16,0 0 144-16,13 2 32 0,-13-2-3456 0,0 0-672 16,0 0-144-16,0 0-16 0,0 0-448 0,0 0 0 15,0 0 0-15,0 0 0 0,0 0 592 0,0 0 48 16,0 0 0-16,0 0 0 0,0 0 816 0,0 0 160 16,0 0 48-16,0 0 0 0,0 0 96 0,0 0 32 15,0 0 0-15,0 0 0 0,0 0-576 0,0 0-96 16,0 0-32-16,0 0 0 0,0 0-624 0,0 0-128 0,0 0-16 0,12-9-16 15,-2-1-304-15,2 0 0 0,1-3-128 0,1 3 128 16,-1 1-144-16,1 1 144 0,-2-1-128 0,-1 4 128 16,5 2 0-16,0 1-128 0,1 2 128 0,0 0 0 15,0 2 0-15,1 3 0 0,3 0 0 0,-1 2-128 16,3 1 128-16,-1 2 0 0,-3-1 0 0,1-1 0 16,2 0 0-16,-2 1 176 0,-2-1-176 0,-1-1 192 15,-17-7-64-15,15 8-128 0,-4 1 192 0,-11-9-64 16,0 0-128-16,0 0 128 0,3 15-128 0,-3-15 128 15,-7 12-128-15,-3-2 0 0,-2 0-160 0,-1 0 160 16,-2 0-256-16,-2-1 64 0,-2-1 0 0,-1 0 0 16,-3 1-64-16,1-1 0 0,3 1 0 0,2-1 0 15,4-1 256-15,1 0 0 0,0-2 0 0,12-5 0 16,-13 5 0-16,13-5 0 0,0 0 208 0,0 0-64 0,0 0-16 0,0 0 0 16,0 0 0-16,0 0 0 0,0 0 64 0,0 0 0 15,0 0 0-15,17 3 0 0,-17-3-192 16,23 0 0-16,-1 0 0 0,2 2 128 0,-1-1-128 0,1 3 0 15,-1-1 0-15,1 2 0 0,0 2 0 0,-3 0 0 16,-2-1 144-16,1 3-144 0,0 1 192 0,0 3-16 16,1-1-16-16,-3-2 0 0,-1-1 96 0,0 1 32 15,-2 1 0-15,0 3 0 0,-1 1-160 0,-1 2-128 16,-3 0 144-16,-1 0-144 0,-3 1 0 0,1 2 0 16,0 0 0-16,-4 1 0 0,-1-1 0 0,-2 0 0 15,0-2 0-15,-2-1-160 0,-1-2 160 0,-2 1 0 16,0-3 0-16,-2 1 0 0,-3-3 0 0,-2-1 0 0,-1 0 128 0,-3 1-128 15,0-3 176-15,-1 0-48 0,-2 1 0 16,-1-1 0-16,-2 1 192 0,-3-4 16 0,-2-2 16 0,-3-3 0 16,-2 2 0-16,-4-2 0 0,-4-2 0 0,1-1 0 15,-1-4-80-15,0 0-16 0,1 2 0 0,0-2 0 16,-1-1-256-16,1 1 0 0,0 2 0 0,1 0 0 16,1 0 0-16,3 2 0 0,2 3-240 0,5 1 80 31,2 1-224-31,3-2-64 0,5-3 0 0,2 1 0 15,15 2-1344-15,0 0-288 0,-5-12-48 0,7 1-14960 0</inkml:trace>
          <inkml:trace contextRef="#ctx0" brushRef="#br0" timeOffset="21175.3451">170 6599 9215 0,'0'0'816'0,"-10"1"-656"0,-2-2-160 0,1-1 0 15,-1-3 4752-15,2 3 928 0,-2-1 176 0,12 3 32 0,-13-3-3136 0,-1 3-640 16,2-4-128-16,12 4-32 0,-11-1-800 0,11 1-176 16,-14-4-16-16,14 4-16 0,-13-5-544 0,3 3-96 15,10 2-32-15,0 0 0 0,-11-3-144 0,11 3-128 16,0 0 192-16,0 0-192 0,0 0 0 0,0 0-144 15,0 0-16-15,16 0 0 16,-1 2-256-16,5-2-48 0,3-2-16 0,3 2 0 0,1 0 208 0,5 0 32 16,1-3 16-16,4 1 0 0,0-1 224 0,0-1 0 15,0 1 0-15,-3 0-144 0,-4-2 144 0,-1-1 0 16,-2 1 0-16,-2 0 0 0,-5 0 0 0,-1 2 0 16,-2 0 0-16,-4-1 0 0,-13 4 0 0,0 0 0 15,0 0 0-15,0 0 0 0,0 0 0 0,0 0 0 0,0 0 0 16,0 0 0-16,0 0-192 0,2 14-64 0,-2-14-16 0,-4 18 0 15,1-1-80-15,-2 0-16 0,-2 0 0 0,2-1 0 32,0 1-160-32,3 0-48 0,1 0 0 0,1 1 0 15,5 1 48-15,-2-1 0 0,1-1 0 0,2 0 0 0,1 0 400 0,1 1 128 0,2-2 0 0,1-1 0 16,-1 0 0-16,0 0 224 0,0-1-16 0,0-1 0 16,0 2 272-16,-2-5 48 0,-8-10 16 0,9 12 0 15,-2-2-192-15,-2 0-32 0,-5-10-16 0,5 14 0 16,-5-14-304-16,3 13 128 0,-3-13-128 0,0 0 0 15,-3 14 0-15,-2-3 0 0,5-11-160 0,-9 12 160 16,1-3-336-16,-1-1 48 0,-2 0 16 0,-1-1 0 16,-2 1 16-16,1-1 16 0,-2-2 0 0,-2 0 0 15,-2-1 0-15,1 1 0 0,1 0 0 0,-3-2 0 0,-2-3-16 0,-1 4 0 16,-1-1 0-16,-1-1 0 16,-1-4-1328-16,0 2-272 0,-1-2-48 15</inkml:trace>
        </inkml:traceGroup>
        <inkml:traceGroup>
          <inkml:annotationXML>
            <emma:emma xmlns:emma="http://www.w3.org/2003/04/emma" version="1.0">
              <emma:interpretation id="{731BCE3E-9C86-4A59-A152-0A6279C3AE64}" emma:medium="tactile" emma:mode="ink">
                <msink:context xmlns:msink="http://schemas.microsoft.com/ink/2010/main" type="inkWord" rotatedBoundingBox="11391,12189 12567,12130 12599,12749 11422,12808"/>
              </emma:interpretation>
              <emma:one-of disjunction-type="recognition" id="oneOf11">
                <emma:interpretation id="interp19" emma:lang="" emma:confidence="1">
                  <emma:literal/>
                </emma:interpretation>
              </emma:one-of>
            </emma:emma>
          </inkml:annotationXML>
          <inkml:trace contextRef="#ctx0" brushRef="#br0" timeOffset="23289.0644">3380 6439 26719 0,'0'0'2368'0,"2"15"-1888"16,-2-15-480-16,3 17 0 0,2 0 4000 0,-2-2 704 15,-3-15 144-15,7 20 16 0,-7-20-2800 0,9 19-560 16,-9-19-112-16,8 18-32 0,2 1-816 0,0-3-160 15,0 1-48-15,4 3 0 0,-1 2-336 0,2 0 0 0,2 0 0 0,2 2 0 16,1-1 0-16,2 2-192 0,0 1 192 0,-1-1-192 16,0 0 0-16,-3-3-16 0,-1-5 0 0,1 1 0 31,1 1-288-31,-4-2-48 0,-1-2-16 0,-3-2 0 16,-1-3-2032-16,-10-10-416 0</inkml:trace>
          <inkml:trace contextRef="#ctx0" brushRef="#br0" timeOffset="23887.2565">4425 6510 26719 0,'0'0'2368'0,"0"0"-1888"15,0 0-480-15,0 0 0 0,0 0 2464 0,0 0 400 16,0 0 80-16,13-7 0 0,-3 0-1760 0,-3-3-352 16,-2-2-80-16,-2-1-16 0,-1-1-896 0,0-1-176 15,0 0-48-15,-2 2 0 16,0 13-80-16,-4-14-32 0,4 14 0 0,-7-13 0 0,1 1 352 0,-3 5 144 16,-1 4-128-16,-2 3 128 0,-1 1 352 0,0 4 160 15,-1 1 16-15,-1 2 16 0,-2 2-32 0,0 2 0 16,-1 1 0-16,-1 2 0 0,1 2-128 0,-1 0-48 15,1 0 0-15,-1 1 0 0,1 1-336 0,-1-1 128 0,-3-1-128 0,5 2 0 16,1-2-128-16,1-2-112 0,1-2-16 0,2-1 0 31,4-4-192-31,8-8-32 0,-7 10-16 0,7-10 0 16,0 0 0-16,0 0 0 0,0 0 0 0,0 0 0 0,0 0 192 0,0 0 48 0,17 4 0 0,0-4 0 16,0-4 256-16,-1 1 0 0,1-2 0 0,0 0 0 15,0-2 0-15,1 1 0 0,1-5 0 0,-1 3 0 16,-1-2 0-16,2 0 0 0,-2-2 128 0,1 2-128 15,1 0 0-15,-3 0 144 0,0-2-144 0,0 2 128 16,1 1 0-16,0 3 0 0,0 1 0 0,-2 1 0 16,-2 1 144-16,-13 3 32 0,14-2 0 0,-14 2 0 15,17 2 272-15,-17-2 48 0,0 0 16 0,13 10 0 16,-13-10 64-16,9 14 0 0,-9-14 16 0,8 16 0 16,-1 1-112-16,-2 0-32 0,0 2 0 0,-2 1 0 15,-3-2-192-15,4 1-32 0,-1 1-16 0,0 3 0 16,-3 1 64-16,2 1 16 0,1-1 0 0,1 1 0 15,-1 2-240-15,0 0-48 0,-1 0-128 0,0-2 192 0,0-5-192 0,-1 0 0 16,1-1 0-16,1-4 0 0,2-5 0 0,-5-10-192 16,0 0 48-16,0 0 0 15,0 0-1968-15,0 0-384 0,0 0-64 0</inkml:trace>
        </inkml:traceGroup>
        <inkml:traceGroup>
          <inkml:annotationXML>
            <emma:emma xmlns:emma="http://www.w3.org/2003/04/emma" version="1.0">
              <emma:interpretation id="{0A30F3E5-E0EC-4720-A38D-C5A7467D604B}" emma:medium="tactile" emma:mode="ink">
                <msink:context xmlns:msink="http://schemas.microsoft.com/ink/2010/main" type="inkWord" rotatedBoundingBox="15728,11847 16976,11784 17015,12568 15768,12630"/>
              </emma:interpretation>
              <emma:one-of disjunction-type="recognition" id="oneOf12">
                <emma:interpretation id="interp20" emma:lang="" emma:confidence="1">
                  <emma:literal/>
                </emma:interpretation>
              </emma:one-of>
            </emma:emma>
          </inkml:annotationXML>
          <inkml:trace contextRef="#ctx0" brushRef="#br0" timeOffset="25469.6132">7743 6064 19343 0,'0'0'1728'0,"0"0"-1392"0,-9 10-336 0,9-10 0 16,-6 12 4784-16,6-12 880 0,-5 15 176 0,5-15 48 0,-4 11-3792 0,4-11-752 16,0 17-160-16,4-2-32 0,1-1-592 0,1 1-128 15,1 2-32-15,5 1 0 0,1 3-272 0,4 5-128 16,2 6 0-16,3 5 128 0,1 7-128 0,1 0 0 16,1 0 0-16,0-1 128 0,-1 6-128 0,-2-7 0 15,-4-3 0-15,1-4 0 0,-6 1 0 0,-3-4 0 16,-3-5 0-16,-2-4 0 15,0-3-1088-15,0-3-128 0,-2-2-48 0,-3-15-11696 16,0 0-2336-16</inkml:trace>
          <inkml:trace contextRef="#ctx0" brushRef="#br0" timeOffset="26043.5354">8475 6121 2751 0,'0'0'256'0,"0"0"-256"0,0 0 0 0,0 0 0 16,0 0 6976-16,0 0 1344 0,0 0 256 0,-12 8 64 16,-2-1-5904-16,3-2-1200 0,-1 0-224 0,-2-2-48 15,-1-1-624-15,0 0-128 0,-2-2-32 0,0 2 0 16,-1-2-480-16,-1 3 0 0,1 0 0 0,-1 1 0 16,-1 1 0-16,3 0 0 0,1 0 0 0,2 1 0 15,4 1 0-15,0 2 0 0,2-1 0 0,8-8 0 16,-7 10 128-16,7-10-128 0,0 0 0 0,0 0 144 15,5 17-144-15,2 0 128 0,3 0-128 0,3 1 128 0,6-1-128 0,3 5 0 16,1 0 0-16,4 0 0 16,0-1 0-16,2 1 0 0,-1 0 0 0,1-3 0 0,-1-2 128 15,-1-2-128-15,-2-2 128 0,-1 1-128 0,-4-1 0 0,0 1 128 16,-1-4-128-16,-2 0 0 0,0 0 0 0,-4 2-304 16,-3-1 48-16,-1 1 16 0,-9-12-80 0,5 15 0 15,-2 0-16-15,-3-1 0 0,-3 1-16 0,-4 0 0 16,-2-1 0-16,-1-1 0 0,-3 1 160 0,-1 1 16 15,1-4 16-15,1 0 0 0,-1-1 160 0,-1-2 224 16,1 0-48-16,-1-1-16 0,1-3 160 0,-1-1 16 16,1-1 16-16,0-1 0 0,-1-2-64 0,1-3-16 15,-1-1 0-15,1 0 0 0,-1-2-128 0,2 1-16 16,1-1-128-16,-1-5 192 0,2-1-192 0,0-2 0 0,0-2 0 0,1 0 0 16,1-2 144-16,-1-4-16 0,3-2 0 0,1-2 0 15,0-4 112-15,1 1 16 0,2 0 0 0,2 1 0 16,4 4 128-16,3 0 16 0,1 0 16 0,5 1 0 15,3 0-272-15,2 4-144 0,1 0 160 0,4 2-160 16,4-1 0-16,3 4 0 0,4 5-176 0,3-2 176 16,3-3-320-16,2 1 48 0,2 1 16 0,0-1 0 31,0-1-304-31,-4-1-48 0,-5-3-16 0,-1 1 0 16,-2-1-1648-16,-3 0-336 0,-4-1-64 0,-3-2-7520 0,-4-1-1520 0</inkml:trace>
        </inkml:traceGroup>
        <inkml:traceGroup>
          <inkml:annotationXML>
            <emma:emma xmlns:emma="http://www.w3.org/2003/04/emma" version="1.0">
              <emma:interpretation id="{B282E2C0-54F8-4E84-955F-E144FF8AB7D5}" emma:medium="tactile" emma:mode="ink">
                <msink:context xmlns:msink="http://schemas.microsoft.com/ink/2010/main" type="inkWord" rotatedBoundingBox="19290,11846 20452,11788 20488,12520 19326,12578"/>
              </emma:interpretation>
              <emma:one-of disjunction-type="recognition" id="oneOf13">
                <emma:interpretation id="interp21" emma:lang="" emma:confidence="1">
                  <emma:literal/>
                </emma:interpretation>
              </emma:one-of>
            </emma:emma>
          </inkml:annotationXML>
          <inkml:trace contextRef="#ctx0" brushRef="#br0" timeOffset="27942.2179">11843 6143 18431 0,'0'0'1632'16,"0"0"-1312"-16,0 0-320 0,0 0 0 0,0 0 3792 0,0 0 688 15,0 0 144-15,0 0 32 0,0 0-3744 0,0 0-736 16,0 0-176-16,0 0 0 0,0 0 192 0,0 0 48 16,-5 15 0-16,5-15 0 0,-3 13-240 0,3-13 128 15,-2 15-128-15,2-1 0 0,2-1 288 0,-2-13-32 16,0 0-16-16,6 17 0 0,1-2 32 0,2 2 16 16,2-2 0-16,4 0 0 0,2 1-288 0,3-1 0 15,2-2 128-15,4 1-128 0,1-1 0 0,1-1 0 16,4 0-176-16,3 1 176 0,4 1-256 0,0-1 64 0,-2 1 16 0,0-1 0 15,-2 0 176-15,-5 1-128 0,-3 1 128 0,-1 0-128 16,-6 0 128-16,-3-1-192 0,-6-1 192 0,-2 1-192 16,-2 1-32-16,-4 0-16 0,-5-2 0 0,-3 1 0 15,-2-1 240-15,-3 3-144 0,-1-1 144 0,-5 0-128 16,-2 0 128-16,-4 0 224 0,-1-1-48 0,-3-4-16 16,-1-4-32-16,0-1 0 0,1-1 0 0,-3-4 0 31,-3-4-1440-31,0-2-288 0,0-6-64 0</inkml:trace>
          <inkml:trace contextRef="#ctx0" brushRef="#br0" timeOffset="27552.6321">11278 6065 22111 0,'0'0'1968'0,"0"0"-1584"16,0 19-384-16,3-2 0 0,4-2 4480 0,1 3 832 0,2 3 144 0,2 2 48 15,-2 1-3792-15,5-2-752 0,1 1-160 0,-1 1-32 16,0 1-432-16,0 0-80 0,0 0-32 0,0 2 0 16,0 0-224-16,1 0 0 0,-1-3 0 0,0-1 0 15,-2-1-256-15,1-2-64 0,-1 0 0 0,-3-1 0 32,-1-2-512-32,-1-2-96 0,4-3-32 0,0-1 0 15,-4 0-2176-15,2-1-432 0,-10-10-80 0</inkml:trace>
          <inkml:trace contextRef="#ctx0" brushRef="#br0" timeOffset="28179.0277">11757 6128 32991 0,'0'0'1472'0,"15"5"288"0,1-2-1408 0,0-1-352 15,1-2 0-15,2 0 0 0,-1 0 1696 0,2 0 272 16,-1-2 48-16,-1-1 16 0,1-2-1136 0,1 0-240 16,0 0-32-16,1-1-16 0,-1 0-464 0,5-1-144 15,2 2 0-15,1 0 0 0,3-2 0 0,2 0 0 16,1-1-240-16,3-2 80 16,3 0-1408-16,3 0-288 0,-1 0-48 0,0 0-9424 15,0-1-1872-15</inkml:trace>
        </inkml:traceGroup>
      </inkml:traceGroup>
    </inkml:traceGroup>
    <inkml:traceGroup>
      <inkml:annotationXML>
        <emma:emma xmlns:emma="http://www.w3.org/2003/04/emma" version="1.0">
          <emma:interpretation id="{5FDEBF7A-1D64-4B38-BC6D-5288A5EAD766}" emma:medium="tactile" emma:mode="ink">
            <msink:context xmlns:msink="http://schemas.microsoft.com/ink/2010/main" type="paragraph" rotatedBoundingBox="8326,14170 20611,13598 20667,14815 8383,1538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741E758-64CA-4402-B773-0128AEEC3021}" emma:medium="tactile" emma:mode="ink">
              <msink:context xmlns:msink="http://schemas.microsoft.com/ink/2010/main" type="line" rotatedBoundingBox="8326,14170 20611,13598 20667,14815 8383,15387">
                <msink:destinationLink direction="with" ref="{13D7A5CD-B98D-4C82-B3A4-191B8923B7E9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B37AE47E-7E6B-4F18-811B-E7685E948A66}" emma:medium="tactile" emma:mode="ink">
                <msink:context xmlns:msink="http://schemas.microsoft.com/ink/2010/main" type="inkWord" rotatedBoundingBox="8342,14514 9586,14456 9626,15324 8382,15382"/>
              </emma:interpretation>
              <emma:one-of disjunction-type="recognition" id="oneOf14">
                <emma:interpretation id="interp22" emma:lang="" emma:confidence="1">
                  <emma:literal/>
                </emma:interpretation>
              </emma:one-of>
            </emma:emma>
          </inkml:annotationXML>
          <inkml:trace contextRef="#ctx0" brushRef="#br0" timeOffset="30766.1676">377 8730 23951 0,'-16'24'2128'0,"8"-9"-1696"0,-2-1-432 0,5-1 0 15,0-1 3024-15,5-12 528 0,3 15 96 0,4 0 32 16,-7-15-2352-16,3 17-480 0,2-4-80 0,2 3-32 16,2-3-336-16,-1 2-64 0,0 0-16 0,4 0 0 15,5-3-192-15,-4 3-128 0,-2 4 160 0,0 4-160 16,1 6 0-16,0 3 0 0,0 3 0 0,-2 2 0 15,0 4 0-15,-2 1 0 0,1 0 0 0,-3 0 0 16,-1-3 0-16,0-2 0 0,-1 1 0 0,-1-4 0 0,1-7-176 16,2-4-80-16,-1-4 0 0,2-6-16 15,1-4-2704-15,4-6-544 0</inkml:trace>
          <inkml:trace contextRef="#ctx0" brushRef="#br0" timeOffset="31311.5064">1430 8693 24879 0,'-7'17'1088'0,"2"-7"256"0,5-10-1088 0,-7 12-256 0,7-12 0 0,-6 10 0 16,6-10 3264-16,0 0 576 0,-12 7 128 0,0-2 32 15,0-3-2944-15,1-2-592 0,-3-2-112 0,1 0-32 31,-4-1-608-31,0 1-128 0,-3 1-32 0,0 2 0 16,-2 1-160-16,0 1-32 0,-2 1-16 0,-1 1 0 0,-2 1 464 0,0 5 192 0,-1 0-128 0,1 3 128 16,-2 1 224-16,4 0 128 0,0 0 32 0,3 2 0 15,2 2 128-15,1-1 16 0,6 1 16 0,1-4 0 16,0-3-304-16,5-1-64 0,7-11-16 0,-3 14 0 16,3-14-160-16,0 0-224 0,0 0 48 0,12 12 16 15,-12-12-176-15,22 3-48 0,-1-5 0 0,6-1 0 16,2-1 128-16,3-1 32 0,2-5 0 0,-1-3 0 15,1-2 224-15,0-2-192 0,-1 0 192 0,-1-1-192 0,0-1 192 16,0 2 0-16,-2 2 0 0,-1 0 0 0,0 2 0 0,-2-1 0 16,-4 1 0-16,-1 1 0 0,-4 2 0 0,-1 3 0 15,-3 2 0-15,-14 5 160 0,0 0-160 0,0 0 128 16,0 0-128-16,0 0 128 0,0 0 160 0,0 0 32 16,0 0 0-16,0 0 0 0,0 15 128 0,-4-1 48 15,-1 1 0-15,2-2 0 0,-2-1-224 0,-2 1-32 16,0-1-16-16,1 2 0 0,1 1-224 0,0 2 176 15,1-1-176-15,1 3 160 0,1 1-32 0,4 2-128 16,-2 0 192-16,2 3-64 0,-1 4 64 0,3 4 0 16,-1 4 0-16,0 4 0 0,2 1 48 0,0 0 16 15,0 0 0-15,1 0 0 0,0-2 32 0,1-3 16 16,0-3 0-16,-1-2 0 0,3-7-160 0,1-3-16 0,0-3-128 0,2-6 192 16,-12-13-400-16,18 7-96 0,1-7-16 0,1-5-12832 15,5-5-2576-15</inkml:trace>
        </inkml:traceGroup>
        <inkml:traceGroup>
          <inkml:annotationXML>
            <emma:emma xmlns:emma="http://www.w3.org/2003/04/emma" version="1.0">
              <emma:interpretation id="{32C8C5E6-20D1-4266-A547-EE55DCEF962B}" emma:medium="tactile" emma:mode="ink">
                <msink:context xmlns:msink="http://schemas.microsoft.com/ink/2010/main" type="inkWord" rotatedBoundingBox="11249,14034 12595,13971 12639,14914 11293,14977"/>
              </emma:interpretation>
              <emma:one-of disjunction-type="recognition" id="oneOf15">
                <emma:interpretation id="interp23" emma:lang="" emma:confidence="1">
                  <emma:literal/>
                </emma:interpretation>
              </emma:one-of>
            </emma:emma>
          </inkml:annotationXML>
          <inkml:trace contextRef="#ctx0" brushRef="#br0" timeOffset="31850.8449">3271 8532 23039 0,'0'0'2048'0,"0"0"-1648"16,-12 10-400-16,12-10 0 0,-9 8 3200 0,9-8 544 16,0 0 112-16,0 0 32 0,0 0-2608 0,0 0-528 15,7 12-112-15,-7-12 0 0,10 12-640 0,2-2 0 16,3-3 0-16,0 1 0 0,2 2-160 0,0 2 0 0,0 0 0 0,1 1 0 16,1-1 160-16,1 3 0 0,-2 0-144 0,-1 1 144 15,0-1 0-15,-2 0 0 0,-1 2 0 0,-3-1 0 16,0 0 0-16,-1-1 160 0,-4-2-16 0,-1 2 0 15,-1-1 0-15,-2 1 0 0,-4-2 0 0,-2 3 0 16,3-1-144-16,-4 2 128 0,-2-2-128 0,-1 0 128 16,-1-3-128-16,-1 4 0 0,2 3 144 0,-2 1-144 15,-1 0 176-15,1 2-48 0,0 0 0 0,2 0 0 16,-1 0 240-16,3-4 32 0,1-1 16 0,1-2 0 16,4-15-96-16,0 14 0 0,0-14-16 0,0 0 0 15,0 0-112-15,0 0-32 0,17 3 0 0,2-6 0 16,-1-6-160-16,7-6-272 0,2-7 64 0,5-6 16 15,2-4-1440-15,5-2-288 16,4-1-48-16,3-4-15040 0</inkml:trace>
          <inkml:trace contextRef="#ctx0" brushRef="#br0" timeOffset="32273.8322">4322 8202 21183 0,'-7'29'944'0,"1"-11"192"0,-6-1-912 0,0 3-224 15,0 2 0-15,-1 2 0 0,-1 1 5232 0,3 0 992 16,-3 0 208-16,-1 2 32 0,-2-1-4704 0,0-1-944 16,-1 2-192-16,-1 0-48 0,1-2-384 0,1 0-192 15,-1 0 160-15,1 2-160 0,-2-1 0 0,4-1 0 16,2 0 0-16,1 0 0 0,0 2 0 0,5 0 0 16,1-2 0-16,2 2 0 0,1 0 0 0,3-2 0 0,3 1 0 0,4-3 0 15,1-3-144-15,1 1 144 0,-1 0 0 0,6 0-144 16,1-1 144-16,0-2-192 0,2-3 192 0,3-3-192 15,0-3-32-15,4-3-16 0,-1-2 0 0,1-4 0 16,3-2 48-16,0-3 0 0,0-3 0 0,1-2 0 16,1-2 192-16,-1 0 0 0,-1-1 0 0,2-3 0 15,0 0-176-15,-1 2 176 0,1 2-192 0,-4-1 192 16,-7-2 0-16,1 0-128 0,-2-1 128 0,-2 3 0 16,-3 1 0-16,-2 2 0 0,0 0-128 0,-10 10 128 15,0 0 0-15,0 0 0 0,0 0 0 0,0 0 0 16,-10-7 0-16,-2 4 224 0,-3 1-64 0,-2 4-16 15,-6 1-144-15,-6 4-144 0,-3 1 144 0,-5 3-208 16,-2 0-64-16,-1 3-16 0,-7 1 0 0,-2 0 0 16,-2 0-304-16,-2 4-64 15,-5 1-16-15,0 2 0 0,-3 0-320 0,-1 1-64 0,-2 2-16 0,3-1-10352 16,6-2-2080-16</inkml:trace>
        </inkml:traceGroup>
        <inkml:traceGroup>
          <inkml:annotationXML>
            <emma:emma xmlns:emma="http://www.w3.org/2003/04/emma" version="1.0">
              <emma:interpretation id="{E855A5BE-744B-40A7-8407-12765F7ABF46}" emma:medium="tactile" emma:mode="ink">
                <msink:context xmlns:msink="http://schemas.microsoft.com/ink/2010/main" type="inkWord" rotatedBoundingBox="15451,14126 17011,14054 17055,14984 15495,15056"/>
              </emma:interpretation>
              <emma:one-of disjunction-type="recognition" id="oneOf16">
                <emma:interpretation id="interp24" emma:lang="" emma:confidence="1">
                  <emma:literal/>
                </emma:interpretation>
              </emma:one-of>
            </emma:emma>
          </inkml:annotationXML>
          <inkml:trace contextRef="#ctx0" brushRef="#br0" timeOffset="34404.7123">7531 8433 5519 0,'-15'13'240'0,"5"-4"64"0,-4-4-304 0,2 1 0 0,12-6 0 0,-12 7 0 15,1-4 5952-15,11-3 1152 0,-12 0 208 0,12 0 48 16,0 0-5696-16,0 0-1136 0,0 0-224 0,0 0-48 16,0 0-256-16,0 0 0 0,0 0 0 0,0 0 0 15,0 0-192-15,0 0 192 0,0 0-192 0,0 0 192 0,20 5 176 0,-1 1 144 16,-3-1 16-16,1 1 16 0,-2 3 480 0,1 1 112 15,-1 0 16-15,0 2 0 0,-2 1-64 0,2 1 0 16,1-1 0-16,-1 2 0 0,-2 0-368 0,-1 0-80 16,-2-1 0-16,-2-1-16 0,-1-1-272 0,-7-12-160 15,7 15 192-15,-7-15-192 0,3 15 0 0,-3-1 0 16,-1-1 0-16,1-13 0 0,-5 16-256 0,-2-1 32 16,-2-2 16-16,-1 1 0 0,-1-1 64 0,-3 1 16 15,-1 1 0-15,0 0 0 0,0 2 128 0,1-1 0 16,-3 1 0-16,2 0 0 0,2 0 176 0,1 0 16 15,2-4 0-15,3-3 0 0,7-10 64 0,0 0 0 16,0 0 16-16,0 0 0 0,0 0-80 0,0 0-32 0,14 4 0 0,8-4 0 16,4-2-288-16,6-6-64 0,5-8-16 0,7-4 0 31,7-5-384-31,6-4-80 0,2-3-16 0,6-5-11456 0,6-5-2288 0</inkml:trace>
          <inkml:trace contextRef="#ctx0" brushRef="#br0" timeOffset="34834.5813">8231 8308 23951 0,'-10'15'2128'0,"-1"2"-1696"0,5 0-432 0,-1 0 0 16,2 1 3472-16,-2 1 624 0,4-2 112 0,1 1 16 0,2-1-2704 0,4 0-560 15,-1-2-96-15,2-2-32 0,-5-13-480 0,10 14-96 16,4-2-32-16,-1-2 0 0,0-2-224 0,1 2 0 15,-1 2 0-15,3-2 0 0,-1-3 0 0,1 0-128 16,1-1 128-16,0-1 0 0,-2-1 0 0,2-3 0 16,0-1 176-16,1-1-176 0,1-3 176 0,-1-1-176 15,-1-3 160-15,0-1-160 0,0-2 0 0,0-3 0 16,0-1 0-16,-2 0 0 0,0-2-256 0,-2 0-32 16,1 0-16-16,-4 1 0 0,-2-1-16 0,-1 0-16 15,-2 2 0-15,-2 0 0 0,-3 1 192 0,0 2 144 16,0 12-192-16,0 0 192 0,0-11 0 0,0 11 224 15,0 0-16-15,0 0 0 0,0 0 112 0,0 0 0 0,0 0 16 0,0 0 0 16,-5 8 64-16,2 4 16 0,3 1 0 0,3 6 0 16,1 4-240-16,1 4-48 15,5 5-128-15,2 4 192 0,1 2-192 0,2 4 144 0,2 0-144 0,2 2 128 16,-1 0 128-16,2 0 32 0,1-1 0 0,0 1 0 16,3 0-80-16,-1 0-16 0,-1-1 0 0,0-1 0 15,0-3-192-15,0-5 0 0,-2-7 128 0,2-5-128 31,2-6-1408-31,-3-5-320 0,0-6-64 0</inkml:trace>
        </inkml:traceGroup>
        <inkml:traceGroup>
          <inkml:annotationXML>
            <emma:emma xmlns:emma="http://www.w3.org/2003/04/emma" version="1.0">
              <emma:interpretation id="{9E968425-3A73-4A34-B5BF-A23121C00BEE}" emma:medium="tactile" emma:mode="ink">
                <msink:context xmlns:msink="http://schemas.microsoft.com/ink/2010/main" type="inkWord" rotatedBoundingBox="19106,13798 19413,13784 19452,14617 19144,14631"/>
              </emma:interpretation>
              <emma:one-of disjunction-type="recognition" id="oneOf17">
                <emma:interpretation id="interp25" emma:lang="" emma:confidence="1">
                  <emma:literal/>
                </emma:interpretation>
              </emma:one-of>
            </emma:emma>
          </inkml:annotationXML>
          <inkml:trace contextRef="#ctx0" brushRef="#br0" timeOffset="35198.939">11093 8017 2751 0,'3'25'256'0,"-1"1"-256"16,-1-3 0-16,3 2 0 0,1 2 10080 0,3 4 1968 16,4 2 400-16,1 1 80 0,3 1-9456 0,0 2-1872 0,3 4-384 0,-1 1-80 15,-1 0-544-15,0 0-192 0,-3-4 0 0,-1 1 144 16,0-2-144-16,1 0 0 0,-1-3 0 0,1-2-176 16,-2 0-96-16,-1-5-32 0,1-5 0 0,2-4 0 31,1-3-1328-31,0-3-272 0,2-4-48 0,1-4-18016 0</inkml:trace>
        </inkml:traceGroup>
        <inkml:traceGroup>
          <inkml:annotationXML>
            <emma:emma xmlns:emma="http://www.w3.org/2003/04/emma" version="1.0">
              <emma:interpretation id="{02E16F35-D0F3-402D-B7F8-A66F4757C2C9}" emma:medium="tactile" emma:mode="ink">
                <msink:context xmlns:msink="http://schemas.microsoft.com/ink/2010/main" type="inkWord" rotatedBoundingBox="19779,13949 20625,13910 20653,14509 19807,14549"/>
              </emma:interpretation>
              <emma:one-of disjunction-type="recognition" id="oneOf18">
                <emma:interpretation id="interp26" emma:lang="" emma:confidence="0">
                  <emma:literal>o</emma:literal>
                </emma:interpretation>
                <emma:interpretation id="interp27" emma:lang="" emma:confidence="0">
                  <emma:literal>°</emma:literal>
                </emma:interpretation>
                <emma:interpretation id="interp28" emma:lang="" emma:confidence="0">
                  <emma:literal>.</emma:literal>
                </emma:interpretation>
                <emma:interpretation id="interp29" emma:lang="" emma:confidence="0">
                  <emma:literal>,</emma:literal>
                </emma:interpretation>
                <emma:interpretation id="interp30" emma:lang="" emma:confidence="0">
                  <emma:literal>0</emma:literal>
                </emma:interpretation>
              </emma:one-of>
            </emma:emma>
          </inkml:annotationXML>
          <inkml:trace contextRef="#ctx0" brushRef="#br0" timeOffset="35569.7987">12040 8155 13823 0,'-17'25'1216'0,"-3"4"-960"15,-2-1-256-15,0 3 0 0,0-3 6624 0,2 4 1280 16,3 2 256-16,0 0 48 0,2-1-5888 0,0-1-1168 16,0-1-256-16,2-3-32 0,-1-3-560 0,4-1-112 15,3-4-32-15,2-1 0 0,4-3-160 0,4 1-176 16,2-3 48-16,3-2 0 0,2-2-112 0,2 1-16 16,3 1 0-16,4 0 0 0,3-2 0 0,3 0-16 15,4-3 0-15,3 0 0 0,1-2 272 0,4-2 0 16,2-3 0-16,1-2 0 0,2-3-144 0,0-1 144 15,1-3 0-15,-3-3-144 0,0-3 144 0,-3-2 0 16,-1-1 0-16,-1-2 0 0,0-4 0 0,-3 1 0 16,-5-3 0-16,-2 1 0 0,-1-2 0 0,-6 0 0 0,-4 0 0 0,-4 2-128 15,-3 0 128-15,-6 1 0 0,-2 1 0 0,-6 1 128 16,-5 3 32-16,-5 1 16 0,-6-2 0 0,-9 3 0 16,-10 0-176-16,-14 2 0 0,-13 1 0 0,-11 6-176 31,-15 3-1760-31,-7 2-368 0,-9 3-64 0</inkml:trace>
        </inkml:traceGroup>
      </inkml:traceGroup>
    </inkml:traceGroup>
  </inkml:traceGroup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7T17:23:54.725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6597AAAF-3B1C-4A75-A30C-35BBBAD1DF90}" emma:medium="tactile" emma:mode="ink">
          <msink:context xmlns:msink="http://schemas.microsoft.com/ink/2010/main" type="writingRegion" rotatedBoundingBox="12794,13772 14174,18764 7297,20666 5917,15674"/>
        </emma:interpretation>
      </emma:emma>
    </inkml:annotationXML>
    <inkml:traceGroup>
      <inkml:annotationXML>
        <emma:emma xmlns:emma="http://www.w3.org/2003/04/emma" version="1.0">
          <emma:interpretation id="{77635D09-C75B-4487-AC1C-84EC72160B07}" emma:medium="tactile" emma:mode="ink">
            <msink:context xmlns:msink="http://schemas.microsoft.com/ink/2010/main" type="paragraph" rotatedBoundingBox="12794,13772 14174,18764 12671,19180 11291,1418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C987756-DC79-495C-B9A2-C793222E88E9}" emma:medium="tactile" emma:mode="ink">
              <msink:context xmlns:msink="http://schemas.microsoft.com/ink/2010/main" type="inkBullet" rotatedBoundingBox="12794,13772 13048,14690 11545,15106 11291,14188"/>
            </emma:interpretation>
          </emma:emma>
        </inkml:annotationXML>
        <inkml:trace contextRef="#ctx0" brushRef="#br0">119 0 19407 0,'0'0'416'0,"0"0"96"0,0 0 0 0,0 0 64 0,0 0-576 0,0 0 0 16,0 0 0-16,0 0 0 0,0 0 768 0,0 0 64 16,0 0 0-16,0 0 0 15,0 0-496-15,0 0-80 0,0 0-32 0,-13 0 0 0,13 0-224 0,0 0 0 16,-12 3 0-16,4 1 0 0,8-4 224 0,0 0 0 0,-11 5 0 0,0 1 0 16,11-6-224-1,-9 9 0-15,-1-1 0 0,-3 4 0 0,13-12 0 0,-5 15 0 16,-2-5 0-16,0 7 0 0,5-2 0 0,2-15 0 15,0 15 0-15,0-15 0 0,-1 17 896 0,1-2 144 16,3 2 32-16,1 0 0 0,-3-4-560 0,4 6-96 16,0 4-32-16,0-1 0 0,-1-2-64 0,-1 4 0 15,2 0-16-15,0-4 0 0,-1-2-80 0,-1 4-16 16,0 2 0-16,1-4 0 0,-4-3-80 0,1-2 0 16,1 0-128-16,-2-2 192 0,-3-1-16 0,-2 0-16 15,0 0 0-15,-1 0 0 0,1-2-32 0,-1 1-128 16,-1 1 192-16,7-12-64 0,-3 15-128 0,1-1 0 0,0-2 0 15,-1-1 128-15,3-11-128 0,-7 16 0 0,2-3 0 16,5-13 0-16,-7 12 128 0,7-12-128 0,0 15 0 0,-1-2 128 16,1-13-128-16,0 15 0 0,1-1 0 0,-1-14 128 15,0 0-128-15,0 15 0 0,0-15 0 0,2 14 0 16,-2-14 0-16,0 0-176 0,0 0 48 0,0 0 0 31,14 3-592-31,1-3-112 0,0-2-32 0,3-3-8240 0,3-2-1648 0</inkml:trace>
        <inkml:trace contextRef="#ctx0" brushRef="#br0" timeOffset="-395.5842">186 47 1839 0,'0'0'160'0,"0"0"-160"0,0 0 0 0,0 0 0 16,0 0 0-16,0 0 0 0,-11-5 0 0,-3-2 0 0,14 7 0 0,0 0 0 15,0 0 0-15,0 0 0 16,-5-10 1360-16,5 10 240 0</inkml:trace>
        <inkml:trace contextRef="#ctx0" brushRef="#br0" timeOffset="1710.2859">-36 107 2751 0,'0'0'256'0,"0"0"-256"16,12-5 0-16,0 0 0 0,-12 5 2128 0,12-6 384 16,-12 6 80-16,10-7 16 0,0 0-2144 0,-10 7-464 15,7-8 0-15,-7 8 0 0,11-5-368 0,-11 5-16 16,0 0 0-16,0 0 0 0,0 0 160 0,0 0 32 15,0 0 0-15,0 0 0 0,0 0 912 0,0 0 192 16,0 0 48-16,0 0 0 0,0 0 272 0,0 0 64 16,0 0 16-16,0 0 0 0,0 0-80 0,0 0-16 15,0 0 0-15,0 0 0 0,0 0-432 0,0 0-80 16,0 0-32-16,19 13 0 0,-19-13-544 0,18 7-128 16,3-4 0-16,9-4 0 0,2-1 0 0,-10 0 0 15,1 1 0-15,11-5 0 0,-4 0 0 0,-11 2 0 16,-2 1 0-16,3 0 0 0,2-1 912 0,-2-1 160 15,-2 2 16-15,3 0 16 0,-1-1 496 0,-2 2 112 0,1 1 16 0,1-1 0 32,0 0-1968-32,2 2-384 0,2-1-80 0,2 1 0 0,3 0 704 0,3 0 0 0,0 0 0 0,3 1 160 0,4 1-416 15,5-2-64-15,6 2-32 0,-6-1 0 16,-7 3 608-16,-2-1 128 0,-3 1 32 0,-5-1 0 16,0-1-96-16,-5-2-32 0,-3 0 0 0,-1 0 0 0,1 0 80 0,-3 0 16 15,0 0 0-15,-3 0 0 16,-13 0-80-16,0 0-16 0,13-2 0 0,-13 2 0 15,14-2 0-15,-14 2 0 0,0 0 0 0,0 0 0 16,0 0-288-16,13-1 160 0,-13 1-160 0,0 0 128 0,0 0-128 0,0 0 0 0,0 0 0 0,0 0 0 31,0 0-128-31,0 0-16 0,0 0 0 0,0 0 0 16,0 0-112-16,0 0-32 0,0 0 0 0,0 0 0 16,0 0-64-16,0 0-16 0,0 0 0 0,0 0 0 15,0 0 32-15,0 0 0 0,0 0 0 0,0 0 0 16,0 0 208-16,0 0 128 0,0 0-160 0,0 0 160 0,0 0 0 0,0 0 0 15,0 0 0-15,0 0 0 0,0 0 0 0,0 0 0 16,0 0 0-16,0 0 160 0,0 0-160 0,0 0 160 16,0 0-160-16,0 0 160 0,0 0-160 0,0 0 0 15,0 0 0-15,0 0 0 0,0 0 0 0,0 0 0 16,0 0 0-16,0 0 0 0,0 0-144 0,0 0 144 16,0 0 0-16,-6 11 0 0,6-11 0 0,0 0 0 15,0 0 0-15,-2 19 0 0,0-4 0 0,2-2-128 16,0-13 128-16,2 16 0 0,-2-16 0 0,2 16 0 15,-2-16 0-15,1 22 0 0,3-2 0 0,-1-1 192 0,0 3-48 0,1-2-16 16,-3 0 0-16,3 4-128 0,-3-1 192 0,3 3-64 16,-1 1-128-16,1-4 128 0,-1-4-128 0,2 1 128 15,-2 0-128-15,1-2 0 0,-1-2 0 0,0-1 128 16,-1 2-128-16,0-2 0 0,0-2 0 0,1 1 0 16,-1-1 0-16,-2 1 0 0,0-14 0 0,0 15 0 15,0-2 0-15,0-1 0 0,0-12 0 0,0 13 0 16,0-13 0-16,-2 14 0 0,2-14 0 0,0 0 0 15,0 0 0-15,0 0 0 0,-5 15 0 0,5-15 0 16,-5 12 0-16,5-12 0 0,0 0 0 0,0 0 0 16,0 0 0-16,0 0-176 0,0 0 176 0,0 0-128 15,0 0 128-15,0 0 0 0,0 0 0 0,0 0 0 16,0 0 0-16,0 0 0 0,0 0-128 0,0 0 128 16,0 0-896-16,0 0-112 15,0 0-16-15,0 0 0 0,-14-7 1632 0,14 7 320 0,0 0 64 0,-8-8 16 0,8 8-848 0,0 0-160 16,0 0 0-16,0 0 0 0,0 0-160 0,0 0 160 15,-12-7-192-15,12 7 192 0,0 0-224 0,0 0 64 16,0 0 16-16,0 0 0 0,-13-2 144 0,13 2 0 16,0 0 0-16,-14 2 0 0,2-2 0 0,12 0 0 0,0 0 0 15,-13 3 128-15,1-1-128 0,12-2 128 16,0 0-128-16,-13 3 128 0,13-3-128 0,-12 2 0 16,12-2 0-16,-14 5 0 0,3-3 0 0,11-2-192 15,-14 1 192-15,14-1-192 0,-12 2 192 0,12-2-192 16,-15 2 192-16,4-1-192 0,11-1 192 0,-16 2 0 0,1 0-144 0,3 0 144 0,1 1 0 0,-3-1 0 31,-3-2 0-31,-1 0 0 0,-1 0 0 0,-1 0 0 0,-2-2 0 0,0 2 0 16,1-2 0-16,0 2 128 0,1 0 0 0,0 0 0 0,-2 0 0 0,4 0-128 15,1 0 192-15,0 0-64 16,-2 0-128-16,3 0 0 0,1-1 0 0,-1 1 0 16,0-2 0-16,0 2 0 0,1 0 0 0,0 2 0 15,2-1-176-15,-1-1 176 0,-1 0-128 0,2 0 128 16,-3 4-144-16,3-1 144 0,0 0-160 0,-1 2 160 15,-1-1 0-15,0 1 0 0,-2 0-128 0,0-2 128 0,-1 1 0 0,-1 1 0 16,-1 0 0 0,-2 0-144-16,-1 0 144 0,-3 0 0 0,-1-2 0 0,-3 1 0 15,-2-1-144-15,0 0 144 0,2 1-160 0,1-1 160 16,2 0 640-16,0-1 240 0,2 0 32 0,2-1 16 16,2 1-800-16,3-2-128 0,-1 2 0 0,1-1-176 15,3-1-688-15,1 0-144 0,1 0-16 0,1 2-16 16,0-2 832-16,12 0 208 0,-12 3 0 0,12-3 0 15,-13 4 752-15,13-4 192 0,-12 0 32 0,-5 0 16 32,17 0-1968-32,0 0-400 0,0 0-80 0,0 0-16 15,-10 0-1024-15,10 0-192 0,0 0-64 0</inkml:trace>
      </inkml:traceGroup>
      <inkml:traceGroup>
        <inkml:annotationXML>
          <emma:emma xmlns:emma="http://www.w3.org/2003/04/emma" version="1.0">
            <emma:interpretation id="{0C4B3699-8290-4A56-89BB-ADE70ECB4423}" emma:medium="tactile" emma:mode="ink">
              <msink:context xmlns:msink="http://schemas.microsoft.com/ink/2010/main" type="line" rotatedBoundingBox="13110,15273 14082,18789 13011,19086 12039,15570"/>
            </emma:interpretation>
          </emma:emma>
        </inkml:annotationXML>
        <inkml:traceGroup>
          <inkml:annotationXML>
            <emma:emma xmlns:emma="http://www.w3.org/2003/04/emma" version="1.0">
              <emma:interpretation id="{36E160FF-A4A6-4421-82EC-9735079B9959}" emma:medium="tactile" emma:mode="ink">
                <msink:context xmlns:msink="http://schemas.microsoft.com/ink/2010/main" type="inkWord" rotatedBoundingBox="13110,15273 14082,18789 13011,19086 12039,15570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 timeOffset="2982.3894">1034 1332 11967 0,'0'0'528'0,"0"0"112"0,0 0-512 0,0 0-128 16,0 0 0-16,0 0 0 0,0 0 2816 0,0 0 544 15,17 4 96-15,-17-4 32 0,0 0-2720 0,15 3-560 0,-15-3-208 0,14 5 176 16,-14-5-336-16,0 0-64 15,13 7-16-15,-13-7 0 0,10 10 240 0,-10-10-144 0,11 12 144 0,-1 1-128 0,-2 1 128 0,0 1 0 32,1 0 160-32,-1 3-160 0,1 1 176 0,-1 1-176 0,1 0 192 0,-3 4-192 15,3-2 0-15,2 3 0 0,0 4 0 0,2 3 0 32,2 0-576-32,0-2 0 0,0-3-16 0</inkml:trace>
          <inkml:trace contextRef="#ctx0" brushRef="#br0" timeOffset="2696.8091">1437 1268 3679 0,'0'0'160'0,"0"0"32"0,0 0-192 0,0 0 0 0,0 0 0 0,0 0 0 0,0 0 3648 0,0 0 672 32,0 0 144-32,0 0 16 0,0 0-2512 0,0 0-512 0,0 0-112 0,0 0 0 15,0 0-384-15,0 0-64 0,0 0 0 0,0 0-16 0,0 0-432 0,3 12-64 0,-3-12-32 0,-2 14 0 32,-1-4-224-32,0 0-128 0,3-10 160 0,-7 17-160 15,-2-2 0-15,-2 0 0 0,-3 0 0 0,-6 7 0 16,1 2 0-16,6-8 0 0,-4 5 0 0,0 2 0 15,-1 1-1408-15,-1 1-208 0,1 2-48 0,1-2-16 16,0 0 720-16,5 1 160 0,1 0 32 16,-3 0 0-16,-1-4-1600 0,2-1-320 0</inkml:trace>
          <inkml:trace contextRef="#ctx0" brushRef="#br0" timeOffset="4124.8952">1172 2248 7359 0,'0'0'320'0,"0"0"80"0,0 0-400 0,0 0 0 15,0 0 0-15,21 3 0 0,-21-3 0 0,16 3 0 16,0 1 0-16,0-1 0 0,3 0 4112 0,-1 1 752 15,1-2 128-15,-1 6 48 0,3 7-4192 0,1 2-848 16,1 0-128-16,1 6-64 0,-3 3-80 0,3 2-32 0,0 4 0 0,-1 0 0 16,1 0 160-16,-2-3 144 0,-2-4-208 0,0 2 80 15,0 0 272-15,0-2 64 0,1 0 16 0,-3-3 0 16,-1-2-224-16,0-1 0 0,0-2 128 0,1 3-128 31,1-2-400-31,-1 1-128 0,-1-2-32 0</inkml:trace>
          <inkml:trace contextRef="#ctx0" brushRef="#br0" timeOffset="3854.8746">1613 2236 911 0,'0'0'0'0,"0"0"0"0,0 0 0 0,0 0 0 15,0 0 0-15,0 0 0 0,0 0 6000 0,0 0 1104 16,0 0 240-16,0 0 32 0,0 0-5344 0,0 0-1072 16,0 0-224-16,0 0-32 0,0 0-704 0,0 0 0 0,-12 10 0 0,1-2 0 31,-3 1-352-31,1-1-48 0,-1 2-16 0,-3 4 0 0,-3 3 128 0,0 4 32 0,0 3 0 0,1 5 0 15,-1 3 256-15,0 0 0 0,0-4 0 0,1 1 0 0,1-4 0 0,1-1 0 16,4-1 0-16,-1-1 0 16,1-4 0-16,1-1 0 0,0-2 0 0,2-1 0 31,2 1-448-31,1-5 0 0,7-10 16 0,-9 9 0 0,9-9-1792 0,0 0-352 0</inkml:trace>
          <inkml:trace contextRef="#ctx0" brushRef="#br0" timeOffset="5067.5257">1201 3289 7359 0,'0'0'320'0,"0"0"80"0,0 0-400 0,0 0 0 16,0 0 0-16,0 0 0 0,0 0 4768 0,0 0 864 16,0 0 192-16,10 14 16 0,-10-14-4640 0,0 0-944 15,17 13-256-15,-2-5 0 0,-15-8 0 0,17 11-320 0,-17-11 32 0,23 18 16 32,-6-1 272-32,-17-17 0 0,15 18 0 0,1 1 0 0,-5-1 0 0,1 3 256 15,-2 2-64-15,2 4 0 16,0 3 320-16,0 4 48 0,-2 1 16 0,0 9 0 0,5 8-144 0,0 0-32 15,0-3 0-15,4-5 0 0,1-5-400 0,2-6 0 16,-2-4-144-16,2-4 144 16,0-1-2816-16,-4-6-464 0</inkml:trace>
          <inkml:trace contextRef="#ctx0" brushRef="#br0" timeOffset="4757.1772">1736 3242 27119 0,'0'0'592'0,"0"0"128"0,0 0 32 0,0 0 16 0,0 0-624 0,0 0-144 0,0 0 0 0,0 0 0 0,0 0 1024 0,0 0 192 16,0 0 16-16,0 0 16 15,-12-5-672-15,4 3-128 0,8 2-16 0,0 0-16 0,-15 2-416 0,0 5 0 0,-4-1-144 0,-3 5 144 16,-3-1-368-16,-4 5 48 0,-4 5 0 0,-132 153 0 63,72-62-448-63,55-50-96 0,7-2-16 0,8-5 0 15,1-7-128-15,2-7-16 0,0-8-16 0,1-7-10576 16</inkml:trace>
          <inkml:trace contextRef="#ctx0" brushRef="#br0" timeOffset="6456.301">1955 4457 911 0,'0'0'0'0,"0"0"0"0,0 0 0 0,0 0 0 15,0 0 0-15,0 0 0 0,-2-14 5040 0,2 3 912 16,0 11 192-16,0-11 48 0,-2-2-4688 0,1 0-928 15,-3-1-192-15,4 14-48 0,-5-12-336 0,5 12-192 0,0 0 32 0,-6-10 0 16,6 10 160-16,0 0-208 16,-10-7 80-16,10 7 128 0,0 0 160 0,0 0 160 15,-14 0 16-15,2 7 16 0,1 3 512 0,0 4 96 16,0 1 32-16,-1 5 0 0,0 5-352 0,-1 4-64 0,-1 3 0 0,-1 2-16 0,-3-6-384 16,-3 1-176-16,-1-1 160 0,-153 82-160 62,76-46-256-62,59-32-128 0,10-7-48 0,6-3 0 16,4-4-544-16,3-3-112 0,2-6-32 0,3 1 0 15,4 2-1504-15,8-12-288 0</inkml:trace>
          <inkml:trace contextRef="#ctx0" brushRef="#br0" timeOffset="6781.5983">1283 4536 8287 0,'0'0'736'0,"0"0"-592"0,0 0-144 0,0 0 0 16,0 0 2896-16,0 0 560 0,0 0 96 0,0 0 32 16,0 0-2224-16,0 0-432 15,0 0-96-15,7 15 0 0,0 0-240 0,1-1-32 16,-8-14-16-16,14 13 0 0,-1 2-48 0,6-1-16 16,1-4 0-16,2 3 0 0,3 4-16 0,5-2 0 15,4-1 0-15,5-3 0 0,3 1-208 0,0-2-32 16,-2 0-16-16,11 6-6096 15,-9-3-1232-15,-7-1-240 0</inkml:trace>
          <inkml:trace contextRef="#ctx0" brushRef="#br0" timeOffset="5893.6423">1304 4607 27231 0,'0'0'1216'0,"0"0"240"0,10 10-1168 0,-10-10-288 0,15 6 0 0,2 1 0 16,3 0 576-16,3-2 48 0,4-5 16 0,4 3 0 16,2 1-640-16,-1-1-160 0,-1 0-16 0,1 1 0 15,-2 1-400-15,-2 1-64 0,-1 3-32 0,-1 1 0 16,-8 0 144-16,-1 4 16 0,-2-1 16 0,0 0 0 0,-3 1 496 0,0-1 0 16,-2-3 0-16,0 4 0 0,-2 1-160 0,-1 2 160 15,-2-2-160-15,0 0 160 16,0 0-1632-16,-1 0-224 0,-1-1-64 0</inkml:trace>
          <inkml:trace contextRef="#ctx0" brushRef="#br0" timeOffset="5624.1162">1891 4600 14735 0,'-5'12'1312'16,"-2"-1"-1056"-1,-1-1-256-15,-1 1 0 0,1-1 2912 0,-1 0 528 0,-1-2 96 0,-5 4 32 0,0 0-2864 0,5-6-560 16,-3 1-144-16,-3 2 0 16,1-1-1408-16,-2 0-304 0,-4-1-64 0,-3 2-16 31,-3-1 544-31,-3 0 96 0,-2-1 32 0,-2 0 0 0,-1-2 816 0,1 0 176 16,2 0 128-16,2 0-192 0,0 0-32 0,3 0-16 15,0 0 0-15</inkml:trace>
        </inkml:traceGroup>
      </inkml:traceGroup>
    </inkml:traceGroup>
    <inkml:traceGroup>
      <inkml:annotationXML>
        <emma:emma xmlns:emma="http://www.w3.org/2003/04/emma" version="1.0">
          <emma:interpretation id="{FC20D572-43B7-4C52-9C74-7DF24293383C}" emma:medium="tactile" emma:mode="ink">
            <msink:context xmlns:msink="http://schemas.microsoft.com/ink/2010/main" type="paragraph" rotatedBoundingBox="6576,17077 8160,17234 8065,18187 6481,18030" alignmentLevel="2"/>
          </emma:interpretation>
        </emma:emma>
      </inkml:annotationXML>
      <inkml:traceGroup>
        <inkml:annotationXML>
          <emma:emma xmlns:emma="http://www.w3.org/2003/04/emma" version="1.0">
            <emma:interpretation id="{8F1B64E8-89AB-4474-9236-55304E230DEB}" emma:medium="tactile" emma:mode="ink">
              <msink:context xmlns:msink="http://schemas.microsoft.com/ink/2010/main" type="inkBullet" rotatedBoundingBox="6573,17103 8157,17260 8065,18187 6481,18030"/>
            </emma:interpretation>
            <emma:one-of disjunction-type="recognition" id="oneOf1">
              <emma:interpretation id="interp1" emma:lang="" emma:confidence="0">
                <emma:literal>↳</emma:literal>
              </emma:interpretation>
            </emma:one-of>
          </emma:emma>
        </inkml:annotationXML>
        <inkml:trace contextRef="#ctx0" brushRef="#br0" timeOffset="34898.945">-5132 3254 11055 0,'0'0'976'0,"0"0"-784"0,0 0-192 0,0 0 0 15,0 0 1888-15,0 0 336 0,0 0 64 0,0 0 16 16,0 0-1952-16,15-2-352 15,-1-3-128-15,-1 2 0 0,0-2-16 0,3 0 0 16,0-2 0-16,1 0 0 0,2-1-48 0,-1-1-16 16,6-2 0-16,3 4 0 0,1 2 208 0,4 3 0 15,0 0 0-15,5 1 0 0,5-1 336 0,0 0 112 0,2 2 32 0,-5 2 0 16,-7 1 160-16,0 4 48 0,-4-2 0 0,-2 0 0 16,-3 0-64-16,1 0-16 0,-2 0 0 0,8 2 0 15,-6 2-480-15,-8-4-128 16,5-2 0-16,2 0 0 0,2 1 512 0,4-1 64 15,0 0 32-15,6-1 0 0,5-2-304 0,6-2-64 0,4 4-16 0,-1-2 0 16,-4 2-32-16,-4-4 0 0,-6-1 0 0,-3-1 0 16,-2-1 48-16,-4 2 0 15,-6 0 0-15,-3-2 0 0,-4-2-240 0,2 2 144 16,-15 5-144-16,14-5 128 0,-14 5-128 0,10-7 128 0,-10 7-128 0,0 0 128 0,0 0-128 0,0 0 192 16,0 0-192-16,0 0 192 15,0 0-192-15,0 0 160 0,0 0-160 0,0 0 160 16,0 0-32-16,0 0 0 0,5-10 0 0,-5 10 0 15,0 0-128-15,0 0 0 0,0 0 0 0,0 0 128 16,0 0-128-16,0 0 0 0,0 0 0 0,0 0 0 16,0 0 0-16,0 0-176 0,0 0 176 0,0 0-128 15,0 0 128-15,0 0 0 0,0 0 0 0,0 0 0 0,0 0 0 0,0 0 0 16,0 0 0-16,0 0 0 0,0 0 0 0,0 0 144 16,-9 10-16-16,9-10-128 0,0 0 144 0,-5 12-144 15,5-12 0-15,0 0 144 0,0 15-144 0,0-15 0 16,4 12 0-16,1-2 0 0,-5-10 720 0,6 13 224 15,1-1 32-15,-2-2 16 16,0 0-1616-16,0 2-320 0,-5-12-64 0,7 15-16 0,-2-1 800 0,2-3 224 0,-7-11 0 0,7 17 0 16,-2-2-144-16,1-1 144 15,-6-14 0-15,9 15 0 0,-1 2 0 0,1-2 0 0,-9-15 0 0,8 20 0 16,0-1-128-16,1-3 128 0,-1 0 0 0,-1-1 0 0,-2-2-160 0,-2 2 160 16,2-1-128-16,-5-14 128 0,7 15-192 0,-2 0 32 15,0 0 16-15,-1-1 0 16,-4-14 0-16,1 16 0 15,-1 0 0-15,0-1 0 0,0 2 144 0,0-17 0 16,-3 13 0-16,0 0 0 0,-1 1 0 0,4-14 0 0,-3 17 0 0,-2-4 0 0,5-13 0 0,-5 14 0 16,0-3 0-16,5-11 0 15,-9 11-176-15,3-1 176 0,-3 1-208 0,1 0 80 16,8-11-48-16,-14 10 0 0,3-2 0 0,11-8 0 16,-14 15 176-16,14-15 0 0,-12 7 0 0,12-7 0 15,-22 10 0-15,22-10 0 0,-15 7 0 0,2-2 0 16,-1-2 0-16,14-3-160 0,-15 5 160 0,0-3-160 15,2 0 288-15,-3-1 48 0,0 1 16 0,-1-2 0 0,0-2-64 0,-2 1-128 16,-2-1 192-16,-6 2-64 0,-7-5-128 0,-1 3 128 16,-4 2-128-16,4 0 128 0,3-2-128 0,1 4 0 15,1 2 0-15,2-1 0 0,-1-3-208 0,4 2 16 16,1-1 16-16,1 3 0 0,1-1 176 0,3 0-208 16,2-1 80-16,-1 1 128 0,-1 1-160 0,1-1 160 0,-2 0 0 0,-1 1-144 15,0-1 144-15,-1 1 0 16,2-1 0-16,-6-1 0 0,-1-1 0 0,-3 1 0 0,-4-2 0 0,-4 0-128 15,-8 0 128-15,3 2-160 16,4-1 160-16,4-1-160 0,1 0-16 0,2 0 0 16,2 0 0-16,4 0 0 0,3 4 176 0,1 1-208 15,2 0 80-15,-5 0 128 0,8-2 0 0,17-3 0 16,-14 4 0-16,-4 1 0 0,18-5 0 0,0 0 0 16,-14 6 0-16,14-6 0 0,-13 2-144 0,13-2 144 15,0 0 0-15,0 0 0 0,0 0-336 0,0 0 32 0,0 0 16 0,0 0-7152 31,0 0-1440-31</inkml:trace>
      </inkml:traceGroup>
      <inkml:traceGroup>
        <inkml:annotationXML>
          <emma:emma xmlns:emma="http://www.w3.org/2003/04/emma" version="1.0">
            <emma:interpretation id="{DEFD07A2-20D3-4075-93E1-0207909AE6A9}" emma:medium="tactile" emma:mode="ink">
              <msink:context xmlns:msink="http://schemas.microsoft.com/ink/2010/main" type="line" rotatedBoundingBox="6659,17085 7045,17124 6950,18074 6564,18035"/>
            </emma:interpretation>
          </emma:emma>
        </inkml:annotationXML>
        <inkml:traceGroup>
          <inkml:annotationXML>
            <emma:emma xmlns:emma="http://www.w3.org/2003/04/emma" version="1.0">
              <emma:interpretation id="{970DA52A-D34A-4A44-9152-E47A9DE932E5}" emma:medium="tactile" emma:mode="ink">
                <msink:context xmlns:msink="http://schemas.microsoft.com/ink/2010/main" type="inkWord" rotatedBoundingBox="6659,17085 7045,17124 6950,18074 6564,18035"/>
              </emma:interpretation>
            </emma:emma>
          </inkml:annotationXML>
          <inkml:trace contextRef="#ctx0" brushRef="#br0" timeOffset="33683.2743">-4912 3047 11455 0,'0'0'512'0,"0"0"96"0,0 0-480 0,0 0-128 16,0 0 0-16,-10 7 0 0,-5-2 1248 0,3 0 224 0,12-5 64 0,-10 8 0 0,0 1-864 0,2-1-160 31,8-8-48-31,-9 10 0 0,9-10-32 0,-10 10-16 0,10-10 0 0,-8 10 0 0,8-10 192 0,-9 12 32 16,3 0 16-16,6-12 0 15,0 0 32-15,-7 12 0 0,4 1 0 0,3-13 0 16,-5 12-48-16,5-12-16 0,-4 12 0 0,1 1 0 16,-1 0-128-16,3 1-32 0,1-14 0 0,-2 17 0 0,4 0-208 0,-2-1-32 15,0 0-16-15,1-1 0 16,1-2-208-16,2 1 0 0,-1-1 0 0,4 2 0 0,-7-15 128 0,6 17-128 0,3-5 0 15,1 1 144-15,-2 1-144 0,1 1 128 16,1-2-128-16,0 1 128 0,0-1-128 0,2 1 128 16,-2 1-128-16,2 2 128 0,-2-2-128 0,1 3 160 15,3 1-160-15,-6 1 160 0,-1-1-160 0,1 4 0 16,3 4 0-16,-3 3 0 0,-3 4 0 0,-2-2 0 16,1-2 0-16,1-1 0 0,0-2-144 0,-2-4 144 15,-1-3-192-15,0-1 192 0,1-2-256 0,0 0 64 16,2-2 16-16,2-2 0 0,-7-13-160 0,12 14-48 0,-4-3 0 15,2 0 0 1,0-5-304-16,2-1-64 0,0 0-16 0,-12-5-7104 0,0 0-1440 0</inkml:trace>
        </inkml:traceGroup>
      </inkml:traceGroup>
    </inkml:traceGroup>
  </inkml:traceGroup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7T17:24:31.639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BD89443C-50E0-4CBD-B3C2-B2006ED8BD59}" emma:medium="tactile" emma:mode="ink">
          <msink:context xmlns:msink="http://schemas.microsoft.com/ink/2010/main" type="writingRegion" rotatedBoundingBox="22884,18445 16053,15966 16529,14656 23359,17136"/>
        </emma:interpretation>
      </emma:emma>
    </inkml:annotationXML>
    <inkml:traceGroup>
      <inkml:annotationXML>
        <emma:emma xmlns:emma="http://www.w3.org/2003/04/emma" version="1.0">
          <emma:interpretation id="{3DC50048-AAC0-46E6-8181-81125B0E55A2}" emma:medium="tactile" emma:mode="ink">
            <msink:context xmlns:msink="http://schemas.microsoft.com/ink/2010/main" type="paragraph" rotatedBoundingBox="22884,18445 16053,15966 16529,14656 23359,1713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9E42BCD-2C56-41A0-98FE-A0D34E87439B}" emma:medium="tactile" emma:mode="ink">
              <msink:context xmlns:msink="http://schemas.microsoft.com/ink/2010/main" type="line" rotatedBoundingBox="22884,18445 16053,15966 16529,14656 23359,17136"/>
            </emma:interpretation>
          </emma:emma>
        </inkml:annotationXML>
        <inkml:traceGroup>
          <inkml:annotationXML>
            <emma:emma xmlns:emma="http://www.w3.org/2003/04/emma" version="1.0">
              <emma:interpretation id="{2DD1C3DE-7ABE-4C76-A2E0-38B179E92741}" emma:medium="tactile" emma:mode="ink">
                <msink:context xmlns:msink="http://schemas.microsoft.com/ink/2010/main" type="inkWord" rotatedBoundingBox="23031,18041 22194,17737 22383,17214 23221,17518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318 0 17727 0,'0'0'384'0,"0"0"96"0,0 0 16 0,0 0 0 0,0 0-496 0,0 0 0 15,0 0 0-15,0 0 0 0,0 0 288 0,0 0-32 0,0 0-16 0,-1 15 0 16,-4-2 16-16,1-1 0 0,1 0 0 0,3-12 0 15,-7 13 208-15,0 0 48 16,1 1 16-16,-1-1 0 0,0 1 144 0,0 2 32 0,1 1 0 0,-3 0 0 0,-1 1-288 0,0 1-48 16,-2-2-16-16,1-1 0 0,-1 1-48 0,2 1-16 15,-2 1 0-15,0 1 0 16,-1 0-288-16,-1 0 0 0,1 2 0 0,1-4 0 31,0-3-368-31,2-1-80 0,-2-2 0 0,1-2-16 16,-1-2-256-16,12-8-48 0,-14 7-16 0,3-1 0 0,11-6-144 15,-12 7-32-15,12-7 0 0,0 0 0 0,-14 4-1728 0,14-4-368 16</inkml:trace>
          <inkml:trace contextRef="#ctx0" brushRef="#br0" timeOffset="493.6172">-250 15 911 0,'0'0'0'0,"16"1"0"0,1-1 0 0,0 0 0 0,-3-1 3808 0,1 1 672 16,2 0 144-16,0 0 32 0,-4 0-2512 0,2 0-496 31,0 0-112-31,4 1 0 0,-19-1-1232 0,14 4-304 0,-14-4 0 0,13 5 0 0,-13-5 1072 0,14 5 144 16,-14-5 48-16,13 7 0 16,-13-7-704-16,13 8-144 0,-2 1-32 0,-1-1 0 15,-10-8-16-15,13 10-16 0,1-3 0 0,-2 1 0 16,-2 2 720-16,1 0 144 0,3 0 16 0,1 1 16 31,-1-1-1776-31,3 1-368 0,-1 1-64 0,1 0 0 0,2-4 800 0,-1 2 160 0,1 2 0 0,1-2 0 16,-1-1 176-16,3 1-48 0,0 0-128 0,-2 2 192 15,-3-2-192-15,0 0 128 0,-1 2-128 0,3-1 0 16,-2 3 0-16,-4 1 128 0,-6-1-128 0,2 4 0 0,2 2 0 0,1 0 0 16,-3 1-192-16,2-3 192 0,-2-4-336 0,-1 1 32 15,-1 0 16-15,0-3 0 16,-7-12-480-16,6 11-112 15,-6-11-16-15,0 0-7680 0,0 0-1536 0</inkml:trace>
        </inkml:traceGroup>
        <inkml:traceGroup>
          <inkml:annotationXML>
            <emma:emma xmlns:emma="http://www.w3.org/2003/04/emma" version="1.0">
              <emma:interpretation id="{9BD62B72-B763-42A1-90EE-E9CF02652F95}" emma:medium="tactile" emma:mode="ink">
                <msink:context xmlns:msink="http://schemas.microsoft.com/ink/2010/main" type="inkWord" rotatedBoundingBox="17703,16565 16149,16001 16625,14691 18179,15255"/>
              </emma:interpretation>
              <emma:one-of disjunction-type="recognition" id="oneOf1">
                <emma:interpretation id="interp1" emma:lang="" emma:confidence="0">
                  <emma:literal>.</emma:literal>
                </emma:interpretation>
                <emma:interpretation id="interp2" emma:lang="" emma:confidence="0">
                  <emma:literal>&amp;</emma:literal>
                </emma:interpretation>
                <emma:interpretation id="interp3" emma:lang="" emma:confidence="0">
                  <emma:literal>)</emma:literal>
                </emma:interpretation>
                <emma:interpretation id="interp4" emma:lang="" emma:confidence="0">
                  <emma:literal>,</emma:literal>
                </emma:interpretation>
                <emma:interpretation id="interp5" emma:lang="" emma:confidence="0">
                  <emma:literal>;</emma:literal>
                </emma:interpretation>
              </emma:one-of>
            </emma:emma>
          </inkml:annotationXML>
          <inkml:trace contextRef="#ctx0" brushRef="#br0" timeOffset="7437.6679">-6138-2152 911 0,'0'0'0'0,"0"0"0"16,0 0 0-16,0 0 0 0,10-7 0 0,-10 7 0 0,0 0 3584 0,14-7 624 15,-4-1 128-15,-2 1 16 0,-8 7-3024 0,11-7-624 16,-11 7-112-16,13-6-16 0,-3-1-224 0,-10 7-32 15,15-5-16-15,-1 1 0 0,-14 4-160 0,17-5-16 16,-2 4-128-16,5-3 192 0,3-1 96 0,6 0 16 16,5 0 0-16,1 2 0 0,0 0 208 0,2-1 64 15,2 2 0-15,-2-1 0 0,-2 0-192 0,-1-2-48 0,-2 0 0 0,8-4 0 16,-6 1-336-16,-12 3 0 16,1 0 0-16,4 0 0 0,4 0 544 0,1 1 32 0,1-2 16 0,3 2 0 15,-4 2-176-15,6-1-32 16,6-4-16-16,-4 1 0 0,-6 1-96 0,0 1-16 0,-1 1 0 15,-4 0 0-15,-7-1 64 0,-4 2 16 0,-1 2 0 0,-2 0 0 16,-15 0 752-16,15 4 160 0,-15-4 32 0,0 0 0 16,0 0-832-16,0 0-144 0,0 0-48 0,0 0 0 31,11 7-832-31,-11-7-192 0,0 0-16 0,0 0-16 0,0 0 656 0,0 0 144 0,0 0 0 0,0 0 0 0,0 0 0 0,5 13 0 16,-5-13-144-16,1 13 144 0,-1-13 512 0,0 0 192 0,0 0 48 15,-1 14 0 16,1-14-1600-31,-2 15-320 0,2-1-64 0,0-14-16 0,0 0 928 0,-2 13 320 0,1 2-192 0,-1-3 192 16,0-2 0-16,2-10 0 0,0 0-128 0,0 15 128 16,2 0 0-16,-2-3 0 0,0-12 0 0,0 0 0 0,0 15 880 0,2-3 160 15,-1-2 48-15,4 0 0 16,-5-10-1680-16,7 12-336 0,-2 0-64 16,0-2-16-16,0-2 1616 0,2 1 320 0,-7-9 64 0,8 11 16 0,1 1-816 0,-3-2-192 15,-6-10 0-15,9 14 0 16,-1-4-800-16,1 2-208 0,-3-2-32 0,3 2-16 0,-1-1 1680 0,1 3 336 15,-1 1 64-15,2 2 0 0,-1 0-832 0,1 1-192 16,0 2 0-16,0 0 0 16,0 1-864-16,0-1-128 0,0 2-32 0,2 1 0 0,0 3 832 0,-2-1 192 15,0-3 0-15,0 1 0 0,0-1 720 0,0 2 192 16,0-1 48-16,-1-1 0 0,-4-5-832 0,0-2-128 0,0-2 0 16,0-1 0-1,-5-12-944-15,7 12-64 0,-1 0-16 0,-6-12 0 0,0 0 848 0,0 0 176 0,2 12 0 0,-2-12 0 16,0 0 0-16,0 0 0 0,-2 11 128 0,2-11-128 15,0 0 832-15,0 0 128 0,0 0 32 0,-8 10 0 32,8-10-1696-32,-8 7-320 0,8-7-80 0,-12 5-16 0,-2-1 864 0,3-1 256 0,-1-1-128 0,0-2 128 15,-1 0 0-15,-1-2 0 0,1 2 0 0,-3 0 0 16,0-2 1488-16,0 2 432 0,1 0 64 0,-1 0 32 31,-3-1-3232-31,2 2-640 0,0-1-128 0,1 2-16 0,-1 0 2608 0,-2 1 528 0,1-1 96 0,-3-1 32 31,-2 1-1728-31,-2 0-352 0,-2-1-64 0,-5 3-16 0,-5-1 1536 0,0 1 288 0,-2-3 64 0,4 1 16 16,3 1-816-16,0 1-192 0,0-3 0 0,3 3 0 16,4-1 0-16,1 0 0 0,1-1 0 0,1 1 0 0,2 1 0 0,1-1 0 0,1 2 0 15,-1 0 0-15,-1-1 0 0,0-1 0 0,0 0 0 16,-2 1 0-16,0-1 128 0,0 0 0 0,-1 2-128 16,-3 1 192-16,-4-3-64 0,-2 2-128 0,-2-2 176 15,-1 1-176 1,-2-1-704-16,2 0-256 0,3-1-64 0,1 0 0 0,5 1 784 0,0-1 240 15,3-2 0-15,3 0-160 0,1 3 0 0,1-3 0 16,-1-1 0-16,2 1 0 0,2 0-96 0,0 1-32 16,0-2 0-16,-26-3 0 31,18 2-112-31,23 2-32 0,-10-1 0 0,10 1-8160 16,0 0-1648-16</inkml:trace>
        </inkml:traceGroup>
        <inkml:traceGroup>
          <inkml:annotationXML>
            <emma:emma xmlns:emma="http://www.w3.org/2003/04/emma" version="1.0">
              <emma:interpretation id="{4B58234A-C22C-445B-89C5-0168C5213F32}" emma:medium="tactile" emma:mode="ink">
                <msink:context xmlns:msink="http://schemas.microsoft.com/ink/2010/main" type="inkWord" rotatedBoundingBox="16651,15817 16170,15643 16362,15116 16842,15290"/>
              </emma:interpretation>
              <emma:one-of disjunction-type="recognition" id="oneOf2">
                <emma:interpretation id="interp6" emma:lang="" emma:confidence="1">
                  <emma:literal/>
                </emma:interpretation>
              </emma:one-of>
            </emma:emma>
          </inkml:annotationXML>
          <inkml:trace contextRef="#ctx0" brushRef="#br0" timeOffset="6294.7276">-6062-2178 10527 0,'0'0'224'0,"0"0"48"0,-10-6 16 0,2 1 32 0,-1-2-320 0,9 7 0 0,-12-8 0 0,4 1 0 16,0 0 880-16,8 7 112 0,0 0 32 0,-11-7 0 15,3 2-240-15,1 0-32 0,7 5-16 0,-8-5 0 16,8 5 224-16,-10-3 32 0,1-2 16 0,9 5 0 16,0 0 176-16,-10-7 32 0,4-1 16 0,6 8 0 0,0 0-160 0,0 0-48 15,0 0 0-15,0 0 0 16,-9-7 592-16,9 7 112 0,-5-8 32 0,5 8 0 31,0 0-1760-31,0 0-512 0,0 0-32 0,0 0 0 0,0 0 544 0,0 0 224 0,0 0-16 0,0 0 0 16,0 0-208-16,0 0 0 0,0 0 0 0,-5 11 0 0,5-11 0 0,-3 15 0 15,1 1 0-15,2 0 0 16,0 1-160-16,2-2 160 0,1 1-128 0,0 2 128 16,3 1 0-16,-1-3 0 0,0 1 0 0,1-2-128 0,4 4 128 0,-1-2 0 15,-1-2 0-15,2 2 0 0,-1-2 0 0,1-2 144 16,0-1-144-16,0 0 0 0,0 3 176 0,4 0-176 0,-3 2 160 16,1 0-160-16,-2-2 128 0,2-2-128 0,1 2 0 15,-1 1 144-15,-2-1-144 0,0 2 0 0,-1-1 0 0,-1 3 0 16,2-2 0-16,0 1 0 0,-1 6-160 15,-2-1 160-15,-4-2-384 0,0-1 32 0,2-2 0 0,0 1 0 32,-1-4-352-32,-1-2-64 0,-1-1 0 0,-2-12-16 0,0 0-1696 15,0 0-336-15,0 0-64 0,0 0 0 0</inkml:trace>
        </inkml:traceGroup>
      </inkml:traceGroup>
    </inkml:traceGroup>
  </inkml:traceGroup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7T17:24:40.693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F7657F07-9E85-43FE-A4CF-B8255053409D}" emma:medium="tactile" emma:mode="ink">
          <msink:context xmlns:msink="http://schemas.microsoft.com/ink/2010/main" type="writingRegion" rotatedBoundingBox="27197,15187 28116,15187 28116,16242 27197,16242"/>
        </emma:interpretation>
      </emma:emma>
    </inkml:annotationXML>
    <inkml:traceGroup>
      <inkml:annotationXML>
        <emma:emma xmlns:emma="http://www.w3.org/2003/04/emma" version="1.0">
          <emma:interpretation id="{2C7486DB-BD71-4551-A9F2-D99205D316AC}" emma:medium="tactile" emma:mode="ink">
            <msink:context xmlns:msink="http://schemas.microsoft.com/ink/2010/main" type="paragraph" rotatedBoundingBox="27197,15187 28116,15187 28116,16242 27197,1624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7D1A2BC-109C-438D-BD93-FCE7EC16E161}" emma:medium="tactile" emma:mode="ink">
              <msink:context xmlns:msink="http://schemas.microsoft.com/ink/2010/main" type="line" rotatedBoundingBox="27197,15187 28116,15187 28116,16242 27197,16242"/>
            </emma:interpretation>
          </emma:emma>
        </inkml:annotationXML>
        <inkml:traceGroup>
          <inkml:annotationXML>
            <emma:emma xmlns:emma="http://www.w3.org/2003/04/emma" version="1.0">
              <emma:interpretation id="{48968121-C98B-4DAD-81AD-FBB2AC403F54}" emma:medium="tactile" emma:mode="ink">
                <msink:context xmlns:msink="http://schemas.microsoft.com/ink/2010/main" type="inkWord" rotatedBoundingBox="27197,15187 28116,15187 28116,16242 27197,16242"/>
              </emma:interpretation>
              <emma:one-of disjunction-type="recognition" id="oneOf0">
                <emma:interpretation id="interp0" emma:lang="" emma:confidence="0.5">
                  <emma:literal>x</emma:literal>
                </emma:interpretation>
                <emma:interpretation id="interp1" emma:lang="" emma:confidence="0">
                  <emma:literal>X</emma:literal>
                </emma:interpretation>
                <emma:interpretation id="interp2" emma:lang="" emma:confidence="0">
                  <emma:literal>&lt;</emma:literal>
                </emma:interpretation>
                <emma:interpretation id="interp3" emma:lang="" emma:confidence="0">
                  <emma:literal>t</emma:literal>
                </emma:interpretation>
                <emma:interpretation id="interp4" emma:lang="" emma:confidence="0">
                  <emma:literal>+</emma:literal>
                </emma:interpretation>
              </emma:one-of>
            </emma:emma>
          </inkml:annotationXML>
          <inkml:trace contextRef="#ctx0" brushRef="#br0">326 0 5519 0,'0'0'496'0,"0"0"-496"15,0 0 0-15,0 0 0 0,0 0 3120 0,0 0 528 16,0 0 96-16,0 0 32 0,0 0-2368 0,0 14-448 16,0-1-112-16,-2 1-16 0,1-1-304 0,-3 0-64 15,-2 1-16-15,-1-2 0 0,0-2-144 0,1 3-48 0,-1-3 0 0,0 2 0 16,-1 2 288-16,-1-1 48 16,1 1 16-16,-1-1 0 0,-1 0 240 0,2 1 48 15,-1-1 16-15,1 3 0 0,0 2 496 0,-2 2 112 16,-2 0 16-16,2 2 0 15,-2 4-1984-15,2-1-400 0,-2 0-80 0,2 4-16 0,0 4 736 0,0 1 208 0,-2 0 0 16,2-1 0-16,0 1-352 0,1-6 48 0,1-2 16 16,0-3 0-1,-3-1-560-15,3-3-112 0,1-4-32 0,1-2 0 16,-5 1-2160-16,5-4-432 0</inkml:trace>
          <inkml:trace contextRef="#ctx0" brushRef="#br0" timeOffset="387.7142">-94 273 18591 0,'0'0'832'0,"0"0"160"0,0 0-800 16,-12 1-192-16,12-1 0 0,0 0 0 0,-12 0 1008 0,12 0 144 16,0 0 48-16,0 0 0 0,0 0-992 0,0 0-208 15,0 0 0-15,0 0 0 0,0 0 0 0,0 0-160 16,0 0 160-16,0 0-160 0,0 0 336 0,0 0 64 16,10 11 16-16,5 0 0 0,0-1-256 0,-3-1 0 15,2-1 0-15,2 6 0 0,5 3 1408 0,0 1 224 16,3 2 48-16,1 4 16 0,1 4-1008 0,-1 6-208 15,0 6-32-15,0 1-16 0,0-3-96 0,2 1-16 0,2-2 0 0,3-1 0 0,-2-5-176 0,6 0-144 16,1-3 192-16,5-2-192 16,6-3 0-16,3-1 0 0,-2-5 0 0,-2 1 0 15,-7 3-176-15,-4 0-144 0,-4 1-16 0,-6 0-16 32,-2 0-1408-32,-6 0-288 0,-2-2-48 0</inkml:trace>
        </inkml:traceGroup>
      </inkml:traceGroup>
    </inkml:traceGroup>
  </inkml:traceGroup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7T17:28:34.381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244E2603-5D50-4B70-B980-68242E5C4DC9}" emma:medium="tactile" emma:mode="ink">
          <msink:context xmlns:msink="http://schemas.microsoft.com/ink/2010/main" type="inkDrawing" rotatedBoundingBox="3143,16290 4442,15948 4583,16485 3285,16827" shapeName="Other"/>
        </emma:interpretation>
      </emma:emma>
    </inkml:annotationXML>
    <inkml:trace contextRef="#ctx0" brushRef="#br0">26 30 20159 0,'0'0'896'0,"0"0"176"0,0 0-864 0,0 0-208 0,0 0 0 0,-5 12 0 0,5-12 1616 0,0 0 288 15,0 0 48-15,0 0 16 16,0 0-992-16,0 0-192 0,0 0-32 0,0 0-16 16,-3 13-416-16,3-13-96 0,-6 14-16 0,6-14 0 15,-3 15-208-15,3-15 176 0,-3 13-176 0,1 2 160 16,0 2-16-16,2 3 0 0,-1 2 0 0,1 2 0 0,0 1 80 0,0 0 16 16,0 1 0-16,0-1 0 0,1 0-48 0,1 0-16 15,0-1 0-15,-1-2 0 0,-1-2-176 0,2 0 128 16,0-1-128-16,1-3 128 0,1 0-128 0,1-1 0 15,-2 0 0-15,4-2 128 0,-7-13-128 0,10 14 0 16,-10-14 0-16,10 12 0 0,2-6 0 0,1-1 0 16,1-1 0-16,2-4 0 0,5-2 0 0,7-1 0 15,8-2 0-15,2-2 128 0,4-7-128 0,-1-1 192 16,-6-2-192-16,2-1 192 0,-3-6-192 0,-1-1 160 16,-2 0-160-16,-1-7 160 0,0-3-160 0,0-1 0 0,1 3 0 0,2-4 0 15,4-2 0-15,7 4 160 0,5 6-16 0,6 2 0 16,9 5 240-16,-6 2 32 0,-8 3 16 0,-4 4 0 0,-9 1 128 0,-4 3 16 0,-6 3 16 15,-3 1 0 1,-4 3-224-16,-2 0-48 0,-1 2-16 0,0 0 0 16,-4 0-176-16,-13 0-128 0,12 7 144 0,-12-7-144 0,0 0 0 0,14 10 0 15,-14-10 0-15,10 14 0 0,-10-14 176 0,7 13-176 16,-2 1 192-16,-5-14-192 0,3 15 0 0,-3-4 0 16,0-11-192-16,-2 17 48 31,2-17-240-31,-3 17-32 0,0-2-16 0,3-15 0 15,-6 14-560-15,1-1-112 0,-1-1-32 0,1 0-14544 0</inkml:trace>
  </inkml:traceGroup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7T17:28:35.553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985B679B-1504-4254-85C3-1CB21942FF02}" emma:medium="tactile" emma:mode="ink">
          <msink:context xmlns:msink="http://schemas.microsoft.com/ink/2010/main" type="inkDrawing" rotatedBoundingBox="3071,18515 4257,18266 4337,18650 3151,18898" semanticType="callout" shapeName="Other">
            <msink:sourceLink direction="with" ref="{060BC9DB-8A12-4BFF-B006-11F11CC37D2B}"/>
          </msink:context>
        </emma:interpretation>
      </emma:emma>
    </inkml:annotationXML>
    <inkml:trace contextRef="#ctx0" brushRef="#br0">60 93 2751 0,'0'0'256'0,"0"0"-256"0,0 0 0 0,0 0 0 16,0 0 3264-16,0 0 624 0,0 0 112 0,0 0 32 15,-8-10-2512-15,8 10-496 0,0 0-112 0,0 0-16 0,0 0 32 0,0 0 0 16,0 0 0-16,0 0 0 15,0 0-736-15,0 0-192 0,-14-7 0 0,14 7 0 0,0 0 1408 0,0 0 240 16,0 0 48-16,0 0 16 16,0 0-864-16,0 0-160 0,-10 10-48 0,2 4 0 15,5-1-240-15,-1 1-48 0,1-4-16 0,1 3 0 0,1-1-112 0,-1 1-32 16,0 2 0-16,0-3 0 0,2-12 0 0,-1 15-16 16,2 2 0-16,-1-3 0 0,0-4-176 0,0-10 0 15,4 15 0-15,-1-3 128 0,-3-12-128 0,5 13 0 0,4-1 0 0,-3-2 0 16,-6-10-144-1,10 10 144-15,1-1 0 0,0-3 0 0,-11-6 0 0,19 9-128 16,-2-4 128-16,0 0 0 0,1 2 0 0,2-2 0 16,0-2 0-16,2 0 0 0,2 1 0 0,1-1 0 15,2-1-128-15,2-2 128 0,3 0 0 0,3 0 0 16,2 0 0-16,-3 0 0 0,-9-4 0 0,2-1 0 16,-2-1 0-16,0-3 0 0,-3-4 0 0,2-1 0 15,-3 1 0-15,3-2 0 0,0-2 192 0,-3-2-16 0,1-1 0 0,0 0 0 0,0 0 16 0,2 0 0 16,-2-1 0-16,-1-1 0 0,5 1-64 0,1-1-128 31,-2 2 192-31,0 3-64 0,-1 2 0 0,-1 1 0 0,-1 1 0 0,-3 4 0 16,-4 6 64-16,-15 3 0 15,13-7 0-15,-13 7 0 0,12 2 64 0,-12-2 32 16,0 0 0-16,13 5 0 0,-13-5 16 0,0 0 0 0,12 10 0 0,-12-10 0 16,0 0-96-16,14 2-16 0,-14-2 0 0,15-2 0 0,-2-8-192 0,2 5 0 0,2 5 0 15,-5-2 0-15,-12 2 0 0,0 0 0 0,13-7 0 0,-2 2 0 47,-11 5-368-47,0 0-64 0,11 0-16 0,-11 0 0 16,0 0-1392-16,0 0-272 0,0 0-64 0,0 0-16 0,5 16-944 0,-5-16-176 0,0 0-32 15,0 0-16-15</inkml:trace>
  </inkml:traceGroup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7T17:28:40.174"/>
    </inkml:context>
    <inkml:brush xml:id="br0">
      <inkml:brushProperty name="width" value="0.13333" units="cm"/>
      <inkml:brushProperty name="height" value="0.13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4C5EBD32-B1DB-493E-BA57-DDDE7AF06865}" emma:medium="tactile" emma:mode="ink">
          <msink:context xmlns:msink="http://schemas.microsoft.com/ink/2010/main" type="inkDrawing" rotatedBoundingBox="12751,13477 14154,13008 14268,13348 12865,13818" semanticType="callout" shapeName="Other">
            <msink:sourceLink direction="with" ref="{3A3072E8-73FF-4B5E-90D5-5245CD3AE514}"/>
            <msink:sourceLink direction="with" ref="{6BBDFBC9-C354-4A2B-B17D-FA60D4328DB5}"/>
          </msink:context>
        </emma:interpretation>
      </emma:emma>
    </inkml:annotationXML>
    <inkml:trace contextRef="#ctx0" brushRef="#br0">98 287 5519 0,'0'0'496'0,"0"0"-496"15,0 0 0-15,0 0 0 0,0 0 3488 0,0 0 608 0,0 0 112 0,0 0 16 16,0 0-2560-16,0 0-528 0,0 0-112 0,0 0 0 15,-14-13-832-15,14 13-192 16,0 0 0-16,0 0 0 0,0 0 0 0,0 0 0 0,-8-12 0 0,8 12 0 0,-10-5 976 0,10 5 160 16,0 0 16-16,0 0 16 0,-10 2-480 0,10-2-112 0,-12 5 0 0,12-5-16 15,-10 5-48-15,10-5-16 0,-10 8 0 0,1 2 0 32,9-10-80-32,0 0-16 0,-7 14 0 0,7-14 0 15,-5 17-144-15,2-4-48 0,3-13 0 0,0 0 0 0,2 17-208 0,1 0 144 16,0 0-144-16,-3-17 128 0,0 0-128 0,9 13 160 15,-1-1-160-15,1 1 160 16,-1-1-160-16,2-5 128 0,-10-7-128 0,14 8 128 16,-3 7-128-16,1-5 0 0,-12-10 0 0,12 9 0 0,-2 1 0 0,-10-10 0 15,0 0 0-15,13 8 0 16,1 4 0-16,-2-3 128 0,-12-9-128 0,12 8 0 0,-2 0 0 0,0 1 0 16,-10-9 0-16,11 8 0 0,-11-8 0 0,16 5 0 0,-1 5 0 0,-2-5 0 0,-13-5 0 0,15-1 0 31,-3-4 128-31,2 0-128 0,-1 0 0 0,4-4 0 0,0-6 144 0,1-2-144 15,2-5 128-15,6 0-128 16,6 1 128-16,0-1-128 0,0 2 0 0,0-2 144 0,-4 0-144 0,1 0 0 0,-2 0 128 16,-4 2-128-16,2 3 0 0,2 0 0 15,-5-3 0-15,0 3 0 0,2 0 128 0,-2 2-128 16,-1 3 144-16,1 1-16 0,2-1-128 0,-1 2 192 16,1-2-48-16,1 2-16 0,2 0 0 0,3 1 0 15,4 1-128-15,1 0 160 16,2-1-160-16,4 1 160 0,1 1 16 0,-3-1 0 0,-4-2 0 0,-5 3 0 0,-1-3 16 15,-6 3 0 1,-6 2 0-16,0 0 0 0,0 0 64 0,-2 1 32 16,-2 1 0-16,1 1 0 0,-14 2 32 0,0 0 0 0,13-1 0 0,-13 1 0 0,14-4-128 0,-14 4 0 15,0 0-16-15,0 0 0 0,0 0-176 0,0 0 0 0,13-1 144 0,-13 1-144 32,0 0 0-32,0 0 0 0,0 0 0 0,0 0 0 15,0 0 0-15,0 0-128 0,0 0 128 0,0 0-192 0,0 0-32 0,0 0-16 16,0 0 0-16,0 0 0 15,0 0 32-15,0 0 0 0,0 0 0 0,0 0 0 16,0 0-224 0,0 0-32-16,0 0-16 0,0 0 0 0,0 0-416 15,0 0-64-15,0 0-32 0,0 0-14944 0</inkml:trace>
  </inkml:traceGroup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7T17:28:47.530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DE61DC49-C590-44C8-B0EC-78BD9530014F}" emma:medium="tactile" emma:mode="ink">
          <msink:context xmlns:msink="http://schemas.microsoft.com/ink/2010/main" type="inkDrawing" rotatedBoundingBox="3095,14330 4371,14133 4433,14536 3157,14733" semanticType="callout" shapeName="Other">
            <msink:sourceLink direction="with" ref="{6277BB1F-08E4-42C7-9D08-F21C88ECA94B}"/>
          </msink:context>
        </emma:interpretation>
      </emma:emma>
    </inkml:annotationXML>
    <inkml:trace contextRef="#ctx0" brushRef="#br0">-1 27 19231 0,'0'0'416'0,"0"0"96"0,0 0 0 0,0 0 48 0,0 0-560 0,0 0 0 0,0 0 0 0,0 0 0 0,0 0 592 0,0 0 16 15,0 0 0-15,0 0 0 16,0 0-224-16,0 0-32 0,0 0-16 0,0 0 0 15,0 0-80-15,0 0-32 0,16 19 0 0,-16-19 0 16,0 0 96-16,0 0 32 0,-5 15 0 0,5-15 0 16,-5 22-352-16,5-22 0 0,-2 13 0 0,2-1 0 15,0-12 896-15,0 13 128 0,0-13 0 0,0 0 16 0,2 14-512 0,1-2-96 0,-3-12-32 0,3 15 0 32,1-2-112-32,-4-13-32 0,0 0 0 0,5 14 0 0,0 1 704 0,0-3 128 15,-5-12 16-15,6 13 16 16,-6-13-832-16,7 15-160 0,0-1-128 0,0-1 144 15,-7-13-144-15,8 14 0 0,-8-14 0 0,8 13 0 16,-8-13-784-16,9 15-192 0,-2-3-48 16,-7-12 0-16,8 12 1648 0,-8-12 320 0,0 0 64 0,10 13 16 15,-10-13-1648-15,10 12-320 0,-10-12-64 0,9 10-16 0,-9-10 1648 16,0 0 320-16,0 0 64 0,15 8 16 0,-15-8-784 0,17 7-240 0,-17-7 128 0,16 4-128 16,0-1-704-1,-1-1-192-15,-15-2-32 16,17 0-16-16,-2-2 944 0,0 0 0 0,-15 2 0 0,20-3 176 0,2 1-176 0,1 0 192 15,1-1-192-15,1 0 192 0,0 1-192 0,2-1 0 16,-5-1 0-16,2 1-176 0,1 0 176 0,0-1 0 16,-3-3 0-16,0 1 0 0,-2-3 0 0,0 3 144 0,1-3-144 0,-1 1 160 15,0-1 32-15,0-1 16 0,-1-1 0 16,-1 0 0-16,2 0 112 0,2 1 32 0,2-1 0 0,-1 1 0 16,1 0 32-16,3-2 0 0,3 1 0 0,4-3 0 15,-2-3-96-15,3 2-16 0,4 0 0 0,-2 0 0 16,-4-2-80-16,-2 2-32 0,-3 0 0 0,-2 1 0 15,-6 1-160-15,-2 1 0 16,-3 4 0-16,-1-1 0 0,-1 1 0 0,-3 3 0 0,-10 5 144 0,0 0-144 0,12-7 0 0,-12 7 0 16,0 0 0-16,0 0 0 15,0 0 128-15,0 0-128 0,0 0 160 0,0 0-160 16,0 0 0-16,0 0 0 0,0 0-128 0,7 14 128 16,-7-14 0-16,5 16 0 0,-3 0 0 0,-2-1 0 0,-2 0 0 0,2-15 0 0,0 0 0 0,-2 13 0 15,-1 1-240-15,3-14 64 0,0 0 16 0,-3 13 0 16,3-13-496-1,0 0-112-15,0 0 0 16,-4 14-16-16,3-3-1840 0,1-11-384 0,0 0-64 16</inkml:trace>
  </inkml:traceGroup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7T17:28:54.999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DF3741BB-3CD0-4D72-8B64-52090ABE1A78}" emma:medium="tactile" emma:mode="ink">
          <msink:context xmlns:msink="http://schemas.microsoft.com/ink/2010/main" type="inkDrawing" rotatedBoundingBox="12671,15760 12928,15344 13013,15397 12756,15812" semanticType="callout" shapeName="Other"/>
        </emma:interpretation>
      </emma:emma>
    </inkml:annotationXML>
    <inkml:trace contextRef="#ctx0" brushRef="#br0">268 0 11567 0,'0'0'256'0,"0"0"48"0,0 0 16 0,0 0 0 16,0 0-320-16,0 0 0 0,0 0 0 0,0 0 0 0,0 0 0 0,0 0 0 15,0 0 0-15,0 0-128 0,0 0 128 0,0 0 0 16,0 0 0-16,0 0-128 0,0 0 432 0,0 0 80 16,0 0 32-16,0 0 0 0,0 0 656 0,0 0 128 15,0 0 16-15,0 0 16 0,0 0 0 0,0 0 0 0,0 0 0 0,0 0 0 0,0 0-480 0,0 0-112 16,0 0 0-16,0 0-16 16,0 0-416-16,0 0-80 0,0 0 0 0,0 0-128 15,0 0 0-15,-17 2 0 0,17-2 0 0,0 0 0 16,0 0-128-16,0 0 128 0,-10 9 0 0,10-9-144 15,0 0 144-15,-13 6 0 0,1-1 0 0,12-5 0 16,-12 7 176-16,12-7 64 0,-11 7 16 0,11-7 0 16,-19 10-256-16,19-10 0 0,-12 7 0 0,12-7 0 0,-13 10 0 0,13-10 0 15,0 0 0-15,-17 12 0 16,17-12 0-16,0 0 0 0,-8 10 0 0,8-10 0 0,0 0 0 0,-11 10 0 16,11-10 0-16,0 0 0 0,-15 11 0 0,15-11 0 15,0 0 0-15,-13 14 0 16,13-14 0-16,0 0 0 0,0 0 0 0,-9 10 0 0,9-10 496 0,-8 10 48 0,8-10 16 15,0 0 0-15,-8 12-320 0,8-12-64 0,0 0-16 0,-9 12 0 16,9-12-32-16,-8 11 0 16,8-11 0-16,-7 12 0 0,7-12 48 15,0 0 0-15,0 0 0 0,-5 14 0 0,5-14-48 0,-3 15 0 16,3-15 0-16,0 0 0 0,0 0-128 0,0 0 160 16,0 0-160-16,-5 13 160 0,3 4-160 0,-1-3 160 15,3-14-160-15,0 0 160 0,-4 15-32 0,1-2-128 16,3-13 192-16,0 0-64 0,-4 14-128 0,4-14 160 15,-3 15-160-15,3 0 160 0,-2-2-160 0,1 1 0 16,1-14 0-16,-2 10 128 0,2-10 0 0,0 0 0 16,0 13 0-16,0-13 0 0,0 0 816 0,0 14 144 15,0-14 48-15,0 0 0 0,3 13-912 0,-3-13-224 16,0 0 0-16,0 0 0 16,0 0-928-16,0 0-224 0,0 0-64 0,0 0 0 15,0 0 576-15,0 0 96 0,9 7 32 0,-9-7 0 16,0 0-640-16,0 0-112 0,0 0-16 0,0 0-16 0,0 0-2128 0,0 0-416 15,0 0-96-15</inkml:trace>
  </inkml:traceGroup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7T17:28:56.653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644E2434-0F39-420F-8D89-2DDCD24CBBD0}" emma:medium="tactile" emma:mode="ink">
          <msink:context xmlns:msink="http://schemas.microsoft.com/ink/2010/main" type="inkDrawing" rotatedBoundingBox="12639,15851 13138,15229 13276,15340 12776,15961" semanticType="callout" shapeName="Other">
            <msink:sourceLink direction="with" ref="{6277BB1F-08E4-42C7-9D08-F21C88ECA94B}"/>
          </msink:context>
        </emma:interpretation>
      </emma:emma>
    </inkml:annotationXML>
    <inkml:trace contextRef="#ctx0" brushRef="#br0">557 10 21535 0,'0'0'960'0,"0"0"192"0,0 0-928 0,0 0-224 0,0 0 0 0,0 0 0 16,0 0 768-16,0 0 128 0,0 0 0 0,0 0 16 15,0 0-912-15,-10 0 0 0,10 0 0 0,0 0-176 16,-12-3-368-16,2 0-80 0,10 3-16 0,-14-2 0 0,1 0 384 0,-2 2 80 16,3 2 16-16,2 1 0 0,1-1 576 0,9-2 112 15,-10 3 32-15,-7 4 0 0,-3-2-560 0,12 0 0 16,8-5 0-16,-10 9 0 0,-2-3 1280 0,0 1 128 15,-1 0 48-15,4-1 0 0,1-2-944 0,8-4-176 16,-12 8-32-16,2-3-16 0,10-5-288 0,-8 4 0 16,8-4 0-16,-12 6 0 0,2 1 0 0,1 0 0 15,9-7 0-15,-11 8 0 0,-1-1 0 0,3 1-320 16,9-8 32-16,-10 10 16 0,2 1 272 0,8-11-192 16,-10 13 192-16,1 0-160 0,1-1 160 0,1 0 0 15,-1 0 0-15,3 0 0 0,5-12 176 0,-7 15-48 16,-1 0 0-16,3-2 0 0,5-13 1680 0,-9 15 336 0,6 1 64 0,-2-3 16 31,5-13-2480-31,-5 14-512 0,5-14-80 0,-5 15-32 0,-2-2 880 0,2 1 0 0,5-14 256 0,-5 15-64 16,-2-2-192-16,7-13 192 0,-5 14-192 0,0-3 192 15,5-11-192-15,-7 16 0 0,2-3 144 0,0 1-144 16,5-14 0-16,-5 15 128 0,5-15-128 0,-7 16 0 16,1 1 0-16,-1-2 0 0,0-3 0 0,7-12 0 15,-7 15 0-15,1-1 0 0,-3-4 0 0,9-10 0 16,-6 8 0-16,6-8 0 0,-10 9 0 0,10-9 128 15,0 0-128-15,0 0 0 0,0 0-128 0,0 0 128 16,0 0-1504-16,0 0-224 16,-7-10-32-16,5-5-12080 0</inkml:trace>
  </inkml:traceGroup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7T17:28:56.078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AD34C8C3-8D19-490B-8E35-EEEEC7040D19}" emma:medium="tactile" emma:mode="ink">
          <msink:context xmlns:msink="http://schemas.microsoft.com/ink/2010/main" type="inkDrawing" rotatedBoundingBox="12814,15365 13199,15616 13163,15673 12777,15421" semanticType="callout" shapeName="Other"/>
        </emma:interpretation>
      </emma:emma>
    </inkml:annotationXML>
    <inkml:trace contextRef="#ctx0" brushRef="#br0">0 0 911 0,'0'0'0'0,"0"0"0"15,0 0 0-15,0 0 0 16,0 0 1840-16,0 0 272 0,0 0 64 0,0 0 16 15,0 0-848-15,0 0-192 0,0 0-16 0,0 0-16 16,0 0-896-16,0 0-224 0,0 0 0 0,0 0 0 16,0 0 0-16,0 0 0 0,0 0 0 0,0 0 0 15,0 0 0-15,0 0 0 0,0 0 0 0,0 0 0 0,0 0 0 0,0 0 0 0,0 0 0 0,0 0 0 16,0 0 752-16,0 0 96 0,0 0 32 0,0 0 0 16,0 0-400-16,0 0-80 15,0 0-16-15,0 0 0 0,0 0 64 0,0 0 0 0,0 0 0 0,0 0 0 16,0 0 0-16,0 0 16 0,0 0 0 0,0 0 0 15,0 0-48-15,0 0-16 16,0 0 0-16,0 0 0 0,0 0-400 0,0 0 0 16,0 0 0-16,0 0 0 0,0 0 0 0,0 0 0 15,0 0 0-15,0 0 0 0,0 0 0 0,15 8 0 16,-15-8 0-16,14 7 0 0,-14-7 1488 0,0 0 224 0,0 0 32 0,16 5 16 16,-16-5-1200-16,16 5-240 15,-16-5-64-15,0 0 0 0,15 5-96 0,-15-5-32 0,0 0 0 0,0 0 0 16,18 5 832-16,-3 0 144 0,-15-5 48 0,0 0 0 15,0 0-656-15,16 4-128 0,-16-4-32 0,0 0 0 32,0 0-752-32,16 8-160 0,-16-8-16 0,0 0-16 0,0 0 736 0,16 10 128 0,-16-10 48 0,0 0 0 0,16 10 0 0,-16-10 0 15,0 0 0-15,17 7 0 16,-17-7-112-16,15 10 0 0,-15-10-16 0,19 9 0 16,-19-9-32-16,17 6 0 0,-17-6 0 0,0 0 0 15,20 5 0-15,-20-5 0 0,20 7 0 0,-20-7 0 0,19 7-144 0,-19-7 192 16,0 0-192-16,0 0 192 15,15 10-192-15,-15-10 160 0,0 0-160 0,0 0 160 0,11 13-160 0,-2-3 0 16,-9-10 0-16,0 0 128 0,0 0-128 0,7 11 0 0,-7-11 0 0,0 0 0 31,8 11 0-31,-8-11 0 0,0 0 128 0,5 15-128 0,-5-15 0 16,5 14 0-16,-5-14 0 0,0 0 0 0,0 0 0 0,9 12 0 0,-9-12 0 0,0 0 0 16,6 13 0-16,-6-13 0 0,0 0 0 0,0 0 128 15,0 0-128-15,0 0 128 16,0 0-128-16,4 14 128 0,-4-14-128 0,0 0 128 15,3 11-128-15,-3-11 128 0,0 0-128 0,0 0 0 0,0 0 0 0,0 0 0 16,0 0 0-16,0 0-272 0,-7-8 64 0,7 8 16 16,0 0-464-16,0 0-96 15,-10-8-16-15,2 1-6400 16,-1 2-1280-16,-1-2-256 0</inkml:trace>
  </inkml:traceGroup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7T17:28:57.275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B00B3CC6-8B1A-4000-B0A7-C2200CE3FB3D}" emma:medium="tactile" emma:mode="ink">
          <msink:context xmlns:msink="http://schemas.microsoft.com/ink/2010/main" type="inkDrawing" rotatedBoundingBox="12803,15413 13308,15658 13281,15715 12776,15470" semanticType="callout" shapeName="Other">
            <msink:sourceLink direction="with" ref="{6277BB1F-08E4-42C7-9D08-F21C88ECA94B}"/>
          </msink:context>
        </emma:interpretation>
      </emma:emma>
    </inkml:annotationXML>
    <inkml:trace contextRef="#ctx0" brushRef="#br0">0 0 3679 0,'0'0'320'0,"0"0"-320"0,0 0 0 0,0 0 0 0,0 0 3024 0,0 0 544 15,0 0 96-15,0 0 32 16,0 0-2000-16,0 0-400 0,12 8-80 0,-12-8 0 16,0 0-624-16,13 5-112 0,-13-5-32 0,14 5 0 15,-14-5-64-15,0 0 0 0,0 0-16 0,20 7 0 16,-20-7-368-16,0 0 0 0,0 0 0 0,20 12 0 16,-20-12 0-16,0 0 0 0,17 6 0 0,-17-6 0 0,15 9 1136 0,-15-9 144 0,15 10 48 0,0-5 0 15,-15-5 112-15,17 7 32 0,-17-7 0 0,17 6 0 0,-17-6-896 0,19 9-160 31,-19-9-32-31,20 8-16 16,-20-8-880-16,18 9-192 0,-18-9-16 0,19 8-16 0,-19-8 736 0,17 5 160 16,-17-5 32-16,0 0 0 0,18 5-192 0,-1 0 0 0,-17-5 0 15,0 0 0-15,18 7 0 0,-1-2 0 0,-17-5 0 0,17 5 0 16,-17-5 0-16,19 5 0 16,-1 2 0-16,-4-1 0 0,-14-6 0 0,0 0 0 0,15 12-160 0,-15-12 160 15,13 10-272-15,-3 2 32 16,-3 0 16-16,-2 0 0 15,-5-12-288-15,7 16-64 0,-4 1-16 0,-3-17 0 0,0 0-1472 0,12 12-304 16,0-4-48-16</inkml:trace>
  </inkml:traceGroup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7T17:29:18.365"/>
    </inkml:context>
    <inkml:brush xml:id="br0">
      <inkml:brushProperty name="width" value="0.13333" units="cm"/>
      <inkml:brushProperty name="height" value="0.13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6277BB1F-08E4-42C7-9D08-F21C88ECA94B}" emma:medium="tactile" emma:mode="ink">
          <msink:context xmlns:msink="http://schemas.microsoft.com/ink/2010/main" type="inkDrawing" rotatedBoundingBox="3856,15620 31895,15607 31896,15949 3857,15962" shapeName="Other">
            <msink:destinationLink direction="with" ref="{B00B3CC6-8B1A-4000-B0A7-C2200CE3FB3D}"/>
            <msink:destinationLink direction="with" ref="{644E2434-0F39-420F-8D89-2DDCD24CBBD0}"/>
            <msink:destinationLink direction="with" ref="{DE61DC49-C590-44C8-B0EC-78BD9530014F}"/>
          </msink:context>
        </emma:interpretation>
      </emma:emma>
    </inkml:annotationXML>
    <inkml:trace contextRef="#ctx0" brushRef="#br0">0 34 2751 0,'0'0'256'0,"0"0"-256"0,0 0 0 0,0 0 0 0,0 0 1616 0,0 0 288 0,0 0 48 0,0 0 16 16,0 0-1120-16,0 0-208 15,0 0-64-15,13 0 0 0,-13 0-176 16,0 0-32-16,0 0-16 0,0 0 0 0,0 0-224 0,14-2-128 0,-14 2 128 0,0 0-128 15,13-2 0-15,-13 2 0 0,0 0 0 0,0 0 0 0,15 0 0 0,-15 0 0 32,17 0 0-32,-17 0-128 0,15 2 128 0,-15-2-128 15,19 2 128-15,-4-2-128 0,-15 0 128 0,17-2 0 0,-2 2 0 0,0 0-128 16,-15 0-80-16,17-2-16 16,0-1 0-16,0 0 0 0,-2 1-48 0,5 0-16 15,3 0 0-15,-1 1 0 0,-3 1 288 0,-2 0-160 0,-2-2 160 0,0 0-128 16,0-1 128-16,-1 1 0 15,-14 2 0-15,15-1 0 0,0 1 0 0,-2 1 0 16,-13-1 0-16,14 4 0 0,-14-4 0 0,0 0 0 16,15 0 0-16,-3 1 0 0,-12-1 0 0,0 0 0 0,11 7 0 0,-11-7 0 15,11 7 0-15,-11-7 0 0,0 0 0 0,10 7 0 0,-10-7 0 0,0 0 0 16,13 8 0-16,-4-1 0 0,-9-7 176 16,0 0-48-16,0 0 0 0,10 6 0 0,-10-6 256 0,11 7 64 15,1-2 0-15,-12-5 0 0,0 0 0 0,0 0 16 16,14 0 0-16,-14 0 0 0,13 0-240 0,-13 0-48 15,14 0-16-15,-14 0 0 16,0 0-160-16,15 2 0 0,-15-2 0 0,13 2 0 16,-13-2 0-16,14 1 0 0,-14-1 0 0,13 2 0 15,-13-2 0-15,14 2 0 0,-14-2 0 0,15-4 0 16,-15 4 0-16,15-1 0 0,-2-1 0 0,-13 2 128 16,17-7 176-16,0 4 16 0,-2-1 16 0,0 1 0 15,2-2-96-15,0-2-32 0,0-3 0 0,1 5 0 16,-1 4 0-16,0-3 0 0,1-1 0 0,6 2 0 0,3-1 0 15,-4 1 0-15,-4 0 0 0,-1 1 0 16,1-1-32-16,-1 3-16 0,-2 1 0 0,-1 1 0 16,0 0-160-16,-2-1 0 0,-13-1 144 0,14 2-144 0,-14-2 0 0,15 5 0 15,-15-5 0-15,13 7 0 0,-1 0 0 0,0-1 0 0,-12-6 0 0,10 9 0 16,-10-9 0-16,0 0 0 0,12 8 0 0,-12-8 0 16,0 0 0-16,13 10 0 15,-3 0 0-15,-1-3 0 0,-9-7 0 0,0 0 128 16,0 0-128-16,12 7 0 0,-6 1 128 0,-6-8-128 15,0 0 128-15,0 0-128 0,10 5 0 0,-10-5 128 16,12 9-128-16,-12-9 0 0,0 0 0 0,12 5 0 0,-12-5 0 16,0 0 0-16,12 3 0 0,-12-3 0 15,13 3 0-15,-13-3 0 0,12 0 0 0,-12 0 0 0,12 4 0 0,-12-4 0 16,0 0 0-16,13-2 0 0,1 0 0 0,-14 2 0 16,13-1 0-16,1-1 0 0,-14 2 0 0,15-5 0 15,0 5 0-15,-2-2 0 0,-13 2 0 0,17 0 0 16,-3 0 0-16,-14 0 0 0,16-8 0 0,1 4 0 15,2 4 0-15,-2 2 0 0,-2 0 128 0,2 0-128 0,-1-1 0 0,3-1 0 0,1-3 0 0,0 1-128 32,-1 2 128-32,-1 2 0 0,1 1 0 0,1-1 0 15,0-2 0-15,0 2 128 0,-1 1-128 0,1-1 176 16,-3-6 16-16,-2 1 0 0,-15 3 0 0,17-2 0 16,-2 4-64-16,0-2-128 0,-1 0 192 0,-1-2-64 15,-13 2-128-15,17-1 0 0,-2-5 144 0,-3 1-144 16,-2-1 0-16,-10 6 0 0,15-2 0 0,-1-1-128 15,-4-2 128-15,-10 5 0 0,13-2 0 0,1-1 0 0,-14 3 0 0,11-7 0 0,-11 7 0 16,0 0 0-16,14-4 0 0,-14 4 144 16,13-1-144-16,-13 1 160 0,14-4-160 0,-14 4 192 0,0 0-192 15,13 0 192-15,-13 0-192 0,0 0 0 16,15 4 0-16,-15-4 0 0,15 5 0 0,-1-2 0 16,-14-3 0-16,17-1 0 0,-4-1 0 0,1 2 0 0,-14 0-144 0,20 0 144 15,0-2 0-15,-3 0 0 16,-2 1 0-16,0 1 0 0,2-2 0 0,1 0 0 0,1 1 0 0,-1 1 0 15,-1 0 0-15,0-2 0 0,0 4 0 0,1-1 0 16,1 3 0-16,-2 1 0 0,-5 2 0 0,-1-4-160 16,-11-3 160-16,17 2-160 15,-2 3 160-15,0-2-160 0,-1-3-16 0,1 2 0 0,-1 1 0 0,-1 0 0 16,0-1 176-16,-1-2 0 0,-12 0-144 0,15-2 144 16,-1 1 0-16,-2-1 0 0,-1 2-144 0,-11 0 144 0,14-2 0 0,-14 2 0 15,13 0 0-15,-13 0 144 0,14 5-144 0,-14-5 0 16,12 4 0-16,-12-4 0 0,0 0 0 0,0 0 0 15,13 5 0-15,-13-5 0 16,10 10 0-16,-1-2 0 0,-9-8 0 0,0 0 0 16,8 12 0-16,-1-3 0 0,-7-9 0 0,0 0 0 15,6 10 128-15,-6-10-128 0,0 0 128 0,9 10-128 16,-1-2 0-16,-8-8 0 0,0 0 0 0,10 7 0 16,-10-7 128-16,0 0-128 0,0 0 0 0,14 5 128 15,-14-5-128-15,13 5 128 0,-13-5-128 0,12 3 128 16,-12-3-128-16,0 0 128 0,0 0-128 0,13 0 128 0,-13 0-128 0,0 0 0 15,0 0 0-15,0 0 0 0,16 5 0 0,-16-5 0 16,0 0 0-16,11 7 0 0,-11-7 0 0,0 0 0 16,0 0 0-16,14 7 0 0,-14-7 0 0,12 7 0 15,-12-7 0-15,13 6 0 0,-13-6 0 0,0 0 0 16,14 5 0-16,-14-5 0 0,16 7 0 0,-2-2-176 0,-14-5 176 0,0 0-128 0,15 5 128 0,-15-5 0 16,0 0-144-16,13 0 144 15,-13 0 0-15,0 0 0 16,17 4-144-16,-17-4 144 0,0 0 0 0,14 5 0 15,-14-5 0-15,0 0 0 0,13 8 0 0,-13-8 0 16,0 0 0-16,12 5 144 0,-12-5-16 0,12 5 0 16,-12-5 0-16,0 0 0 0,15 7-128 0,-15-7 128 15,12 3-128-15,1 1 128 0,2-1-128 0,0 0 160 0,-1-3-160 0,-2 0 160 16,-12 0-160-16,16 0 128 0,3-1-128 0,-4 2 128 16,-3-1-128-16,0-1 0 0,-12 1 0 0,13-4 0 15,1 4 0-15,-14 0 128 0,15-1-128 0,-2-1 0 16,-13 2 128-16,0 0-128 0,12 0 128 0,-12 0-128 15,13 2 192-15,-13-2-64 0,12-2 0 0,-12 2 0 16,0 0 48-16,14 3 0 0,-3 1 0 0,-11-4 0 16,0 0-48-16,14-2-128 0,-14 2 192 0,13 0-64 0,-13 0-128 15,12 3 0-15,-12-3 0 0,0 0 0 16,0 0 0-16,14 4 0 0,-14-4-144 0,0 0 144 16,13 3-160-16,-13-3 32 0,0 0 0 0,14 3 0 15,-14-3 128-15,10 4 0 0,-10-4 0 0,0 0-128 16,10 5 128-16,-10-5 0 0,0 0 0 0,0 0 0 0,12 3 0 0,-12-3 0 0,0 0 0 15,0 0 0-15,0 0 0 0,0 0 144 16,0 0-144-16,0 0 0 0,0 0 160 0,13 5-160 0,-13-5 128 0,0 0-128 16,0 0 0-16,0 0 0 15,13 5 0-15,-13-5 0 0,0 0 0 0,14 5 0 16,-14-5 0-16,13 2 0 0,-13-2 0 0,0 0 0 16,15 0 0-16,-15 0 0 0,16-2 0 0,-16 2 0 15,0 0 0-15,15 0 0 0,-15 0 0 0,15 0 0 16,-15 0 128-16,15 0-128 0,-15 0 0 0,14 0 0 15,-14 0 0-15,0 0 128 0,0 0-128 0,15 5 160 16,-15-5-160-16,15 2 160 0,-15-2-160 0,15 3 0 16,0-1 0-16,-1 0 128 0,1-1-128 0,-15-1 0 15,13 0 0-15,2 2 0 0,4-2 0 0,-2 0 0 0,-1 0 0 0,3 0 0 16,1-2 0-16,0 1 0 0,-3-3 0 0,2 3 0 0,1-1 0 0,-2 0 0 16,-2 1 0-16,-1 1 0 0,-2 1 0 0,2-1 0 15,-15 0 0-15,15-1 0 0,-1 1 0 16,-2 0 0-16,-12 0 0 0,15 0 0 15,-15 0 0-15,13 0 0 0,1 0 0 0,-14 0 0 16,13 1 0-16,-13-1 0 0,14 2 0 0,-14-2 0 16,0 0 0-16,15 0 0 0,-3 2 0 0,-12-2 0 15,15 3 0-15,-15-3 0 0,13-2 0 0,-13 2 0 16,14 2 0-16,-14-2 0 0,13 0 0 0,-13 0 128 16,0 0-128-16,15-3 0 0,-3-2 0 0,-12 5 0 15,13 0 0-15,-13 0 0 0,14-4 0 0,-14 4 0 16,15-3 0-16,-1 1 128 0,-14 2-128 0,13-3 0 15,-13 3 0-15,13-2 0 0,-13 2 0 0,14-3 0 16,1 1 208-16,0 0-32 0,-15 2-16 0,17 0 0 0,-17 0-160 0,20 0 160 0,0 0-160 16,-1 0 160-16,-4-1-160 0,2 1 0 15,1 0 0-15,1 0 128 0,-2-2-128 0,1 0 0 16,4 1 0-16,2 1 0 0,-2 0 0 0,-2-2 0 16,-2 0 0-16,2 1 0 0,-1 1 0 0,-1-2 0 15,1 0 0-15,-2-1 0 0,0 0 0 0,-1-1 0 16,0-1 0-16,-1 0 0 0,-2-2 0 0,-1 1 0 15,0-1 0-15,-1 2 0 0,1 2 0 0,-12 3 0 0,14-7 144 0,3 0-144 0,-17 7 0 16,0 0 0 0,13-5 0-16,4 0 0 0,-17 5 0 0,13-3 0 0,-13 3 0 0,14-2 0 15,-14 2 160-15,13 0-32 16,1 0-128-16,-14 0 192 0,17-3-192 0,-2 1 0 16,-2-1 0-16,-13 3 0 0,15 0 0 0,0 1 0 0,-15-1 0 0,17 4 0 0,-2-3 0 0,2-1 144 15,0-1-144 1,-2-1 128-16,-15 2-128 0,19 0 0 0,-6 0 0 0,2 0 0 0,-15 0 0 0,19 2 0 15,1 1 0-15,-2-1 0 16,-1-2 0-16,-2 0-176 0,-1 1 176 0,-1 3-192 16,-13-4 192-16,17 3 0 0,0 0 0 0,-4-3 0 15,1-1 0-15,-14 1 0 0,12 3 0 0,-1 2 0 0,1-3 0 16,0 0 0-16,-12-2 0 0,14 1 128 16,-14-1-128-16,13-1 0 0,0 1 0 0,-1 0-128 0,-12 0-32 0,15 0 0 15,-1-4 0-15,-1 2 0 0,-13 2 160 0,15-5-160 0,-3 0 160 0,0 2-160 16,-12 3 160-16,15-2 0 15,-1-1 0-15,-14 3-128 0,15 0 128 0,-2-2 0 16,-13 2 0-16,19-5 128 0,-19 5-128 16,0 0 0-16,15 2 0 0,2 0 0 0,-17-2 0 0,13 0 0 15,1-2 0-15,-14 2 0 0,16 0 256 0,-2 0 16 0,-14 0 16 0,18 2 0 16,1-2-288-16,-1 0 0 16,-1 0 0-16,0 0 0 0,-2 0 0 0,4 0 0 0,-1 0 0 0,2 0 0 15,2 1 0-15,3-1 0 16,2-3 0-16,0 0 0 0,-1 1 128 0,-1 0-128 15,-2 0 0-15,1 1 0 0,-4-1 0 0,0-1 0 16,-1-1 0-16,-2 3 0 0,-2 1 0 0,0 0 0 16,0-2 0-16,-1 0 0 0,-14 2 0 0,15-1 0 15,-2-1 0-15,1 2 0 0,-14 0 0 0,16 0 0 16,-2-2 0-16,-14 2 0 0,22-6 0 0,-22 6 0 0,13-2 0 0,-13 2 0 16,22-5 0-16,-22 5 0 0,15 0 0 0,4-2 0 15,-19 2 0-15,15 0 0 0,-15 0 0 0,17 2 0 16,-2-4 0-16,0 2 128 0,-2 0-128 0,-13 0 160 15,16 0-160-15,-5 2 0 0,-11-2 0 0,17 5 0 16,-3-2 0-16,1 1 0 0,-2-1 0 0,-13-3 0 16,0 0 0-16,17 5 128 0,-2-2-128 0,0-1 0 15,1-4 0-15,0 6 0 0,3 2 0 0,-2 0 0 16,-2-1 0-16,0-2-176 0,0-3 176 0,2 2-128 16,0 1 128-16,0 0-160 0,-2 2 160 0,3 0-160 15,-1-1 160-15,-2-1 0 0,-1-1-144 0,-1 1 144 16,1-3 0-16,-3 2 0 0,-11-2-144 0,15 3 144 0,-15-3 0 0,16 4 0 0,-3-1 0 0,-3 2 0 15,-10-5 0-15,0 0 0 16,0 0 0-16,15 5 0 0,-15-5 0 0,0 0 0 16,19 3 0-16,-19-3 0 0,13 4 0 0,-13-4 0 0,15 3 0 0,-15-3 0 15,24 2 0-15,-24-2 0 16,0 0 0-16,22 2 0 0,-22-2 0 0,15-2 0 16,-15 2 0-16,19-2 0 0,-19 2 0 0,15 0 0 15,-15 0 0-15,15 2 0 0,-15-2 0 0,15-2 192 16,-15 2-16-16,15 4-16 0,-15-4-160 0,17 3 0 15,-17-3 0-15,15 3 0 0,-15-3 0 0,0 0 0 16,15 0 0-16,-15 0 0 0,20 4 0 0,-3-1 0 16,-17-3 0-16,17 3 0 0,-2-3 0 0,0 2 0 15,-15-2 0-15,19 2 0 0,-4-2 192 0,0 1 0 0,0-1 0 0,2 0 0 0,0-1 16 0,0 1 16 16,0 3 0-16,-2-1 0 16,-2-4-224-16,1 2 0 15,1 0 0-15,-2 0 0 0,1 0 0 0,-3-2 0 16,-11 2 0-16,16-3 0 0,-1 0 0 0,-15 3 0 0,13-4 0 0,1 1 0 15,-1 0 0-15,-13 3-128 0,14-2 128 0,-14 2 0 16,15-3 0-16,-15 3 0 0,13-4 0 0,-13 4 0 16,0 0 0-16,15-1 0 0,-15 1 0 0,14-4 0 15,-14 4 0-15,12-3 0 0,-12 3 0 0,13-4 0 16,-3-1 0-16,-10 5-192 0,0 0 192 0,14-3-160 0,-4-2 160 0,-10 5 0 16,11-3-144-16,-11 3 144 0,0 0 0 0,12-4 0 15,-12 4 0-15,0 0 0 16,12-3 0-16,-12 3 0 0,12-5 0 0,-12 5 0 15,17-5 0-15,-17 5 0 0,0 0 0 0,0 0 0 16,13 0 0-16,-13 0 0 0,14-2 0 0,-14 2 0 16,0 0 0-16,15 5 0 0,-15-5 0 0,13 2 0 15,-13-2 0-15,14 3 0 0,-14-3 0 0,13 2 0 0,-13-2 0 0,0 0 0 16,15 5 0-16,-1-2 0 0,-14-3 0 0,15 4 0 16,-2-3 0-16,-13-1 0 0,0 0 0 0,15 2 0 0,1 0 0 0,-16-2 0 15,15 3 0-15,-15-3 0 16,15 3 128-16,-15-3-128 0,17 4 0 0,-4-3 0 0,-13-1 0 0,15 4 0 15,-1-1 0-15,-1-1 0 16,1-2 0-16,-1 0 0 0,1 0 0 0,-1 0 0 16,-1 2 0-16,0-2 0 0,-12 0-256 0,16 1 80 15,0 3 16-15,-16-4 0 0,13 3-16 0,-1 0 0 16,1 1 0-16,-13-4 0 0,14 3 176 0,-14-3-128 0,15 5 128 16,-15-5-128-16,13 3 128 0,-13-3 0 0,14 7 160 0,-14-7-160 15,13 2 192-15,1 1-64 0,-3 4-128 16,-11-7 192-16,14 2-192 0,-14-2 128 0,13 3-128 0,-13-3 0 0,14 3 0 0,-14-3 0 15,13 0 0 1,-13 0 0-16,12 0 0 0,-12 0 0 0,0 0-144 0,14 0 144 0,-14 0 0 0,13 0 0 16,-13 0 0-16,13-1 0 15,-13 1 0-15,14-5 0 0,-14 5 0 0,18-7 0 0,-18 7 0 16,12-2 0-16,-12 2 0 0,19-6 0 16,-19 6 0-16,0 0 0 0,15-4 0 0,-15 4 0 15,18-8 0-15,-18 8 0 0,0 0 0 16,0 0 0-16,14-2 0 0,-14 2 0 0,0 0 0 0,15 0 0 0,-15 0 0 0,15-2-144 15,-15 2 144-15,14 2 0 0,-1 0 0 0,-13-2-128 16,0 0 128-16,17 1 0 0,-4-1 0 0,2-1-128 16,-1 2 128-16,1-1 0 0,0 0-192 0,2 0 64 0,0 0 0 0,0 0 0 15,-2 0 128-15,5 0 0 16,0 0 0-16,-1 0 0 0,-4-1 0 0,3 1 0 16,4 0 0-16,-2 1 0 0,-3-2 0 0,-2-1 0 0,-15 2 0 0,19 0 0 15,1 0 0-15,-3 0 0 16,-4 0 0-16,1 0 0 0,-1 0 0 0,-1 0 144 15,-12 0-144-15,15 0 0 0,0-2 224 0,-1 1-64 16,-14 1-16-16,13-2 0 0,-1-1 16 0,-12 3 0 16,17-2 0-16,-4 0 0 0,-13 2-160 0,14-3 192 15,-2 0-192-15,-12 3 192 0,13-5-64 0,-13 5 0 16,14-4 0-16,-14 4 0 0,11-3 96 0,-11 3 16 0,14-2 0 0,-4-1 0 16,-10 3-112-16,15-4-128 15,-2 3 176-15,1 1-176 0,-14 0 0 0,15-2 0 16,-1 0 0-16,-1 2 0 0,0 2 0 0,1-2 0 0,-1 0 0 0,1 0 0 15,-14 0 0-15,17-2 0 0,-2 2 0 0,0 2 0 0,2-2 0 0,-2 2 0 16,-2 1 0-16,1-1 0 0,1-2 0 0,2 0 128 16,3 0-128-16,-2 0 0 15,-2 0 128-15,-1 1-128 0,2 1 0 0,-1 1 0 16,1-1 0-16,2 0 0 16,-1-2 128-16,1 2-128 0,-4 1 0 0,-2-1 0 0,1-1 0 0,-1 1 0 15,-13-2 0-15,15 3 0 0,-1 1 0 0,-1-1 0 16,-13-3 1712-16,16 3 384 0,-5-1 80 0,-11-2 0 15,15 0-3328-15,-15 0-656 16,16 2-144-16,-3-1-32 0,-13-1 2416 0,15 0 464 0,-15 0 112 0,15 0 16 31,-15 0-1744-31,14 0-352 0,-14 0-64 0,15 2-16 0,-2 0 832 0,-13-2 144 0,14 0 48 0,-1 0 0 0,-13 0 128 0,17-2 0 16,-2 0 0-16,0 2 0 0,-15 0 0 0,17-1 0 16,-2 1 0-16,2-2 128 0,0 0-128 0,-2 1 0 15,0 1 0-15,0 0 0 0,2 1 0 0,-2 1 0 16,1 0 0-16,2-1 0 0,6 1 0 0,-6 0 0 15,-3-2 0-15,2 1 0 0,5 1 0 0,-4 0 0 0,-2 0 0 16,2-1-128-16,2 1 128 0,-1-2-160 0,-6 2 160 0,1-1-160 16,-1 1 160-16,2-2 0 0,-1 0 0 0,-1 0 0 15,-13 0 0-15,17 0-128 0,0 2 128 0,-4-2 0 16,-13 0 0-16,17-2 0 16,-2 0 0-16,-1 1 0 0,-2-3 0 0,-1 3 0 15,-11 1 0-15,14-4 0 0,-14 4 0 0,13-3 128 0,-13 3-128 0,14 0 0 0,-14 0 0 0,13 0 128 16,-13 0-128-1,17 0 0-15,-17 0 128 0,15 0-128 0,-15 0 128 0,14 0-128 16,-14 0 176-16,15 0-48 0,-15 0 0 0,13 0 0 16,-13 0 128-16,14 1 32 0,-14-1 0 0,15 0 0 15,-3 0 800-15,-1 0 144 0,-11 0 48 0,16 0 0 16,-16 0-1712 0,15-1-336-16,0 1-64 0,-2 0 0 0,-13 0 832 0,17-2 0 0,-2 2 128 0,0-2 0 15,-1 1-128-15,1 1 0 0,2 0 0 0,0 0 0 0,-1-2 0 16,3 0 0-16,1 1 0 0,0-1 0 15,1 2-144-15,-3 0 144 0,-3 0-192 0,0 0 192 0,-1-2 0 0,-1-1-128 16,1 0 128-16,-1-1 0 0,-1 3 0 0,1-1 0 16,1-1-128-16,-14 3 128 15,15-2 0-15,-2 0 0 0,1-1 0 0,-14 3 0 0,13-2 672 0,-13 2 240 0,16 0 48 0,-3-2 16 32,-13 2-1648-32,15-3-336 0,-1 3-64 0,-14 0-16 0,13-2 1680 0,-13 2 336 15,0 0 64-15,15-1 16 0,-1 1-816 0,-14 0-192 16,15-2 0-16,-15 2 0 0,15 0 0 0,-2 2 0 15,-13-2 0-15,17 0 0 0,0-2 0 0,-2 2 0 16,-1 0 0-16,-1 0 0 0,1-3 0 0,1 1 0 16,0-1 0-16,2 1 0 0,0 2-176 0,1-2 176 15,-1-3-160-15,0 2 160 16,0 5-896-16,-1-2-64 0,1-2-32 0,0 2 0 0,-2 0 992 0,2 0 0 0,1-2 192 0,-1 2-32 16,-2 2-160-16,1-2 160 0,0-2-160 15,1 0 160-15,-2-1-160 0,1 1 0 0,-16 2 0 0,16 0 0 16,1 0 0-16,-2-3-224 0,-1-2 80 0,-1 0 16 15,1 2 896-15,-3-1 176 0,-11 4 32 0,16-3 16 0,-3-2-768 0,1 0-224 16,-14 5 0-16,15-5 128 16,-4-2-128-16,1 4 144 0,-12 3-144 0,14 0 160 0,-14 0-160 15,13-2 0-15,-13 2 0 0,15 0 0 0,-1 0 0 0,-1 0 0 16,-13 0 0-16,15-2 0 16,-1 2-1024-1,-14 0-144-15,15 0-32 0,0 0 0 0,0 0 912 0,0-1 288 0,1-1-160 0,-3 0 160 0,-1-3 768 0,1 3 256 16,4 1 32-16,-2 1 16 31,-1-2-1552-31,2 2-304 0,5 0-64 0,-1 2-16 0,-2-1 1568 0,3-1 304 0,2 0 64 0,1 2 16 16,-6 2-880-16,1-1-208 0,1 0 0 0,-3 1 0 15,0-4 0-15,-2 3 0 0,-15-3 0 0,15 7 0 16,-2-2 0-16,1 0 0 0,-14-5 0 0,12 7-160 16,-4-1-768-16,-8-6-160 15,12 7-16-15,-12-7-16 0,0 0 1744 0,13 8 336 0,1-1 80 0,-14-7 16 0,0 0-800 0,10 9-256 16,-10-9 160-16,0 0-160 15,0 0-640-15,13 6-192 0,-13-6-64 0,12 5 0 0,-12-5 1536 16,0 0 320-16,12 5 48 0,-12-5 16 0,0 0-896 0,0 0-128 16,10 5-128-16,-10-5 128 0,10 9-192 0,-10-9 192 15,0 0-192-15,0 0 192 0,0 0 0 0,0 0 0 0,0 0 0 16,13 5 0-16,-13-5-128 0,0 0 128 16,14 3 0-16,-14-3 0 0,12 4 0 0,-12-4-128 15,0 0 128-15,13 1 0 0,-13-1 0 0,0 0 0 16,15 2 0-16,-15-2 0 0,14 0 0 0,-14 0 0 15,11 2-128-15,-11-2 128 0,12 1 0 0,-12-1 0 0,0 0 0 0,0 0 0 16,14 0 0-16,-14 0 0 0,11 4 0 0,-11-4 0 16,0 0 0-16,14 1 0 0,-14-1 0 0,15 4 0 15,-1-3 0-15,-14-1 0 0,15 2 176 0,-2 0-176 16,-13-2 0-16,17 1 0 0,-2-1 0 0,0 0 0 16,-1 2 128-16,-1-2-128 0,-13 0 0 0,15 0 0 15,-1 0-672-15,-1 0-240 0,-13 0-48 0,17-2-16 0,-2 1 1616 16,0-1 336-16,-1-1 64 0,-14 3 16 31,13 0-1648-31,-13 0-336 0,14-5-64 0,-14 5-16 0,0 0 1008 0,17-4 160 0,-1 3 48 0,1-1 16 16,-2-1 0-16,1-1 0 0,-16 4 0 0,15-1 0 15,-2 1-224-15,1 0 128 0,-3-2-128 0,3 2 0 16,1 0 0-16,-2-2 0 0,1-1-128 0,-14 3 128 16,15-2-208-16,0 0 64 0,0 1 16 0,-1-3 0 0,-14 4 128 15,13-5-160-15,1 0 160 0,-3 2-160 0,-11 3 160 0,16-3 0 16,-3-2 0-16,-13 5 128 0,14-4 0 0,-14 4 16 0,11-3 0 0,-11 3 0 15,15-2-144-15,-1-1 192 16,-4-4-192-16,-10 7 192 0,13-2-192 0,1 2 0 16,-1-1 0-16,1 1 0 0,-1 0 0 0,1 0-144 15,-14 0 144-15,17 0 0 0,-1 0 0 0,0 0-128 16,-3 1 128-16,2 1 0 0,-1-2 0 0,1 0 0 16,-2 0 0-16,4 0 0 0,3 3 144 0,0-3-144 15,1-1 128-15,-3 1-128 0,1 1 0 0,-1 1 0 0,2-2 0 0,-1-2 0 16,-2 2 0-16,-1 0 0 15,0 0 0-15,-16 0 0 0,13 4 0 0,1-3 0 16,-14-1 0-16,15 0 0 0,-2 2-176 0,1-2 176 0,-1-2-128 0,2 1 128 16,-3-1 0-16,-12 2 0 0,15 3 0 0,0-3 0 0,-1-1 0 0,-1-1 0 15,1 0 0-15,-3 1 0 16,-11 1 0-16,17-2 0 0,-2 0 0 0,-1 2 0 0,-14 0 0 16,15 0 0-16,-2-1 0 0,1 1 0 15,-1 1 0-15,1-1 0 0,-1 0 0 0,1 2 0 0,-14-2 0 0,17 3 0 0,-1 1 0 0,1-3 0 16,-3-1 0-16,3 0 0 0,3 0 0 0,0 2 0 31,0 0 0-31,2-2 0 0,2 0 0 0,1 0 0 16,0 2 0-16,0-2 0 0,-1 0 0 0,-1 0 0 15,1 0 0-15,-4 0 0 0,-1-2 128 0,-3 0-128 16,0 0 0-16,-3 2 0 0,-13 0 0 0,14 0-128 0,-3-3 128 0,-11 3-192 16,15 0 192-16,-15 0-192 0,0 0 48 0,16 2 0 0,-16-2 0 15,13 0 0-15,-13 0 144 0,13 1-128 16,-13-1 128-16,0 0-128 0,14 4 912 0,-14-4 192 15,13 0 48-15,-13 0 0 16,14 3-1632-16,-14-3-320 0,0 0-64 0,13 0-16 0,-13 0 816 0,14 2 192 16,-14-2 0-16,13 2 0 0,-13-2 736 0,14 3 192 0,-14-3 32 0,0 0 16 15,13 5-784-15,-13-5-192 16,14 3 0-16,-14-3 0 16,13 4-768-16,-13-4-208 0,14 1-48 0,-14-1 0 0,15 0 864 0,-2 2 160 15,1-2 0-15,-14 0 0 0,15 0 192 0,-2 2-64 16,1-1 0-16,-1-1 0 0,2 0 32 0,0 0 0 0,-1 0 0 0,1 0 0 15,0-1-160-15,4 1 192 16,1-2-192-16,0 2 192 0,-1 0-192 0,4 0 0 0,2 2 0 0,1-4 0 16,-3-1 0-16,1-1-176 0,-1 4 176 0,1-1-128 0,-4-4 128 0,-1 1 0 15,-1 4 0-15,1-1 0 16,-3-3 0-16,1 1 0 0,-2-1 0 0,-1 3 0 16,-1-3 0-16,1 3 0 0,-14 1 0 0,17 1 0 15,-2-2 0-15,0 1-160 0,-2 1 160 0,-13-1 0 16,15 5-256-16,-1 1 64 0,-1-3 16 0,1 2 0 0,-14-5 176 0,17 7-128 15,-2-2 128-15,0 0-128 16,-2-2 128-16,1 2 0 0,-1-1 0 0,1-1 0 16,-14-3 0-16,18 3 192 0,1 1-32 0,-1-3-16 0,-3-1 0 15,2 0 0-15,2 0 0 0,3 2 0 0,-1 0-144 0,3-1 160 0,-2-1-160 16,5 0 160-16,5-3-160 0,-4 1 0 0,-2 2 0 0,-3 0 0 31,1-1 0-31,-2 1 0 0,-2 0-128 0,0-2 128 16,-3-1 0-16,0 1 0 0,-2 0 0 0,0-1 0 0,2-4 0 15,0 2 0-15,-4 3 0 0,1 2 0 0,-1 0 0 0,2-1 0 16,0-3 0-16,2 1 0 0,0 0-144 0,1-1 144 16,1 3 0-16,-1-1 0 0,-1 0 0 0,3 1 0 15,2-1 0-15,5 0 0 0,4-1 0 0,1-1 192 16,-2 1-48-16,2 0-16 0,1-4-128 0,-4 4 160 16,-4-1-160-16,4 1 160 0,3-2-160 0,-4-2-176 15,-2 4 48-15,-3-4 0 0,-1-1-32 0,0 3 0 0,-2-1 0 0,0 3 0 16,-3-2 160-16,0 2-128 0,-2-2 128 0,2 0-128 15,-2 0 128-15,2 1 224 16,0-1-48-16,0 0-16 0,-2 2 0 0,2 1 0 16,-1 4 0-16,1-1 0 0,2-1-160 0,1 0 0 0,2-3 0 0,0 0 0 0,3 4 0 0,2-1-144 0,1-5 144 15,4 2-208 1,0 0 80-16,-1 3 128 0,-4 0-208 0,-1 1 80 0,0-1 128 0,-4 4 0 16,-4 1-144-16,1-4 144 15,-1-2 0-15,-1-1 0 0,-2-1 0 0,-1 4 0 16,-1 4 0-16,-1 2 0 0,-12-7 0 0,13 7 0 15,-1-2 0-15,-12-5 0 0,12-2 176 0,-12 2-176 16,0 0 0-16,13 9 0 0,-13-9 0 0,12 6-160 16,-12-6 160-16,0 0-208 0,0 0 80 0,10 9 128 15,-10-9-160-15,10 6 160 0,-10-6 0 0,10 9-144 16,-10-9 144-16,0 0 0 0,12 5 0 0,-12-5 0 16,0 0 0-16,15 5 176 0,-3 0-176 0,-12-5 192 15,0 0-192-15,0 0 0 0,12 5 0 0,-12-5 0 0,0 0 0 0,10 5 0 0,-10-5 0 16,0 0 0-16,0 0 0 0,10 10 0 0,-3 2 0 15,-7-12 0-15,0 0 144 0,0 0 0 0,10 10 0 0,-2-1 0 16,-8-9 48-16,10 8 0 0,-10-8 0 0,14 7 0 16,-4-1-192-16,-10-6 0 15,13 2 144-15,1 0-144 0,-14-2 0 0,13 1 0 16,-13-1 0-16,15 2 0 0,-15-2 0 0,14 2 144 16,-14-2-144-16,0 0 0 0,0 0 208 0,15-2-64 15,-2 4-16-15,-13-2 0 0,11-4 208 0,-11 4 48 16,15 2 0-16,-4 1 0 0,-11-3-192 0,14 0-16 0,-1-1-16 15,-13 1 0-15,0 0-160 0,14 1 0 16,-14-1 0-16,15 4 0 0,0-1 0 0,-1-3 0 0,-14 0 0 0,11 0 0 16,-11 0-192-16,0 0 192 0,14 0-160 0,-2 2 160 15,-12-2-176-15,13 2 176 0,-1-2-192 0,-12 0 192 16,0 0-192-16,12 3 192 0,-12-3-192 0,13 0 192 16,-13 0 0-16,14 3 0 0,-14-3 0 0,15 0 0 0,-4-1 0 0,-11 1 192 15,12 0-48-15,-12 0-16 16,14 0 32-16,-14 0 0 0,13 0 0 0,-13 0 0 0,12 1-32 0,-12-1 0 15,12-1 0-15,-12 1 0 0,0 0-128 0,13 1 0 16,-3-2 0-16,-10 1 128 16,0 0-128-16,0 0 0 0,14 1 0 0,-14-1 0 15,0 0-192-15,12 0 192 0,-12 0-192 0,11 2 192 16,-11-2-192-16,0 0 192 0,12 0-160 0,-12 0 160 16,14 0 0-16,-14 0 0 0,15 3 0 0,-15-3 0 15,13 0 0-15,-1 2 0 0,-12-2 0 0,12 2 0 16,-12-2 0-16,0 0 0 0,13 0 0 0,-13 0 0 0,14 5 128 0,-14-5-128 15,13 0 0-15,-13 0 0 0,0 0 144 0,0 0-16 16,0 0-128-16,14 3 192 0,-14-3-192 0,0 0 0 16,0 0 0-16,11 0 0 0,-11 0 0 0,0 0 192 15,0 0-48-15,0 0-16 0,14 2-128 0,-14-2 0 16,0 0 0-16,0 0 0 0,13 0 0 0,-13 0 128 16,0 0-128-16,12 0 0 0,-12 0 0 0,0 0 0 0,12-4 0 0,-12 4 0 15,0 0 0-15,13 0 0 16,-13 0 0-16,14 0 0 0,-14 0 0 0,13 0 0 0,-13 0 0 0,14-1 0 15,-1-1 0-15,-1 2 0 16,-12 0 0-16,15-2 128 0,0 1 0 0,-1 1-128 16,-14 0 192-16,16 0-64 0,3-2-128 0,-1 2 0 0,1 0 0 15,3 0 0-15,-2-2 0 0,-1 2 0 0,-4-1 0 0,0-1 0 16,2 0 0-16,-2 2 0 16,-2 0 0-16,1 0 0 0,-1-1 0 0,-13 1 0 0,14 0 0 0,-3-2 0 15,1-1 0-15,2 1 0 0,-14 2 0 0,13 2 0 0,1-2 0 0,-1 0 128 16,-13 0 0-16,15-2 0 15,-1 0-128-15,-1 2 192 0,-13 0-192 0,17 0 192 16,-2-1-192-16,0-1 0 0,-1 0 0 0,4 0-176 16,-18 2 176-16,15 0 0 0,2 0 0 0,0 0 0 15,-2 0-224-15,2 0-16 0,0 0 0 0,1 2 0 0,1 2 240 0,1-1 0 16,0-3 0-16,4 0 160 0,-1 2-160 0,1-1 128 0,3-2-128 0,0 1 128 31,3 0-128-31,0 0 0 0,1-2 0 0,-1 0 0 16,-2 1 0-16,-1 1-256 0,0-2 64 0,0 0 16 0,-2 0-16 0,-1 1 0 0,-2-1 0 0,-2 2 0 15,0 3-128-15,-1-1-16 16,-2-2-16-16,-1 2 0 0,0 1 352 0,-1 1 0 0,0-3 0 0,0 1 0 16,0 0 176-16,0-1-48 0,-1 3-128 0,1-3 192 15,-2-1-192-15,2 2 0 16,1 1 0-16,-1-1 0 0,-2 1 0 0,2-1-192 16,0-2 48-16,2 2 0 0,0-2 144 0,2 1-160 15,1 1 160-15,0-2-160 0,2 0 160 0,1 0-192 16,3 4 192-16,-1-3-192 0,-2-1 192 0,3-1 0 15,-6-1 0-15,0 2 128 0,0 0-128 0,-1-2 192 0,-4 2-64 0,-2-2 0 16,-13 2-128-16,17-1 0 0,-2-1 0 0,-1 0 0 16,-2 2 0-16,-12 0 0 15,13-1 0-15,1 1 0 0,-14 0 0 0,15 0 0 0,-2-2 0 0,-13 2 0 16,14 0 0-16,-14 0 0 0,13-2 128 0,-1 1-128 16,-12 1 128-16,15 0-128 0,-2-4 160 0,3 4-160 15,-3 2 128-15,0-2-128 0,1 0 0 0,-1 0 0 16,3 0 0-16,-1 0-128 0,2 2-16 0,-1-2 0 15,3 0 144-15,1 1-208 0,4 1 80 0,1-2 128 0,0 0 0 16,2-3 0-16,3 1 0 16,-3 2 0-16,-2 0 0 0,1 0 0 0,1 0 0 0,-2 0 0 15,-3 0 0-15,0-2 0 0,-2 1 0 0,0-1 0 16,-3 2 0-16,0 0 0 0,-1-2 0 0,0 2 0 16,-3 2 0-16,-1-2 0 0,-12 0 0 0,17 0 0 15,-2 0 128-15,-2 0-128 0,-13 0 0 0,14 2 128 0,-1-2-128 0,-13 0 0 0,15 0 0 0,0-2 0 31,2 0 0-31,-2 2 0 0,1 2 0 0,0-2 0 16,3-2 0-16,-1 2 0 0,1 2 0 0,1 1 0 0,4 1 0 0,-2-1 0 16,-4-1 0-16,2-2 0 0,4 0 0 0,1 0 160 15,2 0-160-15,0 0 160 0,-2-2-160 0,-3 2 0 16,-4 0 0-16,1 0 128 0,-6 0-128 0,1 0 0 16,-1-2 0-16,1 2 0 0,-14 0 0 0,13 0 0 15,-13 0 0-15,15 0 0 0,1 2 0 0,-1-2 0 0,-2-2 0 0,-1 1 0 0,-12 1 0 0,15-2 0 16,-1 0 0-16,-14 2 0 15,15 0 0-15,-2 0 0 0,-13 0 0 0,14-1 0 16,-3 1 0-16,-11 0 0 16,0 0 144-16,14 0-144 0,-14 0 0 0,0 0 0 15,0 0 0-15,15 1 128 0,-15-1-128 0,15 0 144 0,-15 0-144 0,14 0 160 16,-14 0 16-16,13 2 0 0,-13-2 0 0,15 2 0 0,-1-1-16 0,-14-1 0 16,15 0 0-16,-15 0 0 15,13 0-32-15,-13 0 0 0,14 2 0 0,-14-2 0 16,17 0-128-16,-17 0 0 0,13-2 0 0,-13 2 128 15,17 0-128-15,-4-1 0 0,-13 1 0 0,14-2 0 16,3 2 0-16,-4-2 0 0,-13 2 0 0,15-3 0 16,4 1 0-16,-4-1 0 0,-15 3 0 0,15-3 0 15,0 1 128-15,2 2-128 0,1-2 0 0,-1 2 128 0,0-3-128 0,0 1 160 0,0 0-160 0,0 1 160 32,-1 1-160-32,1-2 0 0,-2 0 0 0,-1 2 0 0,-14 0 0 0,17 0 0 15,-1-1-128-15,0-1 128 0,-3 0 0 0,1 1-144 16,-1-1 144-16,0 2 0 15,3-2-160-15,-3 1 160 0,-13 1-128 0,17-2 128 16,-2-1 0-16,0 1 0 0,0 0 0 0,4-1 0 16,-19 3 0-16,15-2 0 0,0 1 0 0,0-1 0 0,2-2 160 0,-2 3-32 15,-1 1-128-15,-14 0 192 0,15-2-192 16,0 2 0-16,0-2 0 0,-1 2 0 0,-14 0 0 0,18 2 0 0,1-2 0 16,-3 2 0-16,-2-1 0 0,1-1 0 15,2-3 0-15,0 1 0 0,1 2 0 0,1 0 0 0,-2-1-128 0,4-1 128 16,6-3 0-16,-6 3 0 0,-6 2 0 0,1-1 0 15,1-1 0-15,-2 2 0 0,-4 2 0 0,-1-1 0 0,1-2 0 0,-11 1 0 16,0 0 0-16,0 0 0 0,16-2 0 0,-5 0 0 16,-1-1 0-16,-10 3 0 0,0 0 0 0,0 0 0 15,11-2 0-15,-11 2 0 16,0 0 0-16,10-3 0 16,-10 3 0-16,0 0 0 0,11-2 0 0,-11 2 0 0,0 0 0 0,0 0 0 15,12 0 0-15,-12 0 0 0,0 0 0 0,12 0 0 0,-12 0 0 0,10-3 0 16,-10 3 0-16,0 0 0 15,0 0 0-15,0 0 0 0,10-4 128 0,-10 4-128 16,9-10 0-16,1 4 0 0,-10 6 0 0,0 0 0 16,10-5 0-16,-10 5 0 0,0 0 0 0,13-4 0 15,-3-1 0-15,-10 5 0 0,0 0 0 0,0 0 0 16,20-5 0-16,-20 5 0 0,0 0 0 0,21-2 0 16,-21 2 0-16,0 0 0 0,0 0 0 0,0 0 0 0,17 2 0 0,-17-2 0 15,0 0 0-15,0 0 0 0,0 0 0 0,0 0 0 0,13-2 0 0,-13 2 0 31,0 0 0-31,0 0 0 0,0 0 0 0,15 2 0 16,-15-2 0-16,14-2 0 0,-14 2 0 0,0 0 0 0,13-3 0 0,-13 3 0 16,13-2 0-16,-13 2 0 15,0 0 0-15,16-3 0 0,-16 3 0 0,15-3 0 0,-3-1 0 0,-12 4 0 16,0 0 0-16,13-3 0 0,-1 0-144 0,-2-2 144 16,-2-4 0-16,-8 9-144 0,10-5 144 0,-10 5 0 15,14-2 0-15,-14 2-128 0,15-5 128 0,0 2 0 16,0 1 0-16,-1-1 0 0,-4-4 0 0,3 4 0 0,2 1 128 0,2 4-128 15,2-1 0-15,-2 1 0 16,-4-2 0-16,2-2 0 0,2-1 0 0,3 5 0 0,-1 3 0 0,-1-2 0 16,1-3 0-16,-1 0 0 0,-1-3 0 0,0-1-128 0,1 1 128 15,-1 1 0 1,-2 2 0-16,1 0 0 0,-1 0 0 0,0-1 0 16,0-3 128-16,7 1-128 0,-22 3 0 0,18 2 0 0,1-6 0 0,3-1 0 15,-22 5 0-15,17-1 0 0,-2-1 0 0,0 0 0 16,-15 2 192-16,17-1-48 0,-2-4 0 15,0 1 0-15,-15 4-144 0,15 0 0 0,-1-3 0 16,1 1 0-16,1 2 0 0,0-2 0 0,-16 2 0 0,16-3 0 0,0 0 0 0,0 3 0 0,3-4 0 0,4 1 0 16,3-4 128-16,1 4-128 15,1 1 0-15,1 1 128 0,-1-1-128 0,1 2 0 16,0-2 0-16,-2 0 0 0,-2 1 0 16,0 1 0-16,-1 3 0 0,-4 1 0 0,-2-3-128 0,1-1 128 0,-2 0 0 15,6 0 0-15,-23 0 0 0,17 0 0 0,-4 2 0 16,8 0 0-1,-3-1 0-15,-4-1 0 0,1 2 0 0,2-2 0 0,-1 0-176 0,5-2 48 16,1 1 0-16,1-1 0 0,2 2 128 0,2 0-128 0,2-2 128 0,4 1-128 16,6-1 128-16,-2 0-208 15,0 0 80-15,-1 2 128 0,-4 0 0 0,-2 0 0 16,0 0 0-16,-3 0 0 0,-2-1 0 0,-1 2 128 16,-1 3-128-16,1-2 0 0,-2-2 0 0,0 0 0 15,0 0 0-15,1 0 0 0,4 0 0 0,2 1 0 16,3 3 0-16,5-1 0 0,3-1-176 0,5 1 48 0,4 2 0 0,3-2 0 15,1-1 128-15,-5 1 0 0,-4 4 0 0,-4 0 0 16,1-2 0-16,-6 0 144 0,-1-2-16 0,10-1-128 16,-11 0 0-16,-9-1 0 15,3-1 0-15,5 4 0 0,3 1 160 0,4 0-160 16,1 0 128-16,9-3-128 0,8-1 0 0,-1 1 0 16,-4-4 0-16,-2 4 0 0,-4 3-256 0,-4-2 64 0,-5-1 0 0,-4-2 16 0,-6 2-16 0,2-1 0 15,-1-1 0-15,-1 2 0 16,2 3 192-16,5-3 0 0,3-2 0 0,5 0 0 15,3-4 128-15,7 1 0 0,7 1 0 0,-2 2 0 16,-8 4-128-16,-3-1 0 0,-4-1 0 0,-4 0 128 0,-2-2-128 0,-4 1 0 16,-4 3 0-16,1-3 128 0,0-1-128 0,-1 2-128 15,-3 0 128-15,2-1-192 0,4-1 192 16,-3 2 0-16,-1 3 0 0,3 0-128 16,2-2 128-16,0-3 0 0,-3-3 0 0,0 0 0 15,1 1 0-15,-2 0 0 0,-1-3 0 0,0 2 128 16,-3 1-128-16,-2 2 0 0,-2 2 0 0,0-2 0 15,-1-2 0-15,-3 1 128 0,1-3-128 0,-2 1 0 0,0-1 144 0,1-2-144 0,-5-4 192 0,5 1-192 32,-16 9 0-32,0 0 0 0,13 0 0 0,-13 0 0 0,19-1 0 0,-19 1 0 15,0 0 0-15,13-4 0 0,-13 4 240 0,0 0-64 16,12-5-16-16,-12 5 0 0,0 0-160 0,0 0-224 16,0 0 48-16,13-7 16 0,-3 1 160 0,-10 6-128 0,0 0 128 15,14-2-128-15,-14 2 128 0,0 0 0 0,15-2 0 16,-3 2 0-16,-12 0 0 0,13 0 0 0,-1-1 0 0,-12 1 0 15,0 0 128-15,13-2-128 16,-13 2 128-16,12 0-128 0,-12 0 0 0,0 0 128 16,12-2-128-16,-12 2 0 0,12-3 0 0,-12 3 0 15,0 0 0-15,0 0 0 0,10-5-240 0,-10 5-16 0,0 0 0 0,0 0 0 0,0 0-96 16,0 0-32 0,0 0 0-16,0 0 0 0,0 0 16 0,10-4 0 0,-10 4 0 15,0 0 0 1,3-10-1136-16,-3-1-224 0,-5-3-64 0</inkml:trace>
  </inkml:traceGroup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7T17:29:30.502"/>
    </inkml:context>
    <inkml:brush xml:id="br0">
      <inkml:brushProperty name="width" value="0.13333" units="cm"/>
      <inkml:brushProperty name="height" value="0.13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060BC9DB-8A12-4BFF-B006-11F11CC37D2B}" emma:medium="tactile" emma:mode="ink">
          <msink:context xmlns:msink="http://schemas.microsoft.com/ink/2010/main" type="inkDrawing" rotatedBoundingBox="3821,17711 31668,17539 31670,17903 3823,18075" shapeName="Other">
            <msink:destinationLink direction="with" ref="{985B679B-1504-4254-85C3-1CB21942FF02}"/>
          </msink:context>
        </emma:interpretation>
      </emma:emma>
    </inkml:annotationXML>
    <inkml:trace contextRef="#ctx0" brushRef="#br0">0 245 2927 0,'0'0'128'0,"0"0"32"0,0 0-160 0,0 0 0 15,0 0 0-15,0 0 0 0,0 0 832 0,0 0 128 16,0 0 16-16,0 0 16 0,0 0-576 0,0 0-112 0,0 0-32 0,0 0 0 15,0 0 288-15,0 0 48 16,0 0 16-16,0 0 0 0,0 0 144 0,0 0 16 16,0 0 16-16,0 0 0 0,0 0-640 0,0 0-160 15,0 0 0-15,0 0 0 0,0 0 0 0,8 14 0 0,-8-14 0 0,0 0 0 0,13 6 576 0,1-1 96 16,-14-5 16-16,17 5 0 16,-2-3-336-16,0 1-64 0,-15-3-16 0,18 4 0 0,-1-1-64 0,4 0-16 15,2 1 0-15,-1-2 0 16,-5-1 0-16,6-2-16 0,3 1 0 0,4-2 0 15,3 0 96-15,-1 2 32 0,-3 2 0 0,0-2 0 0,-2 0 208 0,-2-2 64 16,-2-3 0-16,-1 2 0 16,-2 4-96-16,-1-1-16 0,-2-3 0 0,1 1 0 15,-3-1-160-15,1 3-48 0,0-3 0 0,1-1 0 16,-2-1-128-16,1-1-128 0,-1-1 144 0,1 2-144 16,1-2 128-16,0 4-128 0,3 1 0 0,1-3 0 15,0 2 128-15,3-3-128 0,-1 1 0 0,3 4 144 0,-3-1 0 0,1 0 0 16,1-3 0-16,2 4 0 0,0 4 16 0,-2-1 0 15,-5-2 0-15,1 3 0 0,0 2 32 0,0 0 0 16,-3 2 0-16,-1-2 0 0,-17-5-192 0,13 3 0 16,-1-3 144-16,-2 4-144 0,-10-4 160 0,9 8-32 15,-9-8-128-15,0 0 192 0,11 7-48 0,-11-7-16 16,0 0 0-16,11 7 0 0,-1-2 80 0,-10-5 16 16,0 0 0-16,0 0 0 0,0 0-32 0,10 8 0 15,-10-8 0-15,8 8 0 0,-8-8-192 0,0 0 0 16,0 0 0-16,10 11 0 0,-10-11 0 0,0 0 0 15,10 6 0-15,-10-6 0 0,10 9 0 0,-10-9-128 0,0 0 128 0,12 5 0 16,-2-2 0-16,-10-3 0 16,14 3-128-16,-2 0 128 0,-1-3 0 0,1 0-128 15,-12 0 128-15,15-2 0 0,0 1-128 0,-1-2 128 0,-2 0 0 0,-12 3 0 0,16-4 0 16,-2 1 0 0,-1 0 0-16,-13 3 0 0,17-5 0 0,-2 1 0 0,0 4 0 0,-1-1 0 15,-14 1 0-15,18-4 0 0,1 1 0 0,-1 1 0 0,1 2 0 0,-1-3 0 16,-1-2 0-16,0 1 0 0,2 4 0 0,4 0 0 0,2-1 0 15,-1-1 0 1,0 0 0-16,-1 2 0 0,1 0 0 0,-1 0 144 16,1 0-144-16,-2 2 0 0,-6-4 0 0,0 2 0 15,-3 4 0-15,1-3 0 0,-14-1 0 0,15 2 0 16,-2 1 0-16,-1 2 0 0,-12-5 0 0,17-1 0 16,-4-3 0-16,-1 3 0 0,-12 1 0 0,13 0 0 15,-1-2 0-15,-12 2 0 0,15 0 0 0,-1 0 0 16,-14 0 0-16,13 2 0 0,-13-2 0 0,14 0 128 0,-14 0-128 0,15 0 0 15,-15 0 0-15,15 3 0 16,-15-3 0-16,13 0 0 0,-13 0 0 0,16 2 0 0,-3-1 0 0,-13-1 0 16,0 0 128-16,19-1-128 0,-3-1 0 0,-2 2 0 15,-14 0 0-15,22-3 0 0,-2 1 0 0,-2 2 0 16,-18 0 0-16,21 0 0 0,-3-2 0 0,1 1 0 16,-3 1 0-16,3 1 0 0,-1 4 0 0,-1-1 0 15,-3-3 176-15,-1 3-176 0,-13-4 128 0,19 5-128 16,-1 2 0-16,-1-2 0 0,0-2 0 0,1 0 128 15,-1 2-128-15,-2-1 0 0,-15-4 0 0,17 2 0 16,-2 1 0-16,0 3 0 0,-1-3 0 0,1 0 0 0,-3 1 0 0,0 1 0 16,-1-4 0-16,-11-1 0 15,14 2 0-15,-1-2 0 0,-13 0 176 0,14-2-16 16,-14 2 0-16,0 0 0 0,15 4 16 0,-3-1 0 16,-12-3 0-16,0 0 0 0,13 0-176 0,-13 0 192 0,0 0-192 0,15 2 192 15,-15-2-32-15,14 1 0 0,-14-1 0 0,0 0 0 0,0 0 800 16,15 2 176-16,-15-2 16 0,15 2 16 15,-15-2-912-15,17 3-256 0,-4 1 0 0,-13-4 128 16,17 5-128-16,-2 0 0 0,-15-5 0 0,15 6 0 31,-15-6-848-31,17 7-160 0,-2-2-16 0,-15-5-16 0,0 0 848 0,17 5 192 0,-17-5 0 0,17 4 0 16,-2-1 0-16,-15-3 0 0,15 3 0 0,1 1 0 16,-16-4 0-16,18 1 0 0,-1-1 0 0,-2 0 0 15,0 0 0-15,2 2 0 0,1 0 0 0,1-2 0 16,-2-2 0-16,3 2 0 0,4 0 0 0,-3 0 0 0,-2 0 0 0,-2 0 0 15,0 0 0-15,-4 0 0 0,1 0 0 0,-14 0 0 16,13 5 0-16,-1-3 0 0,0-1 0 16,-12-1 0-16,0 0 0 0,13 4 0 0,-1-1 0 0,-12-3 0 15,0 0 0-15,13 2 0 0,-1 0 912 0,-2-1 96 0,-10-1 16 0,14 0 0 0,-3 0-832 16,1-1-192 0,-12 1 0-16,15-4 0 0,0 1 0 0,-1-1 0 0,-2 1 0 0,-1 1 0 31,-11 2-832-31,16-5-144 0,-5 0-48 15,1 2 0-15,0 0 1648 0,-12 3 320 0,15-4 64 0,-2 1 16 0,-13 3-816 0,0 0-208 16,17-2 0-16,-3 0 0 0,-14 2 0 0,0 0 128 16,15 2-128-16,-15-2 0 15,17-2-736-15,-17 2-224 0,0 0-64 0,18 2 0 0,-3 0 1648 0,-15-2 320 16,17 0 64-16,0 0 16 0,0-2-832 0,-2 0-192 0,-15 2 0 0,19-1 0 31,-1-1-768-31,2 0-208 0,0 1-48 0,-1 1 0 0,-4 0 832 0,0 0 192 16,0 0 0-16,-1 0 0 0,-14 0 0 0,15-2 208 0,-2 0-64 0,3 1-16 15,-3-1-128-15,-13 2 192 0,13 0-192 0,-1-2 192 16,2 1-192-16,-3-1 0 0,-11 2 0 0,14 0 0 0,-4 0 0 0,-10 0 0 16,15-2 0-16,-3 1 0 0,-12 1 0 0,17 0 0 15,-17 0 144-15,15-2-144 16,0 0 176-16,-15 2-48 0,15-3 0 0,-15 3 0 16,17-2-128-16,-17 2 128 0,17-3-128 0,-17 3 128 15,15-2-128-15,0 0 0 0,-1 1 0 0,-14 1 0 16,15-4 0-16,0-1 0 0,-15 5 0 0,15-3 0 15,0 0 0-15,-1-1 0 0,-14 4-128 0,16-3 128 16,-4-4 0-16,3 4 0 0,-1 0 0 0,1 2 0 16,0 1 0-16,2-2 0 0,0 0 0 0,0 1 0 15,1-3 0-15,1 3 128 0,-1-3-128 0,2 3 128 0,2-1-128 0,3-1 0 16,2-1 144-16,-1 3-144 0,-1-1 0 0,-3 0 0 16,0 0 0-16,-4 2 0 0,-1-1 0 0,1-1 0 15,-1-1 0-15,-2-2 0 0,-5 0 0 0,-10 5-128 16,16-4 128-16,-3 1-128 0,-13 3 128 0,15-5 0 15,0 0 0-15,-1 0 128 0,-6-2-128 0,-8 7 0 0,0 0 0 0,17-3 0 16,-3-2 0-16,-14 5 0 16,13-2 0-16,-13 2 0 0,13-8 0 0,-13 8 144 0,14-6-144 0,-14 6 0 15,0 0 0-15,15-1 0 0,-15 1 0 0,15-2 0 16,-15 2 0-16,15 0 0 0,-15 0 0 0,17 2 0 0,-17-2 0 16,17 1 0-1,-2-2 0-15,-15 1 0 0,19-4 0 0,-3 4 0 16,1 0 0-16,0 2 0 0,-2-2 0 0,4 2 0 0,1-2 0 0,2 0 0 15,-2-5 0-15,2 0 0 0,3 3 0 0,0 0 0 16,1 2 0-16,-5 2 0 0,-2 1 0 0,1-1 0 0,0-2 0 0,-1 2 0 16,-2-1 0-16,0 3 0 15,-1 1 0-15,1-3 0 0,-3-4 0 0,-1 2 0 16,-13 0 0-16,17 2 0 0,-4-4 0 0,3-2 0 16,-1 3 0-16,-2-1 0 0,-13 2 0 0,17-3 0 15,-4-1 0-15,1 4 0 0,-1 4 0 0,-13-4 0 16,14 3 0-16,-14-3 0 0,15 0 0 0,-15 0 0 15,17 0 0-15,-2 2 0 0,-15-2 0 0,15 3 0 0,-15-3 0 0,19 5 0 16,-3 0 0-16,0 0 0 16,-16-5 0-16,20 5 0 0,-2-1 0 0,1-3 0 0,-1 3 0 0,-1-3 0 15,-2-1 0-15,4 0 0 0,1 0 0 0,0 2 0 16,0 2 0-16,4-3 0 0,1-1 128 0,-1 0-128 16,-6 0 0-16,2 2 0 0,2 3 0 0,-2-2 0 15,-3-3 0-15,0 2 0 0,0 1 0 0,0 1 0 0,-4-1 128 0,1 0-128 16,-1-3 0-16,1 0 0 15,-3 0 0-15,1 0 0 0,2 4 0 0,-1-3 0 16,-13-1 0-16,17-1 0 0,0 1 0 0,0 0 0 16,-2 0 0-16,0-2 0 0,-2-1 0 0,2 1 0 15,1 2 0-15,-1 0 0 0,1-2 0 0,0-1 160 16,2 1-160-16,1 4 128 0,-1 1-128 0,1-1 192 16,-1-4-192-16,4 2 192 0,3 0-192 0,2 4 160 15,0-1-160-15,3-1 160 0,2-2-160 0,-3 1 0 16,-2 1 0-16,-2 2 0 0,-1-1 0 0,1-1 0 0,-2-1 0 0,-2-1 128 15,-4 0-128-15,-1 0 0 0,1 0 0 0,0 0 0 16,1 0 0-16,-2 0 0 0,-1-1 0 0,0 1 0 16,-2 0 0-16,1 0 0 0,-14 0 0 0,17-2 0 0,-1 0 0 0,0 1 0 15,-1 1 0-15,0-2 0 16,0 0 0-16,2 2 0 0,0 0 0 0,1 0 0 16,-1 0 0-16,5 0 0 0,1-2 0 0,3 1 128 15,1-1 48-15,1 2 0 0,1 2 0 0,3-1 0 16,1-1-48-16,-2 0-128 0,-6-1 192 0,-3 2-64 15,-2 3-128-15,-3-1 160 0,-2-4-160 0,-2-1 160 16,-2 2-160-16,2 0 128 0,0 0-128 0,-13 0 128 16,16-2-128-16,-3 2 0 0,1 2 0 0,-3-4 0 15,-11 2 0-15,14-3 0 0,-2-2 0 0,1 1 0 16,-13 4 0-16,15-3 0 0,-15 3 0 0,15-3 0 0,-1 1 0 0,-14 2 128 16,0 0-128-16,15 3 0 0,-2-3 0 0,-13 0 0 15,14 0 0-15,-14 0 0 0,15 2 0 0,-15-2 0 16,0 0 0-16,15 3 0 0,-15-3 0 0,15 0 0 0,-15 0 0 0,14 0 0 15,-14 0 0-15,15 0 0 16,-2-1 0-16,-13 1 0 0,15-2 0 0,-15 2 0 0,19 0 0 0,-2 2 0 16,0-1 0-16,-1-1 0 15,0-1 0-15,-16 1 0 0,15-4 0 0,0 3 0 16,2 1 0-16,-2 1 0 0,-15-1 0 0,0 0 0 16,15 0 0-16,0 0 0 0,-1-3 0 0,-14 3 0 15,18 2 0-15,-1-2 0 0,0-2 0 0,-2 2 0 0,-15 0 0 0,17 0 0 16,3 0 0-16,-3 0 0 0,-4-2 0 0,1 2 0 15,-3 0 0-15,1 0 0 0,2-1 0 16,-14 1 0-16,13-4 0 0,-13 4 0 0,14 0 0 0,-14 0 0 16,13 2 0-16,-1 0 0 0,-2-2 128 0,-10 0-128 15,0 0 0-15,0 0 0 0,13-2 0 0,-1 5 0 16,-12-3 0-16,0 0 0 0,14-3 0 0,-14 3 0 0,13-2 0 0,-13 2 0 16,14 5 144-16,-1-1-144 0,-13-4 0 0,0 0 0 0,13 0 0 0,-13 0-128 31,14 1 128-31,-14-1 0 0,0 0 0 0,13 2 0 0,-13-2 0 0,0 0 0 15,0 0 0-15,14 5 0 16,-14-5 0-16,12 5 0 0,-12-5 0 0,0 0 0 16,13 9 0-16,-13-9 0 0,0 0 0 0,15 3 0 0,-15-3 0 0,14 5 0 15,-3-3 0-15,-11-2 0 16,0 0 0-16,17 1 0 0,-3 1 0 0,-14-2 0 0,17-2 0 0,-2 2 0 0,-2 0 0 16,1 2 0-1,-14-2 0-15,16 2 0 0,-2-2 0 0,-14 0 0 0,15 1 0 0,2-1 0 16,-2 2 0-16,2-2 0 0,0-3 0 0,1 1 0 15,-1 2 0-15,2 0 0 0,-1 2 0 0,4-2 0 16,0 0 0-16,-2 0-128 0,-3 0 128 0,0 0 0 16,1 0 0-16,-1 0 0 0,-2-2 0 0,2 2 0 0,-4 0 0 0,1-2 0 15,-1-1 0-15,1 3 0 16,-2 3 0-16,-1-3 0 0,-11 0 0 0,0 0 0 0,15 0 0 0,-1-1 0 16,-14 1 0-16,13 0 0 0,-13 0 0 0,12 0 128 15,-12 0-128-15,14 1 0 0,-14-1 0 0,15-1 0 16,-15 1 0-16,0 0 0 0,15-4 0 0,-15 4 0 15,13-1 0-15,-13 1 0 0,0 0 0 0,16-2 0 16,-16 2 0-16,13-2 128 0,-13 2-128 0,13-1 0 16,-13 1 0-16,12 3 0 0,-12-3 0 0,14 2 0 15,-14-2 0-15,0 0 0 0,13-2 0 0,-13 2 128 16,0 0-128-16,17 0 0 0,-4 0 0 0,-13 0 128 16,0 0-128-16,16-2 0 0,-3 1 0 0,-13 1 0 15,0 0 0-15,17 0 0 0,-4 0 0 0,1 0 0 16,-1-4 0-16,1 2 0 0,-14 2 0 0,17-1 0 15,-1-1 0-15,-1 2 144 0,-15 0-144 0,19 0 0 0,0 0 0 0,1 0 0 16,0 0 0-16,-2 2 0 16,-2 3 0-16,0-2 0 0,3-1 0 0,-2 0 0 0,-2-1 0 15,0 1 0-15,-2-2 0 0,1 0 0 16,-14 0 0-16,15 2 0 0,0 1 0 0,0-3 0 0,-15 0 0 0,15-2 0 16,1 1 0-16,-3-1 0 0,-13 2 0 0,17-2-144 15,-2-1 144-15,-1 1 0 0,-14 2 0 0,15-3 0 16,-4-1 0-16,1 1-128 0,0 0 128 0,-12 3 0 15,15-4 0-15,-1 1-128 0,-3-2 128 0,-11 5 0 16,17 0 0-16,-2-2 0 0,-1-3 0 0,-1 2-160 16,1 1 160-16,1-3 0 0,-2 2-160 0,2-1 160 0,4 1-128 0,1 3 128 15,0 3-160-15,4-3 160 16,1-5-192-16,0 0 192 0,-1 2 0 0,5 0-128 16,3-1 128-16,1 1 0 0,-1-2 0 0,-3 0 0 15,-4 0 0-15,0 1 0 0,-1 1 0 0,-1 0 0 0,-2-2 0 16,-1-4 0-16,0-3 0 0,-2 4 0 0,1 1 0 0,-1-1 0 0,-1-1-192 0,2 1 64 31,-2 1 128-31,1 1-208 0,-1-1 208 0,1 0-192 0,-1 1 192 0,3 1-192 0,2-1 192 16,0-1 0-16,0-2 0 15,3 4-144-15,2 2 144 0,2 0 0 0,-1-1 0 0,-1 1 0 16,2 1 0-16,0 1 0 0,-1 1 0 0,1 0 0 16,-6-2 0-16,-1 0 0 0,0 1 0 0,-2-1 0 0,-1-2 0 0,-2 3 0 15,-2-3 0-15,0 3 0 0,-2-1 0 0,1 0 0 0,-1 1 0 0,-1 1 0 31,-12 0 0-31,15 0 0 0,0 0 0 0,-1 0 0 0,-14 0 0 0,15-2 0 16,-15 2 0-16,15 0 128 0,-2 2-128 0,-13-2 0 16,14 1 0-16,-14-1 128 15,13 2-128-15,-13-2 0 0,0 0 0 0,16 2 0 16,-16-2-800-16,13 1-176 0,-13-1-48 16,13 5 0-16,-13-5 1696 0,14 4 336 0,-14-4 64 0,0 0 16 0,13 7-832 0,-1-2-256 15,-12-5 160-15,14 3-160 0,-14-3 128 0,13 2-128 16,-13-2 0-16,17 1 128 0,-2 3-128 0,-15-4 0 15,14 0 0-15,-1 0 0 0,0-2 0 0,1 0 0 16,1 4 0-16,-1 1 0 0,-4 4 128 0,3-4-128 16,2-3 128-16,2-1-128 0,0 1 0 0,0 1 0 15,-2-4 0-15,0 3 0 0,0 2 0 0,2-1 0 16,1 1 0-16,-1 3 128 0,-2-1-128 0,1-1 0 16,-3 0 0-16,-1-1 0 0,-12-2 0 0,15 0 0 0,-2 2 0 0,-13-2 0 15,16 5 0-15,-3-1 0 16,-1 1 0-16,-4 2 0 0,-8-7 0 0,12 5 0 15,-12-5 0-15,13 6 0 0,-2 1 0 0,-1-2 0 0,-10-5 0 0,15 2 0 16,-2-1 0-16,-13-1 0 0,14 6 144 0,-1-1-144 16,-13-5 144-16,14 3-144 0,-14-3 192 0,13 2-192 15,-1 4 128-15,-2-4-128 0,-10-2 0 0,13-2 0 16,-13 2 0-16,14 2 0 0,-14-2 0 0,13 3 0 16,-13-3 128-16,14 4-128 0,-14-4 0 0,13 3 0 0,-1 2 0 0,1 0 0 15,-1-5 0-15,-12 0 0 16,15 0 0-16,1 0 0 0,-1 0 0 0,-2 0 0 15,-13 0 0-15,17 4 0 0,-4-3 0 0,3-2 0 16,-1 1 0-16,-4 0 0 0,-11 0 0 0,0 0 0 16,17 5 0-16,-2-2 0 0,-1-3 0 0,-1 0 0 0,1 2 0 0,-2 1 0 15,-12-3 0-15,13 3 0 16,2 2 0-16,0 0 0 0,-15-5 0 0,16 0 0 0,-3 0 0 0,2 0 0 16,4-1 0-16,-4-3 0 0,-3 1 0 0,-12 3 0 15,15 0 0-15,0 0 0 0,0 2 0 0,-2-2 0 16,-13 0 0-16,16 0 0 0,-16 0 0 0,16 0 0 15,-4-2 0-15,-12 2 0 0,0 0 0 0,15 2 0 0,-15-2 128 16,14-2-128-16,-14 2 0 0,0 0 0 16,13 3 0-16,-13-3 0 0,14-1 0 0,-14 1 0 0,0 0 0 0,0 0 0 15,13 3 0-15,-13-3 0 16,14 2 0-16,-14-2 0 0,0 0 0 0,13 1 0 16,-13-1 0-16,0 0 0 0,14 0 0 0,-14 0 0 15,0 0 0-15,0 0 0 0,13 0 0 0,-13 0 0 16,13-1 0-16,-13 1 0 0,14-2 0 0,-14 2 0 15,13 0 0-15,-13 0 0 0,0 0 128 0,16-2-128 16,-5-1 0-16,-11 3 0 0,0 0 0 0,14 3 0 0,-14-3 0 0,0 0 0 16,13-1 0-16,-13 1 0 0,0 0 0 0,0 0 0 15,14 1 0-15,-14-1 0 0,0 0 0 0,13 4 0 0,-13-4 0 0,0 0 0 16,14 1 0-16,-14-1 0 16,0 0 0-16,13-1 0 0,-13 1 0 0,14 0 0 15,-14 0 0-15,13 1 0 0,0-1 0 0,-13 0 0 0,0 0 0 0,17 0 0 16,-3 0 0-16,-2 0 0 15,-12 0 0-15,15 0 0 0,-15 0 0 0,15 6 0 0,-15-6 0 0,15 5 0 16,0-2 128-16,-1-3-128 0,-14 0 0 0,13 0 0 16,-13 0 0-16,17 2 0 15,0-2 0-15,-4 1 0 0,-13-1 0 0,15 4 0 16,5-3 0-16,-4-1 0 0,-5 0 0 0,3 0 0 0,-14 0 0 0,17 0 0 16,-2-3 0-16,-2 3 0 15,-13 0 0-15,15 0 0 0,-1 0 0 0,-14 0 0 0,13 0 0 0,-13 0 0 16,14 2 0-16,-14-2 160 0,0 0-160 0,15 1 0 15,-15-1 0-15,13 2-176 0,-13-2 176 0,12 5 0 16,-12-5 0-16,10 7 0 0,-10-7 0 0,0 0-160 16,12 5 160-16,-12-5 0 0,12 3 0 0,-12-3-128 15,0 0 128-15,15 2 0 0,-2-2 0 0,-13 0 0 16,14 3 0-16,-14-3 0 0,13 4 0 0,-13-4 0 16,15 1 0-16,-15-1 0 0,0 0 0 0,14 4 0 0,-14-4 0 0,13 1 0 0,-13-1 0 0,14-3 0 15,-14 3 0-15,13 0 0 16,-13 0 0-16,15 0 0 0,-1 0-128 0,-14 0 128 15,13 2 0-15,-13-2 0 16,16 3 0-16,-3-1 0 0,-13-2 0 0,15-2 0 16,-15 2 0-16,15 2 0 0,-1 1 0 0,-1-1 128 0,1-2-128 15,-3 1 0-15,-11-1 144 0,14 2-144 0,-14-2 128 0,0 0-128 0,17 5 0 0,-2-3 0 16,-15-2 128-16,15-2-128 16,-15 2 0-16,17 0 0 0,0 0 0 0,-2 0 0 15,-2-1 0-15,2-1 0 0,2 4 0 0,-2-2 0 16,1 0 0-16,-3 0 0 0,0-2 0 0,1 2 0 0,1 0 0 0,-2 0 0 15,-13 0 0-15,16 0 0 0,-1 0 0 16,-3 0 0-16,-12 0 0 0,15 2 0 16,-15-2 0-16,15-2 0 0,-15 2 0 0,15 0 128 15,-15 0-128-15,13 0 160 0,-13 0-160 0,16 0 160 0,-16 0-160 0,15 2 0 16,-15-2 144-16,15-4-144 16,-2 2 0-16,-13 2 0 0,14-1 0 0,-1 1 128 0,1-4-128 0,-14 4 0 15,15-1 0-15,-15 1 0 16,15-2 0-16,-2 0 0 0,-13 2 0 0,16-3 0 0,-3 1 0 0,-13 2 0 15,17-1 0-15,-2-1-128 0,0 0 128 16,-15 2 0-16,17 4 0 0,-2-1 0 0,-1-3 0 0,1 2 0 0,-2-1 0 0,2-1 0 16,2-3 0-16,-2 3 0 0,0 3 0 0,4-1 0 0,1-4 128 0,4 1-128 31,-1-1 128-31,3 0-128 0,0 1 0 0,0 1 0 0,-3 1 0 0,1 1 0 16,-4-2 0-16,0 0 0 0,-3-2 0 0,0 2 0 0,-2 0 0 0,0 0 0 31,0 0 0-31,-1 0 0 0,-14 0 0 0,17-1 0 0,-4-1 0 15,-13 2 0-15,15-2 0 0,-1 1 128 16,-14 1-128-16,15-2 0 0,-2-1 0 0,-1 1 128 16,0 0-128-16,6 1 0 0,-18 1 0 0,14-2 0 15,-14 2 0-15,17-4 0 0,-4-2 0 0,0 1 0 16,1 1 0-16,-1 3 0 0,1-1 0 0,-1 2 0 0,-13 0 0 0,17-2 128 16,2 2-128-16,-3-1 0 0,1-3 0 0,2 3 0 15,-1-1 0-15,1 0 0 0,-4-1 0 0,3-2 0 0,3 0 0 0,2 1 0 16,1 4 0-16,1 0 0 0,0-1 0 0,-1-3 0 15,-2-1 0-15,-2 0 0 16,-2 2 0-16,-1-2 0 0,0 0 0 0,-2 3 0 0,-15 2 0 0,17 2 0 16,-2-2 0-16,-1-2 0 15,-3-1 0-15,1-1 0 0,-12 4 0 0,17-1 0 16,-4-1 0-16,-13 2 0 0,0 0 0 0,16 0 0 16,-3 0 0-16,0-2 0 0,-2-1 0 0,-1-2 0 0,-10 5 0 0,13-3 0 15,-13 3 0-15,15-2 0 0,-15 2 0 0,14-4 0 16,-14 4 0-16,15 0 0 0,-2-1 0 0,-1-1 0 15,-12 2 0-15,15-3 0 0,-1-2 0 0,-3 1 0 16,-11 4 0-16,14-3 0 0,-14 3 0 0,17 0 0 16,-2-2 0-16,0 1 0 0,0-1 0 0,0 2 0 15,0 0 0-15,1 0-128 0,-3 0 128 0,4 0 0 16,1-2 0-16,3-1 0 0,-1-1 0 0,2 3 0 16,1-1 0-16,1-1 0 0,-2 3 0 0,1-3 0 0,1 0 0 0,-4 0 0 15,-5 1 0-15,2 0 0 0,1-1 0 0,-1 1 0 16,-2 2 0-16,-1 0 0 15,-14 0 0-15,15-1 128 0,-2-3-128 0,1 4 0 0,-14 0 0 16,15 0 0-16,-15 0 0 0,14 0 0 0,-14 0 0 0,13-1 0 16,-13 1 0-16,13-4 128 0,-2 1-128 0,-11 3 0 15,0 0 0-15,16-2 0 0,-4-1 0 0,-12 3 0 0,0 0 0 0,14-2 0 0,-14 2 0 16,13-3 0 0,-1-1 128-16,-12 4-128 0,12-3 160 0,-12 3-160 15,13-2 0-15,-13 2 0 0,0 0 0 0,14-1 0 16,-14 1 0-16,11-2 0 0,-11 2 0 0,0 0 0 15,0 0 0-15,14 0 0 0,-14 0 0 0,0 0 0 16,0 0 144-16,0 0-144 0,0 0 128 0,15-2-128 16,-3-1 0-16,-12 3 0 0,0 0 128 0,15 0-128 0,-15 0 0 0,13 0 0 15,-13 0 0-15,0 0 0 16,14 2 0-16,-14-2 0 0,17 1 0 0,-4 1 0 16,-13-2 0-16,14 0 0 0,-14 0 0 0,13-2 0 15,0 4 0-15,-13-2 0 0,14 2 0 0,-14-2 128 0,13 1-128 0,-13-1 0 16,16 2 0-16,-3 0 0 15,0-2 128-15,-13 0-128 0,12 0 0 0,-12 0 128 0,15 5-128 0,2 0 0 16,0-2 0-16,-4 2 0 0,-13-5 0 0,14 5 0 16,-14-5 0-16,15 4 0 0,-1-3 0 0,-1 3 0 15,0 1 0-15,1 0 0 0,-14-5 0 0,13 4 0 16,-1-1 0-16,-12-3 0 0,15 3 0 0,-1 3 0 16,-14-6 0-16,15 5 0 0,-2-2 0 0,-1 2 0 15,-12-5 0-15,14 5 128 0,-14-5-128 0,15 5 0 16,-15-5 0-16,15 3 0 0,0-1 0 0,-15-2 128 0,15 2-128 0,-1 1 0 0,-14-3 0 0,15 2 0 31,-2-2 0-31,-13 0 0 0,19 8 0 0,-19-8 0 16,0 0 0-16,22 0 0 0,-22 0 0 0,13 5 0 0,-3 2 0 15,-10-7 0-15,14 3 0 0,-14-3 0 0,13 0 0 0,1 0 0 16,-1 0 0-16,0 0 0 0,-13 0 0 0,17 2 0 0,2 1 0 0,-2-1 0 16,-1 2 128-16,3-4-128 15,1 0 0-15,2 0 0 0,-2 0 0 0,5 1 0 0,4-1 0 0,0 2 0 0,-4 0 0 0,0 1 0 31,-1-1 0-31,-1-2 0 0,-1-2 0 0,-2 2 0 0,-3 0 0 0,0 0 0 16,-2 0 0-16,0 2 0 16,-15-2 0-16,15 3 0 0,-15-3 0 0,16 3 0 0,-3 2 0 0,-13-5 0 0,15 0 0 15,0 0 0-15,-1 0 0 0,-14 0 0 16,15 4 0-16,3-3 0 0,-18-1 0 0,16-1 0 16,-3-1 0-16,-13 2 0 15,22-2 0-15,-9 1 0 0,1 1 0 0,-1 0 0 16,1 1 0-16,1-1 0 0,-2-3 0 0,2 0 0 15,1-1 0-15,0 4 0 0,1-1 0 0,2 1 0 16,-1 0 0-16,1 0 0 0,-1 1 0 0,2-1 0 0,2 0 0 0,2-1 0 16,-1-1 0-16,1 4 0 0,-2 1 0 0,-2-3 0 0,-1-2 0 0,-1 1 0 15,1 1 0-15,-4 0 0 0,-15 0 0 0,17-2 0 16,-1 2 0-16,-2 0 0 16,-14 0 0-16,13 0 0 0,1 2 0 0,-14-2 0 0,15-2 0 0,-2 2 0 15,1 3 0-15,-14-3 0 0,15-3 0 0,-15 3 0 16,15-3 0-16,-15 3 0 0,15 0 0 0,-15 0 0 15,0 0 0-15,15 5 0 0,-15-5 0 0,14 5 0 16,-14-5 0-16,0 0 0 16,13 3 0-16,-13-3 0 0,0 0 0 0,12 5 0 15,-12-5 0-15,0 0 0 0,0 0 0 0,14 5 0 16,-4 2 0-16,-10-7 0 0,0 0 0 0,0 0 0 0,13 2 0 0,-13-2 0 0,15 6 0 0,-15-6 0 16,0 0 0-16,0 0 0 15,17 0 0-15,-17 0 0 0,0 0 0 0,14 4 0 0,-14-4 0 0,13 3-192 16,-13-3 64-16,0 0 128 15,10 7-128-15,-10-7 128 0,0 0 0 0,0 0 0 16,0 0 0-16,14 5 0 0,-14-5 0 0,13 1 0 16,-13-1 0-16,13 0 0 0,-13 0 0 0,0 0 0 15,14 0 0-15,-14 0 0 0,15 7 0 0,-15-7 0 0,14 2 0 0,-14-2 0 16,15 0 128-16,-15 0-128 0,13 0 0 0,-13 0 0 16,14 2 128-16,-14-2-128 15,0 0 0-15,13 5 0 0,1-4 144 0,-14-1-144 16,13 4 0-16,-13-4 0 0,12 5 0 0,-12-5 128 15,13 6-128-15,-13-6 128 0,14 2-128 0,-14-2 128 0,13 3-128 0,-13-3 0 16,14 0 128-16,1 0-128 0,-15 0 0 0,18 0 0 0,2 0 0 0,-3 0 0 16,-3 0 0-16,1 0 0 15,0 0 0-15,0 0 128 0,-1 0-128 0,-1 2 128 0,1-2-128 0,-1 0 128 16,-13 0-128-16,15-3 128 16,0 1-128-16,-1 0 128 0,-1 2-128 0,-13 0 0 0,15-1 0 0,0-1 128 15,-1 0-128-15,-14 2 0 16,15-3 0-16,-1 1 0 0,-1-1 0 0,0-2 0 15,-13 5 0-15,16-3 0 0,-3-1 0 0,1 4-128 16,-14 0 128-16,15-3 0 0,0 1 0 0,0 0 0 0,-2 2 0 16,3-3-128-16,-3 1 128 0,0 1 0 15,1 1 0-15,-1 0 0 0,1-2 0 0,3 2 0 0,0 3 0 16,-1 1 0-16,1-3 0 0,0 1 0 16,2 0 0-16,1-2 0 0,0 0 0 0,5 0 0 0,4 0 0 0,-2 0 0 15,-4-2 0-15,1 2 0 16,-1 0 0-16,-1 0 0 0,-5 0 0 0,0 2 0 0,0 0 0 0,-1-1 0 15,-2-6 0-15,-1 3 0 0,-13 2 0 0,16 2 0 0,-16-2 0 0,15 0 0 0,-4-2 0 0,-11 2 0 32,14 0 0-32,-14 0 0 0,13-1 0 0,-13 1 0 15,14 3 0-15,-14-3 0 0,13 0 0 0,-13 0-128 16,15-3 128-16,-1 3 0 0,-14 0-144 0,17 0 144 16,-17 0 0-16,0 0 0 0,13 1 0 0,1-1 0 15,-14 0 0-15,15-1 0 0,-2 1 0 0,-13 0 0 16,14-4 0-16,-14 4 0 0,13 2 0 0,-13-2 0 15,15-2 0-15,-1 1 0 0,-14 1 128 0,13-2-128 16,-13 2 0-16,15-2 0 0,-15 2 0 0,17 0 0 0,0 0 0 0,0 0 0 16,-2-1 0-16,0 1 0 0,0 0 0 0,2 0 0 15,0 1 0-15,1 1 0 0,1-2 0 0,1 0 0 16,4 0 0-16,-2 0 0 0,-4 0 0 0,-1 0 0 16,0 0 0-16,0 0 128 0,-2 0-128 0,0-2 0 0,0-1 144 0,0 3-144 15,-1 0 0-15,-1 0 0 0,1 0 0 16,-14 0 0-16,16-2 0 0,-1 1 0 15,-1-1 0-15,-1 2 0 0,-1-2 0 0,0 1 0 0,-12 1 0 0,17-4 0 16,-2 3 0-16,-2-1 0 16,1-2 0-16,-2 1 0 0,-12 3 0 0,15-2 0 0,-2 4 0 0,1 0 0 15,-1-2 0-15,1 1 0 16,-1-1 0-16,1 0 0 0,-1-1 0 0,2 1 0 16,0 3 0-16,2-1 0 0,0-4 0 0,1 2-160 0,1 0 160 0,1 2 0 0,0 0-144 15,4-2 144-15,4-4 0 16,1 1-144-16,-4-2 144 0,1 3 0 0,-1 10 0 0,2-4 0 15,-2-4 0-15,-1-2-128 0,-4 2 128 0,0 2 0 0,0 0 0 0,0-2 0 0,0-2 0 0,-3 0-128 32,-2 6 128-32,1-4 0 0,0-2 0 0,0 4 0 15,-1-1 0-15,0 3 0 0,-2 1 0 0,1-2 0 0,-1 0 0 0,2-3 0 16,2-1 0-16,-2 1 0 0,0 3 0 0,4-1 0 0,3-2 0 0,0 0-128 31,-2 0 128-31,3 0 0 0,1 0 0 0,1 0 0 0,2 0 0 0,0 0 0 16,0 3 0-16,0-1-128 15,2-4 128-15,-4 2 0 0,-3 0 0 0,-2 2 0 16,-2-1 0-16,-1 3 0 0,-3-2 0 0,-1 1 0 16,2-1 0-16,0-1 0 0,-1-2 0 0,-2 1 0 0,-12 0 0 15,15 0 0-15,-2 0 0 0,1 0 0 0,-14 0 0 0,13-2 0 16,1-1 0-16,-3 1 128 0,-11 2-128 0,16 0 0 16,-16 0 0-16,18-2 0 0,-18 2 0 0,12-2 0 15,-12 2 0-15,17-3 0 0,-17 3 0 0,11 0 0 0,-11 0 0 0,16 0 0 16,-3 0 192-16,-13 0-48 0,15 0 0 0,-1 0 0 0,-1 0-144 0,1 3 0 31,-14-3 0-31,15 2 0 0,2-4 0 0,-4 1 0 16,-13 1 0-16,15-2 0 0,2-1 0 0,0 3 0 0,-4 3 0 0,2-1 0 15,1-2 0-15,-1 1 0 16,-15-1 0-16,16 2 0 0,0 0 0 0,-3-2 0 16,-1-2 0-16,-12 2 0 0,13 0 0 0,1 0 0 0,-2 0 0 0,-12 0 0 15,13 4 0-15,2-3 0 0,0-1 0 0,-1 0 0 0,-14 0 0 0,13 4 0 16,-13-4 0-16,15 0 0 0,-1 0 0 0,-14 0 0 15,13 0 0-15,-1 0 0 0,0 1 0 16,-12-1 0-16,12 0 0 0,-12 0 0 16,13 0 0-16,-13 0 0 0,14 0 0 0,-14 0 0 15,0 0 0-15,11 4 0 0,-11-4 0 0,12 1 0 16,-12-1 0-16,0 0 0 0,12 2 0 0,-12-2 0 16,0 0 0-16,0 0 0 0,13 0 0 0,-13 0 0 15,0 0 0-15,14 5 0 0,-14-5 0 0,13 0 0 16,-13 0 0-16,12-2 0 0,-12 2 0 0,12 0 0 15,-12 0 0-15,13-1 0 0,-13 1 0 0,20 1 0 16,-20-1 0-16,14 4 0 0,-14-4 0 0,0 0 0 0,17-2 0 0,-17 2 0 16,0 0 0-16,13 2 0 15,-13-2 0-15,14 3 0 0,-14-3 0 0,0 0 0 0,0 0 0 16,13-2 0-16,-13 2 0 0,0 0 0 0,0 0 0 0,14 4 0 16,-14-4 0-16,13-2 0 0,-13 2 0 0,0 0 0 0,14-2 0 0,-14 2 0 15,0 0 0-15,15 0 0 16,-2 0 0-16,-13 0 0 0,14 0 0 0,-14 0 0 15,15 0 0-15,-2 0 0 0,-13 0 0 0,15 2 0 16,-1-2 0-16,-1 2 0 0,-1 1 0 0,-12-3 0 16,13 0 0-16,-13 0 0 0,16 0 0 0,-3 0 128 15,-13 0-128-15,15 0 0 0,-1-2 0 0,-14 2 0 16,15-3 0-16,-2 1 0 0,2 1 0 0,2 1 0 16,2 0 0-16,-1 0 0 0,-1-4 0 0,3 1 0 0,-1 0 0 0,-2-1 0 0,-2 3 0 0,2-1 0 15,-2 0 0-15,0 1 0 16,0-1 0-16,-2 2 0 0,1 0 0 0,-2 0 0 15,-12 0 0-15,15 0 0 0,-3 0 0 0,-1 0 0 16,-11 0 0-16,16 0 0 0,-3-2 0 0,-13 2 128 16,13-3-128-16,1 1 0 0,-14 2 0 0,20-5 0 15,-5-2 0-15,-15 7 0 0,12-1 0 0,7-3 0 16,-19 4 0-16,15-1 0 0,2-1 0 0,-2 2 0 16,-2 2 0-16,1-1 0 0,2-1-160 0,1 2 160 0,-2-2 0 0,4 0 0 15,3 0 0-15,0 3 0 0,-2 1 0 0,3-1 0 0,1-5-128 16,1 4 128-1,4 0 0-15,-2 1 0 0,-2-1 0 0,0-1 0 16,0 1 0-16,-3 0 0 0,-3 0-160 0,-1-2 160 16,-1 0 0-16,2-2 0 0,-3-2 0 0,1 3 0 15,-2 1 0-15,-1 0 0 0,-1 0 0 0,1 3 0 0,-2 1 0 16,-1-1 0-16,-11-3 0 0,22 2 0 0,-22-2 0 16,15-2 0-16,-15 2 0 0,19 5 0 0,-19-5 0 15,0 0 0-15,13 0 0 0,-13 0 0 0,12 0 0 0,-12 0 0 16,0 0 0-16,15 2 0 0,-15-2 0 0,15 0 0 0,-15 0 0 0,16-2 0 15,-3 0 0-15,-13 2 0 16,13 2 0-16,1-2 0 0,-1-2 0 0,-1 1 0 0,-12 1 0 0,15 1 0 0,0-1 0 16,1 0 0-16,-16 0 0 15,16-1 0-15,3-1 0 0,-2 2 0 16,-4 0 0-16,4 0 0 0,2-3 0 0,-1 1 0 0,1 0 0 0,1 0 0 16,2 1 0-16,1-1 0 15,2-1 0-15,-3 1 0 0,-3 0 0 0,-1 1 0 0,2-1 0 0,-1 0 0 16,0-1 0-16,-3 0 128 0,1-1-128 0,0 1 0 15,-2-1 128-15,0 1-128 0,0 0 0 0,2 1 128 0,0 0-128 0,0 1 0 0,-2-4 0 16,7-2 0-16,-2 0 0 0,-5 6 0 16,2-1 0-16,3 0 0 0,2-3 0 0,3 2 0 15,1-1 0-15,2 1 0 0,4 0 0 0,2-2 128 16,3-4-128-16,2 2 0 16,-2 1 192-16,1-1-64 0,1 5 0 0,-4-1 0 0,-4-4-128 15,-1 0 192-15,-3 2-192 0,0 1 192 0,-2-1-192 0,-2 0 0 16,-1 0 0-16,-1 0 0 15,-3 2 0-15,2-2 0 0,2-2 0 0,2 2 0 16,1 3 0-16,0 1 0 0,2-4 0 0,5 0 0 0,3-2 0 0,1 3 0 16,-3 3 0-16,9-1-176 0,7-3 176 0,-2-2 0 0,-6 4-144 15,-4 1 144 1,-4 2 0-16,-1-1 0 0,-3-3-144 0,-2-1 144 0,0 5 0 0,-2-2 0 16,0 2 0-16,1-1 0 0,0-1-192 0,3 0 192 15,1 1-192-15,2 1 192 0,0 0-256 0,9-2 48 0,4-3 16 0,6 2 0 16,1 3 0-16,-2 1 16 15,-6 3 0-15,-4-3 0 0,-1-1 0 0,-4 2 0 0,-3 0 0 0,-1-1 0 16,-4 1 176-16,-2 1 0 16,-2-4 0-16,3 1-128 0,0 3 128 0,3-1 0 15,-2-2 0-15,2 0-128 0,3 0 128 0,3 3 0 0,4 1 0 0,4-1 0 0,8-3 0 16,-4 2 0 0,-5 1 0-16,-3 0 0 0,-6-4 0 0,1 2 0 15,-5 3 128-15,-2-1-128 0,-2-3 0 0,-2 2 0 16,-3 1 0-16,4 1-128 0,-7-1 128 0,-17-3 0 0,17 0 0 0,-2 2 0 15,0-1 0-15,2-1 176 16,-4-1-48-16,1-1 0 0,-14 2-128 0,15-2 192 0,0 1-192 0,-3 1 192 16,-12 0-192-16,13 0 192 0,2-2-192 0,-1 2 192 15,1 0-192-15,-2 2 0 0,-13-2 0 0,14 1 0 16,-1 3 0-16,-13-4 0 0,0 0 0 0,19-4 0 16,1 4 0-16,-1 2 0 0,-4-2 0 0,0 0 0 0,2-2 0 0,-4 2 0 15,-13 0 0-15,15 2 0 0,2-2 144 0,-3 0-144 16,-3 0 160-16,-1 0-160 0,-10 0 208 0,16 2-48 0,-1-1-16 0,0 1 0 15,-2-4 0-15,-1 4 0 16,-12-2 0-16,15 3 0 0,-1-1-16 0,-2 1 0 0,-12-3 0 16,15 5 0-1,0-5-128-15,-2 2 128 0,-13-2-128 0,14 2 128 16,-3-2-128-16,0 0 0 0,-11 0 144 0,0 0-144 0,15 0 0 16,-15 0 0-16,0 0 0 0,17 1-128 0,-17-1-64 0,0 0 0 15,13 0 0-15,-13 0 0 0,0 0 192 0,15 0 0 0,-15 0 0 0,0 0-12048 31,0 0-2544-31</inkml:trace>
  </inkml:traceGroup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7T17:29:34.002"/>
    </inkml:context>
    <inkml:brush xml:id="br0">
      <inkml:brushProperty name="width" value="0.13333" units="cm"/>
      <inkml:brushProperty name="height" value="0.13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3A3072E8-73FF-4B5E-90D5-5245CD3AE514}" emma:medium="tactile" emma:mode="ink">
          <msink:context xmlns:msink="http://schemas.microsoft.com/ink/2010/main" type="inkDrawing" rotatedBoundingBox="14208,13508 14223,13508 14223,13523 14208,13523" shapeName="Other">
            <msink:destinationLink direction="with" ref="{4C5EBD32-B1DB-493E-BA57-DDDE7AF06865}"/>
          </msink:context>
        </emma:interpretation>
      </emma:emma>
    </inkml:annotationXML>
    <inkml:trace contextRef="#ctx0" brushRef="#br0">0 0 14975 0,'0'0'320'0,"0"0"80"15,0 0 16-15,0 0 0 0,0 0-416 0,0 0 0 0,0 0 0 0,0 0 0 0,0 0 0 0,0 0 0 16,0 0 0-16,0 0-4416 15,0 0-880-15</inkml:trace>
  </inkml:traceGroup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7T17:29:36.016"/>
    </inkml:context>
    <inkml:brush xml:id="br0">
      <inkml:brushProperty name="width" value="0.13333" units="cm"/>
      <inkml:brushProperty name="height" value="0.13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6BBDFBC9-C354-4A2B-B17D-FA60D4328DB5}" emma:medium="tactile" emma:mode="ink">
          <msink:context xmlns:msink="http://schemas.microsoft.com/ink/2010/main" type="inkDrawing" rotatedBoundingBox="14454,13523 14544,19056 14300,19060 14210,13527" shapeName="Other">
            <msink:destinationLink direction="with" ref="{4C5EBD32-B1DB-493E-BA57-DDDE7AF06865}"/>
          </msink:context>
        </emma:interpretation>
      </emma:emma>
    </inkml:annotationXML>
    <inkml:trace contextRef="#ctx0" brushRef="#br0">-5 0 3679 0,'0'0'160'0,"0"0"32"0,0 0-192 0,0 0 0 16,0 0 0-16,0 0 0 0,0 0 2368 0,0 0 416 0,0 0 96 0,0 0 0 15,0 0-1920-15,0 0-400 0,0 0-80 0,0 0-16 0,0 0-32 0,0 0-16 16,0 0 0-16,0 0 0 0,0 0 32 0,0 0 0 15,0 0 0-15,0 0 0 0,0 0 80 0,0 0 32 16,0 13 0-16,0-13 0 0,0 0 112 0,0 0 32 16,0 0 0-16,0 0 0 15,0 0-240-15,0 0-32 0,0 0-16 0,0 0 0 16,5 15-144-16,-5-15-16 0,0 0-16 0,0 0 0 16,0 0 32-16,0 0 16 0,0 0 0 0,5 14 0 15,-5-14-16-15,0 0 0 0,0 0 0 0,0 0 0 16,4 15-32-16,-4-15-16 0,0 0 0 0,0 0 0 15,0 0-96-15,0 0 0 0,5 15-128 0,-2-2 192 0,-3-13 1568 0,3 15 304 16,-1 1 64-16,1-3 16 16,1 1-3248-16,-1-3-656 15,-3-11-128-15,4 14-32 0,-1-2 2480 0,0 1 480 0,2 2 112 0,-1-5 0 0,-4-10-752 0,3 12-144 16,0-2-48-16,1 4 0 0,-3-1-48 0,1-5-16 16,-2-8 0-16,0 0 0 0,2 17-144 0,0-7 0 0,-2-10 0 0,0 0 0 15,5 16 128-15,-2-3-128 0,-3-13 128 0,3 12-128 16,1 0 0-16,-1-2 0 0,-3-10 128 0,5 13-128 15,-5-13-720-15,3 15-176 0,1-3-48 0,-2 0 0 16,-2-12 1616-16,3 13 320 16,-3-13 64-16,2 15 16 15,-2-15-1664-15,0 17-336 0,0-2-64 0,0-15-16 0,0 17 832 0,0-2 176 16,0-15 0-16,0 0 0 0,0 19 0 0,0-2 0 0,0-2 0 0,1 0 0 16,-1-15 128-16,0 22-128 0,0-4 0 0,0-3 144 0,0-15-144 15,0 21 160-15,-1-3-160 0,-1 1 160 0,0-1-32 0,-1 2-128 16,1 1 192-16,0 2-64 15,1 1 64-15,-1-1 0 0,0 1 0 16,2-1 0-16,0 1 0 0,0-4 16 0,0-3 0 0,2 0 0 16,0-2-16-16,1 0-16 0,1 2 0 0,-3-5 0 0,-1-12-176 0,4 13 192 15,-1-1-192-15,0-2 192 0,-3-10-192 0,5 15 0 0,-1-5 144 0,-1 0-144 32,-3-10 0-32,0 0 0 0,3 14 0 0,-3-14 128 15,4 15-128-15,-4-15 0 0,3 12 0 0,-3-12 0 0,0 0 0 0,2 13 0 16,-2-13 0-16,2 14 0 0,-2-14 0 0,0 0 128 0,1 15-128 0,-1-15 0 15,0 0 128-15,0 15-128 0,0-15 128 0,4 13-128 16,-4-13 128-16,0 0-128 0,0 0 160 0,3 19-160 16,-3-19 128-16,3 15-128 15,1 0 0-15,-4-15 144 0,3 17-144 0,0-2 0 16,-3-15 0-16,5 20 128 0,-1-3-128 0,-3-2 0 16,1 2 0-16,-4 0 0 0,2 1 0 0,0-1 0 15,0 2 0-15,0 1 128 0,0 2-128 0,0-2 0 16,-1 0 0-16,1 0 0 0,-2 1 0 0,2 0 0 15,-2 0 0-15,2-3 0 0,2-3 0 0,0 0 0 0,-2-1 0 0,3 1 0 0,1-3 0 0,1-2 0 32,-4 0 0-32,1 2 0 0,-2-12 0 0,2 17 0 15,-1-4 0-15,1-1 0 0,0-2 0 0,-1 2 0 0,-1-12 0 0,2 13 0 0,-2-13 0 0,0 15 0 32,0-3 0-32,0-12 0 0,-2 14 0 0,1-3 0 15,1-11 0-15,-4 15 0 0,1-1 0 0,3-14 0 0,0 0 0 0,-3 15 0 0,1 0 128 0,2-15 0 16,0 15 0-16,-2 1 0 15,1-1-128-15,1 0 0 0,0-15 144 0,0 18-144 0,1-3 128 0,3 2-128 16,-3-2 128-16,3 2-128 0,-3 2 128 0,3-2-128 16,-1-2 160-16,-3 2-160 15,0 4 0-15,0 1 0 0,0-2 0 0,2 4 0 16,-1 1 0-16,-1 1 0 0,-1-6 0 0,-1 2 0 0,0 1 0 0,2-3 128 0,-3-1-128 0,1-2 0 31,1-2 144-31,-1 0-144 0,-1 0 128 0,1-1-128 0,2-14 144 16,-2 15-144-16,1-2 160 0,-1 1-160 0,2-3 160 0,2 1-160 15,-2-12 160-15,3 14-160 0,0-1 144 0,1-1-144 16,1 0 128-16,1 4-128 0,-6-16 0 0,7 16 0 16,-7-16 0-16,10 21 0 0,-3 0 0 0,-7-21 0 15,5 18 0-15,-2 1 0 16,-4-2 128-16,2 1-128 0,1 2 0 0,-2 2 128 0,0 0-128 0,0 3 0 16,-2-1 0-16,1 4 0 0,-3 3 0 0,3 1 0 15,-3 0 128-15,1-2-128 0,0-3 0 0,1 0 0 0,0 0 144 0,1-4-144 16,-1-3 144-16,0-1-144 0,2-1 192 0,2-1-192 15,1-2 176-15,1-1-176 16,-1-1 160-16,2-1-160 0,-5-12 192 0,7 17-48 16,-1-2-16-16,3-2 0 0,-1 1-128 0,1-4 0 0,-9-10 0 0,8 12 128 15,-8-12-128-15,8 17 0 0,1-2 0 0,-4 0 0 16,-3 0 0-16,-1 2 128 0,1 0-128 0,-4 0 0 16,2-1 0-16,-1 1 0 15,-4 2 0-15,1 1 0 0,1 0 0 0,-2 2 0 16,-4 2 128-16,4 2-128 0,2 3 0 0,0-2 0 0,-1-2 0 0,1-1 0 15,1-4 0-15,2 0 0 0,0 0 0 0,-1-3 0 16,1-17 0-16,0 19 0 16,0-4 128-16,0 0-128 0,0-15 0 0,1 17 128 0,-1-17-128 0,2 18 128 15,-4-3 32-15,2-15 0 0,0 16 0 0,0-16 0 16,0 0-160-16,-3 16 192 0,-1-4-192 0,1 0 192 16,3-12-192-16,-5 15 128 0,2-1-128 0,3-14 128 15,-7 15-128-15,7-15 0 0,0 0 0 0,-5 17 0 0,0-2 0 0,5-15 128 16,-2 16-128-16,1 0 0 0,-1 0 0 0,-2 1 0 15,1-2 0-15,1 1 0 16,2-16 0-16,2 16 0 0,-4 1 0 0,2 2 0 16,0-2 0-16,-1 1 0 0,-3 1 0 0,1 1 0 15,1 2 0-15,1 1 0 0,-3 1 0 0,1 1 0 16,0-1 0-16,-1-1 0 0,1 1 128 0,1-6-128 0,0-4 0 0,1-1 0 0,-3 1 0 0,3 1 0 0,-3-4 0 0,-1 1 0 31,4 0 128-31,-3 0-128 0,4-12 0 0,-3 15 192 16,1-2-192-16,2-13 192 0,-1 14-192 0,1-2 128 0,0-12-128 0,0 13 128 15,0-1-128-15,0-12 0 16,0 13 0-16,0-13 128 0,0 15-128 0,0 1 0 16,0-16 0-16,0 15 0 0,0-15 0 0,0 15 0 0,0-15 0 0,0 17 0 15,1 0 0-15,-1-1 0 0,0 1 0 16,-1 0 0-16,-1 0 0 0,0-2 0 0,0 0 0 0,-1 0 0 16,1-1 0-16,1 3 0 15,-1 1 0-15,0-1 0 0,2-2 0 0,0 4 0 0,0-1 128 0,0-1-128 0,0 1 0 0,-1-1 0 16,2 0 0-1,1 0 0-15,1 1 0 0,1 1 0 0,-3-4 0 0,3-2 0 0,-4-13 0 0,5 16-176 0,2-3 176 0,-2 1-128 32,-2 1 128-32,-1-4-128 0,-2-11 128 0,0 0-128 0,5 16 128 0,-2-3 0 15,-3-13-144-15,3 14 144 0,-3-14 0 0,2 11 0 16,-2-11 0-16,0 0 0 0,0 0 0 0,2 14 0 16,-2-14 0-16,5 13 0 0,-5-13 0 0,0 0 0 0,3 14 0 15,-3-14 0 1,0 0 0-16,4 13 0 0,-4-13 128 0,0 0-128 0,0 0 0 0,8 12 0 15,-8-12 0-15,0 0 0 16,0 0 0-16,0 0 0 0,0 0-176 0,12 12 176 16,-12-12 0-16,0 0 0 0,0 0 0 0,0 0-128 0,8 11 128 0,-8-11 0 0,0 0 0 0,7 12 0 31,-7-12 0-31,0 0 0 0,0 0 0 0,0 0 0 0,0 0 0 0,-2 14 128 16,2-14-128-16,-3 13 128 0,3-13-128 0,0 0 128 15,0 0-128-15,-5 10 128 0,5-10-128 0,-5 10 128 0,5-10-128 16,-7 10 128-16,7-10-128 0,-5 11 0 0,5-11 0 0,-7 11 0 15,2 1 0-15,5-12 0 0,0 0 0 0,-5 15 128 16,0-3-128-16,5-12 0 16,0 0 0-16,0 0 0 0,-5 13 0 0,5-13 0 15,0 0 0-15,-3 14 0 0,-1-2 0 0,1-1 0 0,3-11 0 0,-5 14 0 0,5-14 0 0,-3 17 0 32,-1 0 0-32,1-4 0 0,3-13 0 0,-3 15 0 0,1-1 0 0,2-14 0 15,-2 13 0-15,0 1-160 16,2-3 160-16,0-11 0 0,0 0-320 0,0 0 64 0,0 0 0 0,0 0 0 15,11-8-1344-15,-1-4-272 16,0-1-48-16,2-1-15232 0</inkml:trace>
  </inkml:traceGroup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7T17:30:06.500"/>
    </inkml:context>
    <inkml:brush xml:id="br0">
      <inkml:brushProperty name="width" value="0.13333" units="cm"/>
      <inkml:brushProperty name="height" value="0.13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72B17432-F3EC-4808-A366-ECC009E18BC7}" emma:medium="tactile" emma:mode="ink">
          <msink:context xmlns:msink="http://schemas.microsoft.com/ink/2010/main" type="writingRegion" rotatedBoundingBox="30825,15416 32772,14177 33743,15702 31795,16941"/>
        </emma:interpretation>
      </emma:emma>
    </inkml:annotationXML>
    <inkml:traceGroup>
      <inkml:annotationXML>
        <emma:emma xmlns:emma="http://www.w3.org/2003/04/emma" version="1.0">
          <emma:interpretation id="{FBA9B144-B0BD-4C9A-85EF-9E4A3B94F187}" emma:medium="tactile" emma:mode="ink">
            <msink:context xmlns:msink="http://schemas.microsoft.com/ink/2010/main" type="paragraph" rotatedBoundingBox="31577,14888 32179,14888 32179,15492 31577,15492" alignmentLevel="2"/>
          </emma:interpretation>
        </emma:emma>
      </inkml:annotationXML>
      <inkml:traceGroup>
        <inkml:annotationXML>
          <emma:emma xmlns:emma="http://www.w3.org/2003/04/emma" version="1.0">
            <emma:interpretation id="{46F6A288-8F7A-4AFD-9663-E1513DEABB36}" emma:medium="tactile" emma:mode="ink">
              <msink:context xmlns:msink="http://schemas.microsoft.com/ink/2010/main" type="inkBullet" rotatedBoundingBox="31645,14858 32224,15191 31936,15693 31357,15361"/>
            </emma:interpretation>
            <emma:one-of disjunction-type="recognition" id="oneOf0">
              <emma:interpretation id="interp0" emma:lang="" emma:confidence="0">
                <emma:literal>a</emma:literal>
              </emma:interpretation>
              <emma:interpretation id="interp1" emma:lang="" emma:confidence="0">
                <emma:literal>g</emma:literal>
              </emma:interpretation>
              <emma:interpretation id="interp2" emma:lang="" emma:confidence="0">
                <emma:literal>9</emma:literal>
              </emma:interpretation>
              <emma:interpretation id="interp3" emma:lang="" emma:confidence="0">
                <emma:literal>o</emma:literal>
              </emma:interpretation>
              <emma:interpretation id="interp4" emma:lang="" emma:confidence="0">
                <emma:literal>.</emma:literal>
              </emma:interpretation>
            </emma:one-of>
          </emma:emma>
        </inkml:annotationXML>
        <inkml:trace contextRef="#ctx0" brushRef="#br0">28 587 1839 0,'0'0'160'0,"0"0"-160"16,0 0 0-16,-7 10 0 0,7-10 4176 0,0 0 816 15,0 0 144-15,-15 7 48 0,15-7-4160 0,0 0-816 16,0 0-208-16,0 0 0 0,0 0 2240 0,0 0 384 16,0 0 96-16,0 0 16 0,0 0-1696 0,0 0-336 0,-5-9-64 0,5 9 0 0,-3-8-96 0,3 8-16 15,0 0 0-15,3-12 0 16,-3 12 16-16,5-13 0 0,-2 1 0 0,-3 12 0 15,0 0-544-15,9-14 0 16,-1 1 0-16,1-1 0 0,-1 1 480 0,0 0-16 16,1-1 0-16,-1 1 0 0,1-2-464 0,-1-1 0 15,1 0 0-15,1-1 0 0,0 0 0 0,0 0 0 0,0-1 0 0,0-3 0 0,0-2 144 0,0 1-144 16,-1-2 128-16,-3 3-128 16,3-3 272-16,-3 4-16 0,0 0-16 0,-5 1 0 15,3-1-16-15,-4 3 0 0,-2 2 0 0,0 0 0 0,-1 5-64 0,-1 1-16 16,-1 1 0-16,-1 1 0 15,6 7-144-15,-7-8 160 0,0 3-160 0,0 0 160 0,1 0-160 0,6 5 0 16,-9-4 0-16,-1 1 0 16,2-4 0-16,8 7 0 0,-9-3 0 0,1-1 0 15,8 4 0-15,0 0 0 0,-12-1 0 0,12 1 0 16,-12 1-144-16,2 3 144 0,0-3-192 0,10-1 192 16,-12 7-240-16,4 0 64 0,-2 0 16 0,10-7 0 15,-8 8 0-15,8-8 0 0,-7 15 0 0,2-3 0 16,5-12 160-16,0 0 0 0,-4 13-144 0,4-13 144 15,0 0 0-15,0 0-176 0,0 16 176 0,0-16-128 0,0 0 128 0,4 15-128 16,-1-2 128-16,1 1-128 0,1-3 128 0,-5-11-160 16,5 14 160-16,-5-14-160 0,10 8 160 0,-10-8-192 15,8 12 192-15,1 0-192 0,-9-12 192 0,10 12-192 0,-10-12 192 0,11 11-192 16,0-2 192-16,-1-1 0 16,0-1 0-16,0 1-128 0,2 1 128 0,1-3 0 15,0-2 0-15,3-1 0 0,2 1 0 0,2-1 0 0,4 0 128 0,3-1-128 16,3-2 192-16,2 2-16 15,2-2-16-15,-1 1 0 0,1 1-160 0,-2 1 192 16,-2-1-192-16,-4 3 192 0,-6 0-192 0,-3 4 0 16,-4-3 0-16,-3 1 128 0,-10-7-128 0,10 10 0 15,-3 2 0-15,-2 0 0 0,-5-12 0 0,0 13 0 0,-2-3 128 0,1 0-128 16,1-10 0-16,-9 14 0 0,1-1 144 0,-7 1-144 16,-1-4 0-16,6-5 0 0,-3 0 0 0,1 0 0 0,12-5 0 0,-15 5 0 0,-4-2 0 0,-1-1 0 31,20-2 0-31,-11 2 0 0,-5-2 0 0,5 0 0 0,11 0 0 0,-14-2 0 15,-1-1 0-15,3 1 0 16,12 2 0-16,-12-2-256 0,2 1 32 0,0-1 16 16,0 2-256-16,10 0-48 0,-10-2-16 0,10 2 0 31,-12 2-48-31,12-2-16 0,0 0 0 0,0 0 0 0,0 0 272 0,0 0 64 0,0 0 16 0,0 0 0 16,0 0-160-16,0 0-48 0,0 0 0 0,20-3 0 0,1-1 48 15,2 1 0-15,4 0 0 0,0-1 0 16,-3 1-1328-16,-4-1-272 15</inkml:trace>
        <inkml:trace contextRef="#ctx0" brushRef="#br0" timeOffset="-1299.5329">16 540 4607 0,'0'0'400'0,"0"0"-400"0,0 0 0 0,0 0 0 15,0 0 2496-15,0 0 400 0,0 0 96 0,0 0 16 16,0 0-1984-16,0 0-384 0,0 0-64 0,0 0-32 15,0 0 176-15,0 0 48 0,0 0 0 0,0 0 0 0,0 0-624 0,0 0-144 16,0 0 0-16,0 0 0 16,0 0 2080-16,0 0 384 0,0 0 80 0,0 0 16 15,0 0-1520-15,0 0-288 0,0 0-64 0,0 0-16 16,0 0-416-16,0 0-96 0,0 0-16 0,0 0 0 16,0 0-144-16,0 0 192 0,0 0-192 0,0 0 192 0,0 0 112 0,0 0 16 15,0 0 16-15,0 0 0 0,0 0 160 0,0 0 16 16,0 0 16-16,0 0 0 0,0 0-176 0,0 0-32 15,0 0-16-15,0 0 0 0,0 0-304 0,0 0 0 0,10-7 0 0,-10 7 0 16,0 0 176-16,10-10-32 0,-3 2 0 0,-7 8 0 16,8-12-144-16,-1 3 0 15,0-1 0-15,-7 10 128 0,7-13-128 0,-1-1 0 16,-1 3 0-16,0-1 128 0,-1 2-128 0,-4 10 0 0,3-14 0 0,1 2 0 16,-1-1 0-16,0 1 0 0,-1 2 0 0,0-5 0 15,-2 15 0-15,0 0 0 16,1-15 0-16,-1 3 0 0,0 2 0 0,0 10 0 15,-1-12-144-15,1 12 144 0,-2-12 0 0,0 4 0 16,-1-2 0-16,3 10 0 0,-5-12 0 0,3 2 128 0,1 0-128 0,1 10 144 16,-2-12-144-16,2 12 0 15,-4-8 0-15,1-1-176 0,0-1 176 0,3 10-128 0,0 0 128 0,0 0-128 16,-7-7-192-16,7 7-16 0,0 0-16 0,-12 0 0 0,12 0-16 16,0 0 0-16,-12 6 0 0,12-6 0 15,-8 6 368-15,8-6-176 0,0 0 176 0,0 0-128 16,0 0 128-16,-8 10 0 0,8-10 0 0,0 0 0 15,0 0 0-15,0 0 0 0,0 0-128 0,0 0 128 0,0 0 0 0,0 0 0 16,0 0 0 0,15 7 0-16,-2-4 160 0,1-1-32 0,-1-4-128 0,2 1 192 15,0-3-192-15,2-1 128 0,0 0-128 0,2 2 0 0,4-2 0 0,1 3 0 16,-4-1 0-16,2 5 0 0,1-1 0 0,-4 4 0 16,-6 0 0-16,2 2 0 0,2 1 0 0,-3 3-160 15,-6 0 160-15,-8-11-128 16,9 12 128-16,-1 0-128 0,0-2 128 0,-8-10-128 0,-3 13 128 0,3-13-160 15,0 16 160-15,0-16-160 0,0 0 160 0,0 13-192 16,0-13 192-16,0 0-192 0,0 0 192 0,3 12-192 16,2 0 192-16,-5-12-192 0,0 0 192 0,5 10 0 15,-5-10 0-15,11 10-128 0,-1-2 128 0,-10-8 0 16,10 9 0-16,-2-1-128 0,-8-8 128 0,10 10 0 16,-1-1-144-16,-3-1 144 0,-6-8 0 0,9 12 0 0,-9-12 0 0,10 8 0 0,-2-1 0 0,-8-7 0 31,0 0 0-31,7 10 0 0,-7-10 0 0,0 0 0 15,0 0 0-15,0 0 0 0,0 0 128 0,0 12-128 16,0-12 128-16,0 0-128 0,0 0 192 0,-8 6-32 16,-4 0-16-16,12-6 0 0,0 0-144 0,-14 3 0 0,3-1 0 0,-1-2 0 15,-2-2-528 1,4 0 16-16,10 2 0 0,0 0-13984 0</inkml:trace>
      </inkml:traceGroup>
    </inkml:traceGroup>
    <inkml:traceGroup>
      <inkml:annotationXML>
        <emma:emma xmlns:emma="http://www.w3.org/2003/04/emma" version="1.0">
          <emma:interpretation id="{BD7A0598-B447-499D-A4E1-AB545BCE5DC3}" emma:medium="tactile" emma:mode="ink">
            <msink:context xmlns:msink="http://schemas.microsoft.com/ink/2010/main" type="paragraph" rotatedBoundingBox="31332,16213 33279,14974 33743,15702 31795,1694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8440E0F-FE4B-4066-B857-D7A8D80E20CF}" emma:medium="tactile" emma:mode="ink">
              <msink:context xmlns:msink="http://schemas.microsoft.com/ink/2010/main" type="line" rotatedBoundingBox="31332,16213 33279,14974 33743,15702 31795,16941"/>
            </emma:interpretation>
          </emma:emma>
        </inkml:annotationXML>
        <inkml:traceGroup>
          <inkml:annotationXML>
            <emma:emma xmlns:emma="http://www.w3.org/2003/04/emma" version="1.0">
              <emma:interpretation id="{CD2E56FF-AC4D-45C3-AD0C-A5FFDFE90F03}" emma:medium="tactile" emma:mode="ink">
                <msink:context xmlns:msink="http://schemas.microsoft.com/ink/2010/main" type="inkWord" rotatedBoundingBox="31637,16692 32017,16450 32095,16572 31714,16813"/>
              </emma:interpretation>
              <emma:one-of disjunction-type="recognition" id="oneOf1">
                <emma:interpretation id="interp5" emma:lang="" emma:confidence="0">
                  <emma:literal>a</emma:literal>
                </emma:interpretation>
                <emma:interpretation id="interp6" emma:lang="" emma:confidence="0">
                  <emma:literal>.</emma:literal>
                </emma:interpretation>
                <emma:interpretation id="interp7" emma:lang="" emma:confidence="0">
                  <emma:literal>&amp;</emma:literal>
                </emma:interpretation>
                <emma:interpretation id="interp8" emma:lang="" emma:confidence="0">
                  <emma:literal>,</emma:literal>
                </emma:interpretation>
                <emma:interpretation id="interp9" emma:lang="" emma:confidence="0">
                  <emma:literal>-</emma:literal>
                </emma:interpretation>
              </emma:one-of>
            </emma:emma>
          </inkml:annotationXML>
          <inkml:trace contextRef="#ctx0" brushRef="#br0" timeOffset="14759.7865">62 1810 14735 0,'0'0'640'0,"0"0"160"0,0 0-640 0,0 0-160 15,0 0 0-15,0 0 0 0,0 0 1344 0,0 0 256 16,0 0 32-16,0 0 16 0,0 0-704 0,0 0-144 0,0 0-32 0,0 0 0 16,10-8-208-16,-10 8-48 0,0 0-16 15,11-12 0-15,-11 12-496 0,0 0 0 0,11-7 0 0,-11 7 0 16,11-7 752-16,-1 1 48 0,0-1 16 0,1-1 0 15,-11 8-304-15,11-7-64 0,3 0-16 0,-14 7 0 16,13-7-144-16,1 1-32 0,-14 6 0 0,17-4 0 0,-17 4-80 0,18-1-32 16,-3-3 0-16,0 1 0 15,-1 1-16-15,1 1 0 0,-15 1 0 0,17-4 0 0,-2 1-128 0,-2-2 160 16,-13 5-160-16,17-5 160 0,3 0-160 0,-1 0 0 16,-4-2 0-16,-3 2 0 0,-12 5 0 0,13-7 128 0,-3 0-128 0,-10 7 128 31,0 0 16-31,0 0 0 0,0 0 0 0,0 0 0 15,0 0 0-15,0 0 0 0,0 0 0 0,0 0 0 16,0 0-144-16,0 0 192 0,-13 0-192 16,1 2 192-16,-1 1-192 0,-1 2 0 0,-3-1 0 0,4 1 0 0,1-2-288 0,0 2 64 15,-1 0 16-15,-2 0 0 16,0 0 48-16,-1 2 16 0,0 0 0 0,1 0 0 0,1-4 144 16,1 0 0-16,-1 2-144 0,2 0 144 0,12-5 0 0,-13 7 0 15,1-2-144-15,2 0 144 0,10-5 0 0,-10 7 0 16,10-7 0-16,0 0 0 0,-12 5 0 0,12-5 0 15,0 0-128-15,0 0 128 0,-8 7 0 0,8-7 0 0,0 0 0 0,0 0 0 0,0 0-128 0,0 0 128 32,0 0 0-32,0 0 0 0,0 0 0 0,0 0-128 15,0 0 128-15,17-2 0 0,-2 0 0 0,0 1 0 16,-15 1 0-16,20-5 144 0,0-2-144 0,0 2 0 16,-1 2 0-16,4-3 0 0,3 0 0 0,1 1 0 0,1 0 0 15,4-2 0-15,0 0 0 0,-5 0 0 16,-7 1 0-16,-1 1-176 15,1-2-2000-15,-3 2-384 0</inkml:trace>
        </inkml:traceGroup>
        <inkml:traceGroup>
          <inkml:annotationXML>
            <emma:emma xmlns:emma="http://www.w3.org/2003/04/emma" version="1.0">
              <emma:interpretation id="{4EC13AE6-1606-478A-81E1-28091E560134}" emma:medium="tactile" emma:mode="ink">
                <msink:context xmlns:msink="http://schemas.microsoft.com/ink/2010/main" type="inkWord" rotatedBoundingBox="31543,16231 31979,15954 32295,16451 31859,16728"/>
              </emma:interpretation>
              <emma:one-of disjunction-type="recognition" id="oneOf2">
                <emma:interpretation id="interp10" emma:lang="" emma:confidence="1">
                  <emma:literal/>
                </emma:interpretation>
              </emma:one-of>
            </emma:emma>
          </inkml:annotationXML>
          <inkml:trace contextRef="#ctx0" brushRef="#br0" timeOffset="700.9327">92 1347 5519 0,'0'0'496'0,"0"0"-496"0,0 0 0 0,0 0 0 16,0 0 0-16,8 12 0 0,-8-12 0 0,12 9 0 0,-12-9 5648 0,17 5 1040 0,-17-5 208 0,18 1 32 31,1-1-4720-31,-1 0-944 0,-2-1-192 0,2-3-48 0,2-1-192 0,0-2-64 16,1-1 0-16,0-4 0 0,1-1-544 15,-1-1-224-15,-1-1 176 0,12-5-176 16,-4 3 0-16,-11 9 0 0</inkml:trace>
          <inkml:trace contextRef="#ctx0" brushRef="#br0" timeOffset="512.0142">131 1238 24127 0,'0'0'1072'0,"0"0"208"0,0 0-1024 0,0 0-256 0,-9 7 0 0,9-7 0 16,0 0 1840-16,0 0 304 0,0 0 64 0,0 0 16 0,0 0-944 0,0 0-192 16,0 0-48-16,0 0 0 0,0 0-368 0,14-4-80 15,-14 4-16-15,25-11 0 0,-5 1-448 0,-5 6-128 16,0 2 0-16,9-3 0 0,-4-1 0 0,-3 1 0 16,1 1 0-16,4-2 0 0,-22 6 0 0,19-4 0 15,-1 1 0-15,-1-1 0 16,-3 3-416-16,-14 1-96 0,16-4-32 0,0 3 0 0,-16 1-2528 0,0 0-512 15,0 0-112-15</inkml:trace>
          <inkml:trace contextRef="#ctx0" brushRef="#br0" timeOffset="12523.6667">211 1731 1839 0,'0'0'0'0,"0"0"160"0,0 0-160 0,0 0 0 0,0 0 0 0,0 0 0 15,0 0 2704-15,0 0 512 0,0 0 112 0,0 0 0 0,0 0-2608 0,0 0-528 16,0 0-192-16,0 0 144 15,0 0-144-15,0 0 0 0,0 0 0 0,0 0 128 16,0 0 176-16,0 0 16 0,0 0 16 0,0 0 0 16,19-7 192-16,-6 2 48 0,-13 5 0 0,14-3 0 0,-3 0 256 0,-11 3 64 15,0 0 16-15,14-6 0 0,-14 6-48 0,13-3-16 16,-13 3 0-16,16-3 0 0,-1 3-208 0,-4-2-64 0,-11 2 0 0,14-2 0 16,-14 2-32-16,18-1-16 15,4-1 0-15,-3 0 0 0,-2-1 64 0,-2 0 16 16,0-1 0-16,-2 3 0 0,3-3-32 0,0-1 0 0,3-2 0 15,-1 4 0-15,-6 1-64 0,-2-1 0 0,-10 3-16 0,12-8 0 0,0 1-176 0,0 3-48 16,-12 4 0-16,0 0 0 16,10-6-96-16,-10 6-32 0,0 0 0 0,0 0 0 15,0 0-144-15,0 0 0 16,10-5 144-16,-10 5-144 0,0 0 0 0,0 0 0 16,0 0 0-16,0 0 0 0,0 0 0 0,0 0 0 15,0 0 0-15,0 0 128 0,0 0-128 0,0 0-160 0,0 0 160 0,0 0-208 31,0 0-368-31,0 0-80 0,0 0-16 0,-5-12 0 16,5 12-2688-16,0-15-544 0</inkml:trace>
          <inkml:trace contextRef="#ctx0" brushRef="#br0" timeOffset="13978.4965">154 1287 14623 0,'0'0'640'0,"0"0"144"0,0 0-624 0,0 0-160 0,0 0 0 0,0 0 0 15,0 0 1264-15,0 0 208 0,0 0 64 0,0 0 0 16,0 0-576-16,0 0-96 0,0 0-32 0,0 0 0 16,0 0-176-16,0 0-32 0,0 0-16 0,0 0 0 15,0 0-128-15,0 0-32 0,0 0 0 0,14-5 0 16,-14 5-192-16,10-5-32 0,-10 5-16 0,0 0 0 0,11-7-208 0,-11 7 176 16,11-7-176-16,-11 7 160 0,11-6-160 0,-11 6 0 15,12-7 144-15,-12 7-144 0,12-5 176 0,1 0-48 0,2 0 0 0,-1 1 0 16,-14 4 64-16,15-3 16 0,0-2 0 0,0 2 0 15,0-1-48-15,2 1-16 16,0-1 0-16,2 1 0 0,-1 0-144 0,-1 1 0 16,-2 0 0-16,0 1 0 0,-15 1-160 0,0 0-64 15,0 0-16-15,17-2 0 0,-17 2 240 0,0 0 0 0,0 0 0 16,0 0 0-16,15 7 0 0,-15-7 0 0,0 0 0 0,0 0 0 31,0 0-2720-31,0 0-496 0,0 0-112 0</inkml:trace>
        </inkml:traceGroup>
        <inkml:traceGroup>
          <inkml:annotationXML>
            <emma:emma xmlns:emma="http://www.w3.org/2003/04/emma" version="1.0">
              <emma:interpretation id="{803EB150-E472-4B3A-B216-94B96F2B4FFD}" emma:medium="tactile" emma:mode="ink">
                <msink:context xmlns:msink="http://schemas.microsoft.com/ink/2010/main" type="inkWord" rotatedBoundingBox="32207,15656 33279,14974 33743,15702 32671,16384"/>
              </emma:interpretation>
              <emma:one-of disjunction-type="recognition" id="oneOf3">
                <emma:interpretation id="interp11" emma:lang="" emma:confidence="1">
                  <emma:literal/>
                </emma:interpretation>
              </emma:one-of>
            </emma:emma>
          </inkml:annotationXML>
          <inkml:trace contextRef="#ctx0" brushRef="#br0" timeOffset="1067.9094">832 639 3679 0,'0'0'320'0,"0"0"-320"16,0 0 0-16,0 0 0 0,-7 10 4464 0,7-10 816 16,-6 10 160-16,6-10 48 0,-7 10-3312 0,7-10-640 0,-3 14-144 0,-1-2-32 0,4-12 464 0,-1 15 96 31,1-15 0-31,0 20 16 0,1 0-1568 0,1-1-368 0,1-4 0 0,1 3 0 0,-1 6 688 0,0 1 144 31,1 0 16-31,1-1 16 0,0-1-240 0,0-1-48 0,0 0-16 0,0 2 0 16,0-4-112-16,0-2-32 0,-2-1 0 0,1 0 0 15,-3 0-160-15,1 0-16 0,-2-2-16 0,2-2 0 16,-2-13-224-16,0 14 128 0,0-14-128 0,0 0 0 16,2 13 0-16,-2-13-288 0,0 0 32 0,0 0 16 15,0 0-1344 1,0 0-272-16,0 0-48 0,0 0-14800 0</inkml:trace>
          <inkml:trace contextRef="#ctx0" brushRef="#br0" timeOffset="2858.2585">1229 701 30639 0,'0'0'672'0,"0"0"144"0,0 0 16 0,0 0 32 0,0 0-688 0,0 0-176 15,0 0 0-15,0 0 0 0,0 0 784 0,-7 12 128 0,13 2 32 0,-3 2 0 16,-1 6-560-16,1-3-96 16,0-2-32-16,1 3 0 0,-3 5 64 0,-1-1 0 15,-1-6 0-15,2 4 0 0,4 3 0 0,0-5 0 16,-1-4 0-16,1 0 0 0,2-2-192 0,-4-2-128 16,-3-12 192-16,3 13-192 0,1-1 128 0,1-2-128 15,-5-10 0-15,3 8 0 0,-3-8 0 0,0 0 0 16,0 0-128-16,0 0 128 0,0 0-304 0,0 0 48 15,0 0 0-15,0 0 0 0,0 0-80 0,12-3-16 0,-2-4 0 0,0-1 0 32,-2-2-48-32,1 0-16 0,-1-4 0 0,2 1 0 15,1-1-160-15,-1 1-16 0,-2-2-16 0,4 3 0 0,0 0 224 0,-1 0 32 0,-2 1 16 0,3 2 0 16,-1 4 336-16,-1-2 0 0,-1-4 0 0,1 4 0 0,-10 7 512 16,15 0 32-16,-15 0 0 0,19 5 0 0,-4-2 96 15,0 2 0-15,-15-5 16 16,17 10 0-16,0-1-80 0,-2 1-32 0,-15-10 0 0,15 15 0 0,-2 0-224 0,-1-1-32 15,-12-14-16-15,12 16 0 0,-4 0-272 0,-3-1 160 16,-5-15-160-16,4 13 128 16,-4 1-128-16,0-14 0 0,-4 15 0 0,1-2 128 15,-4 1-128-15,2-4-256 0,-2 0 64 0,-1 0 16 16,-4 2-176-16,-1 1-32 0,3-1-16 0,-2 3 0 16,0-3 176-16,-1 1 32 0,-1-1 16 0,1 0 0 0,1-2 176 0,0 0 0 0,0 0 0 0,2 0 0 15,0-1 0-15,3-1 0 0,-3 1 128 0,-1 1-128 16,-3-4 0-1,2 1 0-15,1 0 0 0,0 0 128 16,-2-2-128-16,0 0-208 0,-1-2 48 0,1-1 16 0,-4-1-176 0,0-1-16 16,0-1-16-16,-1-1 0 0,-4 0 352 0,2 1 0 0,-1-3-144 0,1 1 144 0,-2 1 0 0,4 1 0 31,1-1 0-31,0-1 0 0,4 3-192 0,1 0 192 16,0-2-192-16,4 0 192 0,8 2-432 0,0 0 32 0,-9-1 0 0,9 1-9248 31,0 0-1840-31</inkml:trace>
          <inkml:trace contextRef="#ctx0" brushRef="#br0" timeOffset="1467.5112">1101 659 7359 0,'0'0'656'0,"15"0"-528"15,6 2-128-15,-3 1 0 0,-1 2 3216 0,-4 0 624 16,-13-5 112-16,17 10 16 0,0 1-2000 0,-3 2-416 0,-6 0-80 0,0 1 0 0,-1-1-576 0,0 4-96 31,-2 2-32-31,0 3 0 0,2 1-256 0,-2 2-48 16,-2-1-16-16,-1-2 0 0,-1-2-176 0,3 0-32 0,-1-3-16 0,1 0 0 0,-3-2-224 0,3-2 128 16,-4-13-128-16,5 16 0 0,-2-3 0 0,0 1 0 0,-3-14 0 0,7 15 0 31,-2-2 0-31,-5-13 0 0,7 14 0 0,-2-1 0 15,-5-13-176-15,5 14 176 0,-5-14-160 0,0 0 160 16,3 15-160-16,-3-15 160 0,0 0-160 0,0 0 160 16,2 13-192-16,-2-13 192 0,0 0-208 0,0 0 80 31,-7 12-384-31,7-12-80 0,-11 8-16 0,-3-1 0 16,1-2-544-16,-1-2-128 0,2 1 0 0,-3-4-6512 0,-7 0-1296 0</inkml:trace>
          <inkml:trace contextRef="#ctx0" brushRef="#br0" timeOffset="1699.7746">1207 622 18431 0,'0'0'1632'0,"0"0"-1312"0,0 0-320 0,0 0 0 0,0 0 3616 0,0 0 656 31,0 0 128-31,0 0 16 0,0 0-2544 0,14 7-512 0,-14-7-96 0,13 0-32 16,-13 0-640-16,14 0-128 16,-1-2-16-16,1-1-16 0,-3-2-176 0,3-4-48 15,1-2 0-15,4-3 0 0,1 1-208 0,3-2 0 16,6-2 0-16</inkml:trace>
          <inkml:trace contextRef="#ctx0" brushRef="#br0" timeOffset="3247.4386">1283 656 32079 0,'0'0'1408'0,"0"0"320"0,0 0-1392 0,0 0-336 16,0 0 0-16,0 0 0 0,0 0 1360 0,0 0 208 0,0 0 32 0,15 0 16 16,-1 0-928-16,-1-2-192 15,1 1-48-15,-1-3 0 0,1-4 64 0,1-1 16 16,0-1 0-16,3-2 0 0,4-3-16 0,7-3 0 0,1-4 0 0,10-2 0 16,8 4-336-16,7 0-176 0,7 0 160 0,4-4-160 31,3-3-2000-31,-8 0-496 0</inkml:trace>
        </inkml:traceGroup>
      </inkml:traceGroup>
    </inkml:traceGroup>
  </inkml:traceGroup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7T17:34:23.643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985D6559-A377-4B8D-B857-C31B446BCDA9}" emma:medium="tactile" emma:mode="ink">
          <msink:context xmlns:msink="http://schemas.microsoft.com/ink/2010/main" type="writingRegion" rotatedBoundingBox="28170,6964 29990,12175 28270,12775 26450,7564"/>
        </emma:interpretation>
      </emma:emma>
    </inkml:annotationXML>
    <inkml:traceGroup>
      <inkml:annotationXML>
        <emma:emma xmlns:emma="http://www.w3.org/2003/04/emma" version="1.0">
          <emma:interpretation id="{21A9E710-6539-4676-80FA-FF75F6A4B1FE}" emma:medium="tactile" emma:mode="ink">
            <msink:context xmlns:msink="http://schemas.microsoft.com/ink/2010/main" type="paragraph" rotatedBoundingBox="28170,6964 29990,12175 28270,12775 26450,756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FE5894C-E3C7-4E15-978D-541873BC9F12}" emma:medium="tactile" emma:mode="ink">
              <msink:context xmlns:msink="http://schemas.microsoft.com/ink/2010/main" type="line" rotatedBoundingBox="28170,6964 29990,12175 28270,12775 26450,7564"/>
            </emma:interpretation>
          </emma:emma>
        </inkml:annotationXML>
        <inkml:traceGroup>
          <inkml:annotationXML>
            <emma:emma xmlns:emma="http://www.w3.org/2003/04/emma" version="1.0">
              <emma:interpretation id="{4FEE492F-A842-44AD-BEBB-3E2BB12849DA}" emma:medium="tactile" emma:mode="ink">
                <msink:context xmlns:msink="http://schemas.microsoft.com/ink/2010/main" type="inkWord" rotatedBoundingBox="28170,6964 28926,9131 27207,9731 26450,7564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15208 1129 1839 0,'0'0'160'0,"0"0"-160"0,0 0 0 0,0 0 0 0,0 0 4624 0,0 0 896 16,0 0 176-16,0 0 48 0,0 0-3488 0,0 0-688 0,0 0-144 0,0 0-16 0,-12 6-400 0,12-6-80 31,-11 4-16-31,11-4 0 0,-14-2-512 0,2 4-96 16,1-2-32-16,11 0 0 0,-15 1-16 0,-2 1-16 0,-2-2 0 0,2 3 0 0,2 1-48 0,-2 1-16 15,-1 0 0-15,-1 3 0 0,-1 1-176 0,0 2 0 16,-4 5 0-16,4-3 0 16,-2 4 0-16,2 5 0 0,0 3 0 0,0 5 0 0,-2 4-160 0,2 5 160 0,0 1 0 0,-1-1-144 31,0-6-48-31,2-2 0 0,1-4 0 0,1-4 0 31,2-1-400-31,-2-5-96 0,0 0-16 0,2-4 0 0,0-3-128 0,-1 0-48 16,1-3 0-16,2 0 0 15,-1-1-80-15,4-2 0 0,10-4-16 0,-11 2 0 0,11-2-1200 16,-12-2-256-16</inkml:trace>
          <inkml:trace contextRef="#ctx0" brushRef="#br0" timeOffset="326.7899">14443 1147 3679 0,'0'0'320'16,"0"0"-320"0,0 0 0-16,0 0 0 0,0 0 5776 0,0 0 1088 15,0 0 224-15,0 0 32 0,0 0-5040 0,0 0-1008 16,0 0-208-16,0 0-32 0,0 0-640 0,11-2-192 0,-11 2 0 0,14 0 0 16,-14 0 0-16,13 2-304 15,-13-2 48-15,16 3 0 0,-3 2 256 0,-1 2-128 0,-12-7 128 0,15 12 0 16,2 0 0-16,0 0-128 0,-2 1 128 0,2 2 0 0,1 2 0 0,1 5 0 15,-1 1 0-15,4 4 0 0,3 2 0 0,2 1 128 16,0 4-128-16,5-2 144 16,5 0-144-16,5-4 192 0,7-2-192 0,3-3 192 0,-3-3-192 0,-2 1 0 15,-5-5 0-15,-7 0 128 16,-6-3-384-16,-6-3-96 0,-4 0-16 0,-4 2 0 16,-5 0-2448-16,-5 0-512 15</inkml:trace>
          <inkml:trace contextRef="#ctx0" brushRef="#br0" timeOffset="9023.4047">13309-14 1839 0,'0'0'160'0,"0"0"-160"0,0 0 0 0,0 0 0 16,0 0 2928-16,0 0 544 0,8-12 112 0,-8 12 32 15,7-10-1856-15,-7 10-368 16,10-8-80-16,-10 8-16 0,8-14-272 0,1 4-64 0,-9 10-16 0,10-8 0 15,-2-1-336-15,-8 9-64 16,0 0-16-16,15-5 0 0,1-1-112 0,-1 1-32 16,-2 3 0-16,2 0 0 0,2 1-176 0,5 1-32 0,3-2-16 0,4 2 0 15,4 0-160-15,3 3 0 0,1 2 0 0,0 0 0 16,-2-1 0-16,-1-1 0 0,-2 0 0 0,0-1 0 16,-4 0 0-16,1 0 160 0,0-2-160 0,-3 1 160 0,-2 3 160 0,1-1 16 0,1 0 16 0,-3-3 0 31,1-3 16-31,-1 3 0 0,1 3 0 0,-1-1 0 15,1-4-112-15,-2 2-32 0,-4 4 0 0,1-1 0 16,-1-3-96-16,-1 0-128 0,-2 0 176 0,0 3-176 0,1 2 0 0,-1-3 0 16,-15-2 0-16,0 0 0 0,13 3 128 0,-13-3-128 0,0 0 0 0,0 0 0 31,0 0 0-31,14 4 0 0,-14-4 0 0,0 0 0 0,10 8 128 0,-10-8-128 16,0 0 0-16,0 0 0 0,0 0 0 15,0 0 0-15,8 14 0 0,-8-14 0 0,3 10 0 0,-3-10 0 16,0 0 128-16,2 13-128 0,-2-13 0 0,-7 22 160 0,-3 5-160 0,5-7 128 15,5-5 112-15,-3 4 16 0,-4 1 0 0,2 0 0 16,3-3-96-16,2 0-16 0,-1 0 0 0,2 0 0 16,3 3-144-16,3-3 0 0,-4-1 144 0,2 1-144 15,2 3 0-15,1-3 0 0,2-2 0 0,0 1 128 0,0 2-128 0,-1-1 0 32,-2-2 0-32,-1 2 0 0,-1-2 0 0,0 4 0 15,-1-3 0-15,-1 3 0 0,0-1 0 0,-3 1 0 16,-3 3 0-16,1-2 0 0,2-2 0 0,0 1 0 15,2 4 0-15,-2-2 0 0,0-6-192 0,2 0-48 16,-1 2-16-16,3 1 0 16,-1 4-1648-16,-1-3-336 0,-2-2-64 0,2-4-9632 0</inkml:trace>
          <inkml:trace contextRef="#ctx0" brushRef="#br0" timeOffset="8321.0078">13290-2 9375 0,'0'0'416'0,"0"0"96"0,0 0-512 0,0 0 0 0,0 0 0 0,0 0 0 15,0 0 1472-15,0 0 192 0,0 0 32 0,0 0 16 0,0 0-432 0,0 0-96 0,0 0-16 0,0 0 0 16,0 0 48-16,9-7 0 15,-9 7 0-15,0 0 0 0,0 0-320 0,0 0-64 0,13 5-16 0,-3 4 0 16,0 6-240 0,-3 0-64-16,-2-3 0 0,-2 6 0 0,1 6-224 0,-1-1-48 15,0 3-16-15,-3-1 0 0,0-5 32 0,0 4 16 16,2 2 0-16,-2-2 0 0,0-2-112 0,0 1-32 16,2-2 0-16,1-1 0 0,1-2-128 0,-1 1 192 0,2-2-192 0,0 3 192 0,0 2-192 15,2 1 0 1,-2 6 144-16,2 1-144 0,-2 2 128 0,0 2-128 15,0 3 160-15,-2 7-160 0,0 6 128 0,-3-3-128 16,-1-5 0-16,-3-5 0 0,1-3 0 0,-2-2 0 16,0-7 0-16,0-3 0 15,0-2-512-15,2-3-64 0,-3-2 0 0,3-1 0 0,0-4-384 16,3-10-96-16,0 0-16 0,0 0 0 0,0 0-176 16,0 0-32-16,0 0-16 0,0 0-5616 0,0 0-1136 0</inkml:trace>
          <inkml:trace contextRef="#ctx0" brushRef="#br0" timeOffset="9436.354">13250 1034 12031 0,'0'0'528'0,"0"0"112"0,0 0-512 0,0 0-128 0,0 0 0 0,0 0 0 0,0 0 496 0,0 0 64 15,0 0 16-15,0 0 0 0,-7-8-576 0,7 8 0 0,-2-12-192 0,2 12 48 16,0 0 272-16,4-12 48 16,1 2 16-16,-5 10 0 0,7-8 784 0,-7 8 176 15,8-9 16-15,-8 9 16 0,13-3 96 0,3 0 32 16,-1-2 0-16,2 1 0 0,-1 3-416 0,3-1-64 0,3 0-32 0,5 1 0 16,5-3-448-16,5 4-96 0,3 2 0 0,10-2-16 15,8-2-240-15,-4-1 0 16,-6-1 0-16,-2 1 0 0,-4-4 0 0,-3 4 0 0,-4 1 0 0,0 1 0 15,1-4 256-15,1 3-32 0,1 2-16 0,3 2 0 16,2-2 240-16,3 1 64 0,1 1 0 0,3-2 0 0,1-3-240 0,-6 1-32 31,-4 2-16-31,-8 0 0 0,-4 0-224 0,-4 0-192 0,-1-3 48 0,-6-1 0 32,-3-1-1872-32,-1-3-368 0</inkml:trace>
        </inkml:traceGroup>
        <inkml:traceGroup>
          <inkml:annotationXML>
            <emma:emma xmlns:emma="http://www.w3.org/2003/04/emma" version="1.0">
              <emma:interpretation id="{0DB5E7BD-D28C-4B3E-B654-971596457B7D}" emma:medium="tactile" emma:mode="ink">
                <msink:context xmlns:msink="http://schemas.microsoft.com/ink/2010/main" type="inkWord" rotatedBoundingBox="29012,11523 29321,12408 28510,12692 28200,11806"/>
              </emma:interpretation>
            </emma:emma>
          </inkml:annotationXML>
          <inkml:trace contextRef="#ctx0" brushRef="#br0" timeOffset="6876.7846">14781 4275 15663 0,'0'0'1392'0,"15"5"-1120"0,0 0-272 16,4 2 0-16,4-1 2480 0,2 5 432 0,2 0 96 0,5 3 0 16,9-2-1744-16,-3 3-368 0,-1 0-64 0,-1 0 0 15,-4 2-560-15,-2 0-96 0,0-1-32 0,-3 3 0 16,0-1-144-16,0 1 0 0,-2-2 0 0,-1 3 128 16,-2 5-128-16,0 0 0 0,1 1 144 0,1 1-144 0,-1-4 144 0,1 4-144 15,-1-2 192-15,3 2-192 0,-1 0 0 0,5 3 0 16,2 1 0-16,0-4 0 15,-2-5-512-15,2-1-192 0,0 0-64 0,-5-5-12080 16</inkml:trace>
          <inkml:trace contextRef="#ctx0" brushRef="#br0" timeOffset="6608.7105">15496 4100 1839 0,'0'0'0'0,"0"0"160"0,0 0-160 0,2 12 0 0,-2-12 0 0,-2 13 0 0,2-13 5824 0,-2 12 1120 0,2-12 224 0,-5 12 64 16,5-12-4800-16,-5 13-960 0,2-1-192 0,-2 0-48 15,-2 0-496-15,2-1-96 0,5-11-32 0,-7 10 0 16,-1 4-288-16,-1 1-64 0,1-5-16 0,0 5 0 31,-2 4-96-31,1 1-16 0,-3-3 0 0,1 1 0 16,-1 2-128-16,0 1 0 0,-1 1 0 0,-4-1 128 15,-3 3-128-15,-2-2 0 0,0 0 0 0,0 0 0 0,-3 1-160 0,-2-1 160 0,-4-2-208 0,0 2 80 16,0-2-112-16,-4-1-16 16,-5-2 0-16,4-4 0 15,3 0-256-15,2-1-48 0,4-2-16 16,2-1 0-16,2-6-1856 0,1-1-384 0,0-4-80 0</inkml:trace>
        </inkml:traceGroup>
      </inkml:traceGroup>
    </inkml:traceGroup>
  </inkml:traceGroup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7T17:34:00.553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548492E2-62D7-4426-B1DE-5480BFA86423}" emma:medium="tactile" emma:mode="ink">
          <msink:context xmlns:msink="http://schemas.microsoft.com/ink/2010/main" type="writingRegion" rotatedBoundingBox="13444,7490 14317,7490 14317,12263 13444,12263"/>
        </emma:interpretation>
      </emma:emma>
    </inkml:annotationXML>
    <inkml:traceGroup>
      <inkml:annotationXML>
        <emma:emma xmlns:emma="http://www.w3.org/2003/04/emma" version="1.0">
          <emma:interpretation id="{FDCBAC0B-FD14-43A0-9B7C-A4DF53F8396E}" emma:medium="tactile" emma:mode="ink">
            <msink:context xmlns:msink="http://schemas.microsoft.com/ink/2010/main" type="paragraph" rotatedBoundingBox="13444,7490 14317,7490 14317,12263 13444,1226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260F169-AADC-4DC9-8FE8-2C13BB2FAF1C}" emma:medium="tactile" emma:mode="ink">
              <msink:context xmlns:msink="http://schemas.microsoft.com/ink/2010/main" type="line" rotatedBoundingBox="13444,7490 14317,7490 14317,12263 13444,12263"/>
            </emma:interpretation>
          </emma:emma>
        </inkml:annotationXML>
        <inkml:traceGroup>
          <inkml:annotationXML>
            <emma:emma xmlns:emma="http://www.w3.org/2003/04/emma" version="1.0">
              <emma:interpretation id="{6D32CA5B-F460-4DD4-BC5D-BED379D84EE9}" emma:medium="tactile" emma:mode="ink">
                <msink:context xmlns:msink="http://schemas.microsoft.com/ink/2010/main" type="inkWord" rotatedBoundingBox="13540,7490 14055,7490 14055,8176 13540,8176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456 0 18015 0,'0'0'800'0,"0"0"160"0,-10 15-768 0,1-2-192 16,9-13 0-16,-10 10 0 0,-2 0 1008 0,4 6 144 15,1 4 48-15,4-3 0 0,3-6-944 0,0 6-256 0,-3 5 0 0,-2 0 0 16,-4-4 0-16,2 3 0 16,1-1 0-16,-4 2 0 0,-6-2 0 0,0 0 128 0,-3 0-128 0,2 0 0 0,-1 1 176 0,-2 0-48 15,-2-2-128-15,0-1 192 16,0 1-192-16,0 5 144 0,2-4-144 0,1 2 128 15,1 1-128-15,1-1 0 0,-1-3 0 0,4-1 0 0,1 1 0 0,1-3 0 16,0 0-224-16,2-5 80 31,0-2-2160-31,10-9-448 0</inkml:trace>
          <inkml:trace contextRef="#ctx0" brushRef="#br0" timeOffset="390.2106">18 188 11967 0,'0'0'1072'16,"0"0"-864"-16,0 0-208 0,0 0 0 16,0 0 2704-16,0 0 496 15,0 0 112-15,0 0 16 0,0 0-2672 0,0 0-528 16,10 10-128-16,-10-10 0 0,12 9 560 0,-12-9 80 0,12 8 0 0,-2 4 16 16,0 1-320-16,-1 1-64 15,-1-4-16-15,0 2 0 0,1-1 384 0,-1 3 64 0,2-1 0 0,2 1 16 16,2-3-80-16,1 3 0 0,-2-1-16 0,6 3 0 0,-1-1-256 0,7 0-48 15,4-2-16-15,3 2 0 0,-2 6-160 0,1 0-16 16,-3 0-128-16,-1-3 192 0,-5 1-192 0,0 1 0 16,-4-2 0-16,-2 4 0 31,-6 0-1280-31,-4 7-320 0,-2 6-48 0</inkml:trace>
        </inkml:traceGroup>
        <inkml:traceGroup>
          <inkml:annotationXML>
            <emma:emma xmlns:emma="http://www.w3.org/2003/04/emma" version="1.0">
              <emma:interpretation id="{2EDFDF9A-0FB1-4F8C-B5A6-0B78B72CADE4}" emma:medium="tactile" emma:mode="ink">
                <msink:context xmlns:msink="http://schemas.microsoft.com/ink/2010/main" type="inkWord" rotatedBoundingBox="13444,11857 14317,11857 14317,12263 13444,12263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1221.0637">547 4367 21999 0,'0'0'960'0,"0"0"224"0,0 0-944 0,0 0-240 16,0 0 0-16,0 0 0 0,0 0 704 0,0 0 112 0,0 0 16 0,0 0 0 15,0 0-624-15,0 0-208 0,0 0 144 0,0 0-144 0,-12 9-160 0,-3-1-112 0,-4 2-32 0,1-1 0 32,-4 1 304-32,0 3 128 0,-5 1-128 0,-12 6 192 0,2-3-192 0,17-5 0 15,-2-1 0-15,2 5 0 16,-2 0 1152-16,2 5 176 0,0-1 32 0,-2 3 16 16,2-1 96-16,1 0 0 0,2-3 16 0,2 1 0 0,2 0-1152 0,-1-3-336 15,3-4 144-15,-1-1-144 16,2 0 528-16,0-6 48 0,10-6 0 0,-12 6 0 31,0 2-4272-31,12-8-848 0,-12-2-160 0,1 2-7024 0</inkml:trace>
          <inkml:trace contextRef="#ctx0" brushRef="#br0" timeOffset="1652.1032">-96 4425 6447 0,'0'0'576'0,"0"0"-576"16,0 0 0-16,0 0 0 16,15 6 3296-16,-1 1 544 0,-14-7 128 0,18 7 0 15,1-2-2384-15,-1 0-496 0,-1 2-80 0,8 3-32 0,-1 0-784 0,-6-5-192 16,4 3 0-16,5 1 0 16,3-1 1344-16,6-1 240 0,1 0 32 0,3 1 16 15,9 4-592-15,0 0-112 0,-1-1-32 0,-7 1 0 16,-9 0-272-16,-5 0-64 0,-2 1-16 0,-3 1 0 0,-4-3-304 0,-1 3-64 0,-2-1-16 0,-1-1 0 15,-14-12 16-15,13 15 0 16,2-1 0-16,-1-4 0 16,-2-2-176-16,-1-1 128 0,-11-7-128 0,14 5 128 15,-14-5-128-15,15 0 0 0,-2-2 0 0,1-1 0 16,-2-4-1408-16,-12 7-256 16,13-5-48-16,-3 0-12880 0</inkml:trace>
        </inkml:traceGroup>
      </inkml:traceGroup>
    </inkml:traceGroup>
  </inkml:traceGroup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7T17:34:21.122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59B8B88C-0C94-4FC8-8277-838CE6BDFF61}" emma:medium="tactile" emma:mode="ink">
          <msink:context xmlns:msink="http://schemas.microsoft.com/ink/2010/main" type="writingRegion" rotatedBoundingBox="18490,9256 7459,11544 7247,10520 18278,8233"/>
        </emma:interpretation>
      </emma:emma>
    </inkml:annotationXML>
    <inkml:traceGroup>
      <inkml:annotationXML>
        <emma:emma xmlns:emma="http://www.w3.org/2003/04/emma" version="1.0">
          <emma:interpretation id="{A5467C81-A745-4E4C-AA3A-376DAB1B844E}" emma:medium="tactile" emma:mode="ink">
            <msink:context xmlns:msink="http://schemas.microsoft.com/ink/2010/main" type="paragraph" rotatedBoundingBox="18490,9256 7459,11544 7247,10520 18278,823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EA849E40-BDDA-4C23-B94F-5298FA10E22C}" emma:medium="tactile" emma:mode="ink">
              <msink:context xmlns:msink="http://schemas.microsoft.com/ink/2010/main" type="line" rotatedBoundingBox="18490,9256 7459,11544 7247,10520 18278,8233"/>
            </emma:interpretation>
          </emma:emma>
        </inkml:annotationXML>
        <inkml:traceGroup>
          <inkml:annotationXML>
            <emma:emma xmlns:emma="http://www.w3.org/2003/04/emma" version="1.0">
              <emma:interpretation id="{C876E354-D271-46A1-96F6-B0DAEE95DEA8}" emma:medium="tactile" emma:mode="ink">
                <msink:context xmlns:msink="http://schemas.microsoft.com/ink/2010/main" type="inkWord" rotatedBoundingBox="18481,9214 16964,9529 16769,8592 18287,8277"/>
              </emma:interpretation>
            </emma:emma>
          </inkml:annotationXML>
          <inkml:trace contextRef="#ctx0" brushRef="#br0">3599 1078 13647 0,'0'0'592'0,"0"0"144"0,0 0-592 0,0 0-144 0,0 0 0 0,0 0 0 16,0 0 1184-16,0 0 208 0,0 0 32 0,0 0 16 0,0 0-448 0,0 0-96 15,0 0 0-15,0 0-16 0,0 0-272 0,0 0-48 16,0 0-16-16,0 0 0 0,0 0-544 0,0 0 0 0,0 0 0 0,0 0 0 31,0 0 0-31,0 0 0 0,0 0 0 0,0 17 0 0,0-17 1008 0,3 17 80 16,2-2 32-16,0 2 0 0,0 0-656 0,0-1-128 0,-1 1-16 0,-1 3-16 16,2 2-64-16,-2 3-16 0,3-1 0 0,-3 8 0 31,-3 3-96-31,0 4-128 0,0 0 176 0,-2-2-176 15,1-5 960-15,-1-4 64 0,0-1 32 0,-1-3 0 16,-1-1-1632-16,1-2-336 0,0-1-64 0,3-3-16 0,-4-1 800 16,4 0 192-16,0-1 0 0,2 0 0 0,0-2 0 0,-2-13 0 0,8 15 0 0,1-1 0 15,1-2 0-15,-2 1 0 0,4-1 0 0,0 0 0 16,-12-12 0-16,15 15 0 0,0-3 0 0,-2 1-144 16,-3 1-112-16,-10-14 0 15,11 15-16-15,-11-15 0 16,1 18-1744-16,1-1-352 0,0 1-64 15</inkml:trace>
          <inkml:trace contextRef="#ctx0" brushRef="#br0" timeOffset="1198.0719">3533 1065 6447 0,'0'0'576'0,"0"0"-576"16,0 0 0-16,0 0 0 0,0 0 2704 0,0 0 432 15,0 0 96-15,0 0 16 0,0 0-1840 0,0 0-352 16,0 0-80-16,0 0-16 0,0 0-624 0,0 0-128 15,0 0-16-15,0 0-16 0,0 0-176 0,7-12 0 16,-7 12 0-16,0 0-176 0,0 0 176 0,0 0 0 16,10-10 0-16,-10 10 0 0,12-5 0 0,-12 5 128 0,13-7 0 0,1 4 0 15,1 3 448-15,0 1 112 0,2-2 16 0,1 1 0 0,4 0-80 0,5 0-16 16,2-2 0-16,4 2 0 16,6 0-160-16,5-2-16 0,5-1-16 0,-6 1 0 15,-2 1-96-15,-4-3-32 0,-2-1 0 0,0-2 0 0,-3 1 736 0,0 1 160 16,-3-2 32-16,1 2 0 15,2 1-832-15,4 1-176 0,1 0-16 0,3 1-16 0,0 2 0 0,4 0 0 0,3-2 0 16,-1 2 0-16,-1 0-176 0,-8 2 160 0,-7-2-160 0,-3 2 160 31,-2-2-160-31,-4 1 0 0,-4-2 0 0,-2 1 0 16,-4 1 0-16,-11-1 0 0,14 4 0 0,-14-4 0 0,0 0 0 0,0 0 128 0,0 0-128 0,12 3 0 31,-12-3-656-31,0 0-224 16,0 0-32-16,0 0-16 0,0 0 928 0,0 0 0 0,0 0 0 0,0 0 128 15,0 0-128-15,0 0 128 0,0 0-128 0,0 0 128 0,-4 12-128 16,4-12 0-16,0 0 128 0,-6 10-128 0,6-10 0 0,-9 8 128 16,9-8-128-16,-8 7 0 0,8-7 0 0,0 0 0 15,-10 9 0-15,10-9 0 0,0 0 0 0,0 0 0 16,-10 8 0-16,10-8 0 0,0 0 0 0,0 0 0 0,-9 8 0 16,9-8 0-16,0 0 0 0,-8 10 0 15,8-10 0-15,0 0 0 0,0 0 0 0,-4 16 0 16,4-16 0-16,0 0 0 0,0 0 0 0,2 18-128 0,-2-18 128 0,3 19 0 15,-3-19 0-15,4 18 0 16,-1-1 0-16,1 1-128 0,-3-1 128 0,-1-17 0 0,4 21 0 0,-1-1-128 16,-3-20 128-16,5 23 0 15,0 1 0-15,0-1 0 0,0-2 0 0,0 2 0 0,-1 2 0 16,-1 2 0-16,0 0 0 0,1 3 0 0,-1 2 0 0,-1-3 0 0,-1-9 0 16,1 0 0-16,0-1 0 0,-2-1 0 0,0-4 0 0,0-1 0 15,1 1 0-15,-2 1 0 16,1-15 0-16,-4 15 0 0,1-3 0 0,0-2 0 15,-1 0 0-15,4-10 0 0,-5 12 0 0,5-12 128 16,-10 12-128-16,2-2 0 0,1-2 0 0,-3 1 128 16,-2-3-128-16,0 1 0 0,1 0 0 0,-1-2-128 0,0 0-16 0,-3 0 0 15,-5 0 0-15,-2 2 0 0,0-2 144 0,-2-4-160 16,-4 3 160-16,3-1-160 0,4 0 864 0,1-1 192 16,0 2 16-16,0-1 16 0,1-1-784 0,-1-1-144 15,0 4 0-15,1 0 0 0,1-1 0 0,1-3-128 16,2 4 128-16,0 0 0 0,-2-1 0 0,-2-1-128 15,4-3 128-15,0 2 0 0,2 0 0 16,-2-1 0-16,-2 3 0 0,0-1-128 16,0-1-704-16,0 3-128 15,-3 0-16-15,-2 0-16 0,-1 0 1616 0,-3-2 320 0,-4-1 64 0,-4 3 16 16,-4 2-1584 0,-4-1-304-16,-4-2-64 0,4-1-16 0,3 2 1408 0,4 2 288 0,1 0 48 0,4-1 16 15,2 1-1584-15,2 2-320 0,3 1-64 16,1-2-16-16,3-1 784 0,3 0 176 0,2 1 16 0,1-1 16 0,-1-2 1712 0,2 1 352 15,1 1 64-15,-1-2 16 0,12-5-3232 0,-12 5-640 16,12-5-128 0,-12 9-16-16,2-3 1472 0,10-6 320 0,0 0 48 0,0 0 16 0,-8 9-304 0,8-9-48 15,0 0-16-15,0 0 0 16,0 0-496-16,0 0-96 0,0 0-32 0</inkml:trace>
        </inkml:traceGroup>
        <inkml:traceGroup>
          <inkml:annotationXML>
            <emma:emma xmlns:emma="http://www.w3.org/2003/04/emma" version="1.0">
              <emma:interpretation id="{703040CB-3D26-4961-9FC1-CE2097E6368C}" emma:medium="tactile" emma:mode="ink">
                <msink:context xmlns:msink="http://schemas.microsoft.com/ink/2010/main" type="inkWord" rotatedBoundingBox="13662,10257 12168,10567 11956,9543 13450,9234"/>
              </emma:interpretation>
            </emma:emma>
          </inkml:annotationXML>
          <inkml:trace contextRef="#ctx0" brushRef="#br0" timeOffset="-24080.6921">-843 2020 7935 0,'0'0'352'0,"0"0"80"0,0 0-432 0,0 0 0 16,-3-8 0-16,3 8 0 0,0 0 640 0,0 0 32 15,-12-9 16-15,12 9 0 0,-12-6-832 0,0 1-176 0,12 5-16 0,-13-4-16 16,13 4-496-16,-12-3-112 0,12 3 0 0,-15-3-16 31,0 1 400-31,1 0 64 0,1 1 32 0,13 1 0 0,-12 3 608 0,0 0 112 0,-3-4 16 0,15 1 16 16,0 0 704-16,0 0 144 0,-17 0 32 0,17 0 0 0,-10-4-128 0,10 4-32 16,0 0 0-16,0 0 0 0,-12-3-432 0,12 3-96 15,0 0-16-15,0 0 0 0,0 0-640 0,0 0-128 16,0 0-16-16,0 0-16 31,-11-2-560-31,11 2-112 0,-11-3-32 0,11 3 0 16,-11 3-288-16,11-3-64 0,-12-1-16 0,12 1 0 0,0 0 1088 0,0 0 336 0,-14 3-176 0,4 0 176 15,10-3 1056-15,0 0 288 0,-11 5 64 0,11-5 16 0,0 0-320 0,0 0-64 16,-12 2-16-16,12-2 0 0,0 0-688 0,-10 0-144 16,10 0-16-16,0 0-16 0,0 0-384 0,0 0-80 15,0 0-16-15,0 0 0 16,0 0-128-16,0 0-16 0,0 0-16 0,0 0 0 0,0 0 480 0,0 0 0 0,0 0 0 0,0 0 0 15,0 0 720-15,0 0 48 16,0 0 0-16,0 0 0 0,0-8 384 0,0 8 96 16,0 0 16-16,0 0 0 0,0 0-112 0,0 0 0 0,-2-9-16 0,2 9 0 15,0 0-208-15,0 0-32 0,0 0-16 0,0 0 0 16,0 0-464-16,0 0-96 16,0 0 0-16,0 0-16 0,14-7-304 0,-14 7 0 0,11-3 0 0,-11 3 0 15,0 0 0-15,0 0 0 16,0 0 0-16,14 3-144 0,-14-3 144 0,0 0 0 0,0 0 0 0,0 0 0 0,0 0 0 0,0 0 0 15,0 0 0-15,0 0 0 0,0 0 304 0,3 16-16 0,-3-16 0 0,0 0 0 32,0 0 32-32,0 0 0 0,0 0 0 0,2 15 0 0,-2-2-144 0,0-13-32 15,0 0 0-15,0 0 0 16,0 0 48-16,0 0 0 0,0 0 0 0,0 0 0 16,7 14 96-16,-7-14 32 0,0 0 0 0,5 13 0 15,-5-13 96-15,3 15 32 0,-3-15 0 0,0 0 0 16,5 15-112-16,2-3-16 0,1-2 0 0,-3 4 0 15,-3 1-144-15,0 0-48 0,1-2 0 0,-3-13 0 16,-2 14-128-16,2-1 0 0,0 1 144 0,0-1-144 0,-1 1 0 0,1 1 0 16,0-2 0-16,0 1 0 0,-4-1 0 0,4-13 0 15,2 14 0-15,1-2 0 0,-3-12 0 0,4 13 0 16,1-1 0-16,-2 1 128 16,-1-1-128-16,-2-2 0 0,0-10 128 0,3 14-128 0,2-3 128 15,0-1-128-15,-5-10 128 0,2 14-128 0,-2-2 144 0,0-12-144 16,7 15 192-16,-2-2-192 0,-5-13 224 0,6 14-64 0,-6-14-16 0,9 15 0 15,-3-2 112 1,3 1 0-16,1-2 16 0,2 1 0 0,1 2 32 0,2-1 0 0,2-3 0 0,0 3 0 16,-2-1-80-16,-1 1-16 15,-4-2 0-15,-2 1 0 0,2 0-208 0,0 1 144 0,-3-1-144 0,0 3 128 16,-7-16-128-16,3 21 0 0,-5 3 0 0,1 0 0 0,-3-4-128 0,-1 0-16 31,-3 0 0-31,1-1 0 0,0-1-16 0,-1-1 0 0,-5 0 0 0,-1-4 0 16,1-4 160-16,1 1 0 0,0 2 0 0,4-2 0 0,8-10-160 15,0 0 160-15,0 0-192 0,0 0 192 16,0 0-528-16,0 0 0 0,0 0 0 0,0 0-10080 16,0 0-2000-16</inkml:trace>
          <inkml:trace contextRef="#ctx0" brushRef="#br0" timeOffset="-22649.3731">-1102 2024 911 0,'0'0'0'0,"0"0"0"0,0 0 0 0,0 0 0 0,-4-14 3600 0,3 4 640 16,1 10 128-16,0 0 32 0,0 0-2768 0,0 0-544 15,-2-13-128-15,2 13 0 0,0 0-224 0,0 0-32 0,5-12-16 0,-5 12 0 16,0 0 16-16,0 0 16 16,0 0 0-16,0 0 0 0,0 0-64 0,0 0-16 0,10-9 0 0,5 3 0 15,2 1-144-15,2 0-48 0,-1 1 0 0,4 1 0 16,3 0-192-16,2-1-64 0,0 2 0 0,-2 1 0 31,-1-4-32-31,1 1-16 0,2 1 0 0,-2-2 0 0,1 0 800 0,0 0 144 16,0 0 48-16,-1 0 0 0,-1 0-816 0,-1 0-176 15,-1 0-16-15,5 0-128 0,1 1 192 0,4 1-192 16,0 1 192-16,4 1-192 16,2-3-576-16,3 2-208 0,-1 1-48 0,-1 1-16 0,-2-2 848 15,0 2 0-15,-5 0 128 0,-5 0 0 0,-7 0-128 0,-1 0 192 16,-3-2-192-16,1 2 192 0,-3 0-192 0,-1 0 0 0,-13 0 144 0,0 0-144 16,14-1 0-16,-14 1 0 0,0 0 0 0,0 0 128 0,0 0-128 15,0 0 0-15,0 0 128 16,0 0-128-16,0 0 128 0,0 0-128 0,0 0 128 0,0 0-128 15,0 0 224-15,0 0-32 0,0 0 0 0,0 0 0 0,0 0-192 0,0 0 0 16,0 0 128-16,0 0-128 16,-12 5 0-16,12-5 0 0,0 0 0 0,0 0 0 0,-9 8-128 0,9-8 128 15,0 0 0-15,0 0 0 0,0 0 0 0,0 0 0 16,-6 14 0-16,6-14 0 0,0 0 0 0,0 0 0 16,0 13 0-16,0-13 0 0,0 0 0 0,0 0 128 0,1 17-128 0,-1-17 0 31,2 13 0-31,-2-13 0 0,5 17 0 0,-2-3 0 15,-3-14 0-15,4 15 0 0,-4-15 0 0,1 18 0 0,1 1 0 0,0 3 0 0,0 1 128 0,1 1-128 32,-1 3 0-32,-1-2 0 0,1 2 0 0,0-2 0 15,-1-1 144-15,3-4-16 0,-1 2 0 0,2-4 0 0,-2-3 0 0,1 2 0 16,-1-2 0-16,2 1 0 0,-1-3 0 0,2 0-128 16,-1-1 192-16,-1 0-64 0,-1-2-128 0,0 2 0 0,-3-12 0 0,4 15 128 0,-3-3-128 15,1 1 0 1,0 1 0-16,-2-14 0 0,0 0 0 0,2 17 0 15,-2-17 0-15,0 18 0 0,0-1 160 0,0 0-160 16,0-4 192-16,0 2-192 0,0-15 0 0,0 17 0 16,0 0 0-16,1-2 0 0,-1-15 0 0,2 17 0 15,-2-2 0-15,0-15 0 0,0 15 0 0,0-15 0 0,0 17 0 0,0-2 0 16,0-15 0-16,0 15-176 0,0-15 176 0,0 15-208 16,0-1 208-16,0-14 0 15,0 0-160-15,-2 15 160 0,1 0 0 0,1-15-176 16,0 0 176-16,0 0-128 0,0 0 128 0,0 0 0 15,-4 14-144-15,4-14 144 0,0 0 0 0,0 0 0 0,0 0 0 0,0 0 0 16,0 0 0-16,0 0 0 0,0 0 0 0,0 0 0 0,0 0 0 0,0 0 0 31,-7 10 0-31,7-10 0 0,0 0 0 0,0 0 0 0,0 0 0 0,0 0 0 0,0 0 0 0,0 0 0 16,0 0 0-16,-11 3 0 16,11-3-176-16,0 0 48 0,-12 0 0 0,12 0 0 15,-14 2-96-15,3-1-16 0,11-1 0 0,-15 0 0 0,-1 0 112 16,3 2 128-16,-1 2-208 15,1-1 80-15,0 0 128 0,-4 1-128 0,-2 1 128 0,-3 3-128 16,-1 2 128-16,-2-1-160 0,-2-4 160 0,-4 1-160 0,-2 4 160 0,1-1 0 16,1-4-144-16,1 2 144 0,-2-2 0 0,5 1-144 15,2-1 144-15,0 2 0 0,1 0-144 0,1-2 144 16,1 0 0-16,2 0-144 0,3 2 848 0,-3-2 192 16,-4 2 16-16,2-2 16 15,-1-2-1664-15,-1 0-336 16,0 2-64-16,-1 0-16 0,-3 1 768 0,-3-3 128 0,-1-1 48 0,-3-1 0 0,-5-1 32 0,-1 2 16 15,6-4 0-15,3 2 0 0,5-1 160 0,2-1 0 16,0-3 0-16,1 3 0 0,4 0 720 0,1 1 240 16,3-3 32-16,-28-1 16 31,15 2-1712-31,16 1-320 0,1 6-80 0,2-1-16 0,-2-1-656 0,12-2-128 0,-13 5-16 0,1 0-5776 16,0-2-1152-16</inkml:trace>
        </inkml:traceGroup>
        <inkml:traceGroup>
          <inkml:annotationXML>
            <emma:emma xmlns:emma="http://www.w3.org/2003/04/emma" version="1.0">
              <emma:interpretation id="{63B5E526-9E0E-4132-BCC9-FAB02D9E7FC1}" emma:medium="tactile" emma:mode="ink">
                <msink:context xmlns:msink="http://schemas.microsoft.com/ink/2010/main" type="inkWord" rotatedBoundingBox="8733,11258 7455,11523 7271,10639 8550,10374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 timeOffset="-11139.536">-6003 3132 3679 0,'0'0'320'0,"0"0"-320"0,0 0 0 0,0 0 0 0,0 0 0 0,0 0 0 15,0 0 0-15,0 0 0 0,-11-1 3312 0,11 1 592 16,-11-4 112-16,11 4 16 0,-14-1-2976 0,2-3-608 16,1 3-112-16,11 1-16 0,-12-2-176 0,0 0-16 0,2 1-128 0,10 1 192 31,-12 0 128-31,12 0 32 0,0 0 0 0,-12 3 0 0,12-3 112 16,-11 3 32-16,11-3 0 0,0 0 0 0,0 0-16 0,0 0 0 0,0 0 0 0,0 0 0 15,0 0-480-15,0 0 0 0,0 0 0 0,0 0 0 16,0 0 0-16,-4 14 0 15,4-14 0-15,-1 20 0 16,1-20 0-16,0 15 0 0,0-15 0 0,1 20 0 16,3-3 448-16,-4 0-16 0,0 0 0 0,0 1 0 15,0 1-256-15,0-1-48 0,0-1-128 0,-2 7 192 16,2 3 48-16,-2 0 0 0,1-1 0 0,1 3 0 0,1 3 16 16,3-3 0-16,1-6 0 0,-4-1 0 15,1-2 0-15,1-3 16 0,4-2 0 0,0 0 0 16,1 2 16-16,2-2 0 0,6-3 0 0,-1 0 0 15,-2 3 736-15,2-3 128 0,0-2 48 0,1 0 0 16,0 0-1712-16,0 0-320 0,-1-1-80 16,-2-1-16-16,-3 2 784 0,-10-10 144 0,5 14 0 0,-5-14 0 0,4 13 0 0,-4 1 0 15,0-14 0-15,-7 15 0 0,-1-2-336 0,-4 1-48 0,-2-1-16 0,-4 1 0 16,4-3 400-16,14-11 0 0,-8 12 0 0,1-2 0 16,7-10-1872-16,0 0-304 0,0 0-48 0,-8 4-5280 31,-1-4-1072-31</inkml:trace>
          <inkml:trace contextRef="#ctx0" brushRef="#br0" timeOffset="-10281.5181">-6210 3240 11807 0,'0'0'512'0,"0"0"128"0,0 0-512 0,0 0-128 0,0 0 0 0,0 0 0 15,0 0 1360-15,0 0 256 0,-9-7 48 0,9 7 16 0,0 0-848 0,0 0-192 32,-7-8-16-32,7 8-16 0,-6-8-368 0,6 8-80 15,0 0-16-15,0 0 0 0,0 0-144 0,-9-9 0 16,9 9-160-16,0 0 160 0,0 0-304 0,0 0 48 16,0 0 0-16,0 0 0 0,0 0 48 0,0 0 16 0,0 0 0 0,0 0 0 0,0 0 192 0,0 0 0 31,0 0 0-31,7-12 0 0,-7 12 192 0,10-8 0 15,-10 8-16-15,15-7 0 0,0 4 80 0,2-2 0 0,0 0 16 0,3 0 0 16,2 0 48-16,3 0 16 0,4 0 0 0,8 0 0 16,5 0 96-16,5 1 16 0,2 1 0 0,18-2 0 0,-15-4-448 0,-21 8 0 15,-3-4 0-15,3 0 0 16,-3-1 1248-16,1 0 160 16,-2-3 48-16,0 3 0 0,-2 1-752 0,2 0-160 0,0-1-32 0,3 1 0 0,2 0-224 0,3 2-48 0,1 0-16 0,4-1 0 31,5 1-96-31,1 0-128 0,1-1 176 0,-8 3-176 0,-7-1 160 0,-5 0-160 15,-4 2 128-15,-3 2-128 0,-3-4 272 0,-3 2-16 16,-14 0-16-16,11 0 0 16,-11 0-96-16,0 0-16 0,0 0 0 0,0 0 0 15,0 0 32-15,12 5 0 0,-12-5 0 0,0 0 0 16,0 0-16-16,0 0 0 0,0 0 0 0,0 0 0 16,0 0-16-16,0 0-128 0,-5 9 192 0,5-9-64 15,0 0-128-15,0 0 160 0,-7 8-160 0,7-8 160 16,0 0-160-16,-8 7 0 0,8-7 0 0,0 0 0 15,-8 6 0-15,8-6 0 0,0 0 0 0,0 0 0 0,0 0 0 0,0 0 0 0,0 0 0 16,-7 11 0-16,7-11 0 0,0 0 0 0,0 0 0 0,0 0 0 16,-5 10 0-16,5-10 0 15,0 0 0-15,-2 11 0 0,2-11-144 0,0 0 144 16,0 0 0-16,0 16 0 0,0-16 0 0,3 13-128 16,-3-13 128-16,0 0 0 0,7 15 0 0,-7-15 0 15,5 15 0-15,-5-15 0 0,7 17 0 0,-4-2 0 16,-3-15 0-16,5 19 0 0,0-1 0 0,1-1 0 0,-1 2 0 0,0-1 0 15,0 2 0-15,-2 2 0 0,4 3 0 0,-1 6 0 0,0 2-128 0,-1 3 128 16,0-4 0-16,-2-4 0 0,0 1 0 0,1-2 0 16,-1-2 0-16,0-3 0 0,-1-4 0 0,0-1 0 15,1-2 0-15,-1 2 0 32,-2-3-1232-32,0 1-144 0,-2-2-32 0,0 2-7888 0,1 2-1584 15</inkml:trace>
          <inkml:trace contextRef="#ctx0" brushRef="#br0" timeOffset="-9595.7436">-6096 3980 2751 0,'0'0'256'0,"0"0"-256"0,10-8 0 0,-10 8 0 15,10-10 2368-15,2 3 416 0,-2 0 96 0,0 1 0 0,-10 6-1952 0,12-5-400 16,-12 5-80-16,12-5 0 0,0 0-64 0,-12 5-16 16,0 0 0-16,13-7 0 15,-1 0-96-15,-12 7-16 0,15-3 0 0,-15 3 0 16,15-5 272-16,0 1 48 0,-15 4 16 0,15-3 0 15,0 3 80-15,-1-2 16 0,-2-1 0 0,-12 3 0 16,0 0-192-16,0 0-48 0,13-2 0 0,-13 2 0 16,0 0-48-16,15 0-16 0,0 2 0 0,-15-2 0 0,0 0-224 0,12 0-160 15,2 0 192-15,-4 0-192 16,-10 0 256-16,13 2-48 0,1-1-16 0,3-1 0 0,-17 0-192 0,16-1 0 16,-2 1 0-16,1 0 0 15,3-4 480-15,-1 1 48 0,0 0 16 0,0-1 0 16,1 1-320-16,1-1-64 0,1-1-16 0,0-1 0 15,1-1-144-15,2 0 128 0,-1 0-128 0,3 2 128 16,0 0 112-16,7 0 16 0,4 0 0 0,1 2 0 0,3 0 128 0,2 3 48 0,4 0 0 0,-4 1 0 0,-5-2 16 0,-2-1 0 31,-3 2 0-31,-5-2 0 0,-4 1-64 0,-4-1-16 0,-2-2 0 0,0 1 0 16,-2 0-112-16,2-1 0 0,-4-1-16 0,1 2 0 16,-1-2-240-16,0 0 144 0,1-2-144 0,-1 0 128 15,-1 1-128-15,0 1 0 16,0 1 0-16,-12 4 0 15,11-3-224-15,-11 3-80 0,0 0-16 0,0 0 0 0,0 0-2256 16,0 0-464-16</inkml:trace>
        </inkml:traceGroup>
      </inkml:traceGroup>
    </inkml:traceGroup>
  </inkml:traceGroup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7T17:34:13.407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1CE79414-BCE0-41A6-BE6D-E124C2CBFCBE}" emma:medium="tactile" emma:mode="ink">
          <msink:context xmlns:msink="http://schemas.microsoft.com/ink/2010/main" type="writingRegion" rotatedBoundingBox="24465,11343 22327,13023 21452,11910 23590,10230"/>
        </emma:interpretation>
      </emma:emma>
    </inkml:annotationXML>
    <inkml:traceGroup>
      <inkml:annotationXML>
        <emma:emma xmlns:emma="http://www.w3.org/2003/04/emma" version="1.0">
          <emma:interpretation id="{DDD6423A-2266-423C-8C9D-9CD814072D07}" emma:medium="tactile" emma:mode="ink">
            <msink:context xmlns:msink="http://schemas.microsoft.com/ink/2010/main" type="paragraph" rotatedBoundingBox="24465,11343 22327,13023 21452,11910 23590,1023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20DC18C-8CE7-43B7-905E-E5104F7B917D}" emma:medium="tactile" emma:mode="ink">
              <msink:context xmlns:msink="http://schemas.microsoft.com/ink/2010/main" type="line" rotatedBoundingBox="24465,11343 22327,13023 21452,11910 23590,10230"/>
            </emma:interpretation>
          </emma:emma>
        </inkml:annotationXML>
        <inkml:traceGroup>
          <inkml:annotationXML>
            <emma:emma xmlns:emma="http://www.w3.org/2003/04/emma" version="1.0">
              <emma:interpretation id="{6F3DB17A-4876-4D12-8EBA-82BDF1F99FBB}" emma:medium="tactile" emma:mode="ink">
                <msink:context xmlns:msink="http://schemas.microsoft.com/ink/2010/main" type="inkWord" rotatedBoundingBox="24465,11343 22327,13023 21452,11910 23590,10230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10418 3208 12895 0,'0'0'1152'0,"0"0"-928"16,0 0-224-16,0 0 0 0,0 0 0 0,0 0 0 15,-12-3 0-15,12 3 0 16,-10-5 3984-16,10 5 752 0,-10-7 160 0,10 7 32 0,0 0-3024 0,-10-7-608 15,10 7-112-15,-12-5-32 0,12 5-976 0,-12-3-176 0,12 3 0 0,-11 0-160 32,11 0-752-17,-14 5-160-15,1 2-16 0,-1 3-16 0,3 3 848 0,-5 4 256 0,0 3-128 0,-5 7 128 16,0 7 0-16,-5 8-176 0,-2 5 176 0,-3 2-128 0,3 3 128 0,3-7 128 16,1-3-128-16,0-6 176 0,1-3-48 0,1-6 0 15,2 0 0-15,1-5 0 0,2-2-128 0,2-1 0 0,-1-2 0 0,0-2 0 16,3-2 0-16,-1-3-144 15,1-1 0-15,-4 3 0 0,4-2 144 16,13-10 0-16,0 0 0 0,-12 5-13520 0</inkml:trace>
          <inkml:trace contextRef="#ctx0" brushRef="#br0" timeOffset="383.2666">9834 3311 8287 0,'0'0'736'0,"0"0"-592"0,0 0-144 0,0 0 0 0,0 0 1840 0,0 0 336 15,0 0 64-15,0 0 0 16,0 0-1568-16,-6-7-320 0,6 7-64 0,0 0-16 15,0 0-272-15,0 0 0 0,-7-12 128 0,7 12-128 0,0 0 256 0,0 0-16 0,0 0 0 0,0 0 0 16,0 0 752-16,0 0 160 16,0 0 16-16,10-10 16 0,-10 10-32 0,13-5 0 15,1 2 0-15,-1 3 0 16,-13 0-368-16,17 5-80 0,0 2 0 0,0 1-16 16,0 2 512-16,1 5 96 0,1 4 32 0,-1 4 0 15,1 4-1776-15,2 3-368 0,3 6-64 0,0-1-16 0,-1 2 896 0,2-5 0 16,2-2 0-16,0-3 0 0,2-1 0 0,-1-5 128 15,-1-2-128-15,0-1 128 0,0-4-128 0,-2-1 192 0,-1-3-192 0,-2-1 192 0,-2-1-448 16,0 1-64-16,-1-6-32 0</inkml:trace>
          <inkml:trace contextRef="#ctx0" brushRef="#br0" timeOffset="13408.4054">8367 4268 16863 0,'0'0'752'0,"0"0"144"0,0 0-704 0,0 0-192 0,0 0 0 0,0 0 0 16,0 0 1264-16,0 0 208 0,0 0 64 0,0 0 0 0,3-10-512 0,-3 10-80 0,4-10-32 0,-4 10 0 16,0 0-208-16,0 0-64 0,0 0 0 0,0 0 0 15,0 0 800-15,0 0 160 16,0 0 16-16,0 0 16 0,0 0-944 0,5 17-192 15,-2-2-48-15,1 0 0 32,-1 0-960-32,2 2-192 0,0 0-32 0,0 1-16 0,-2 1 752 0,3-1 256 0,-1-1 0 0,1 2 0 0,3-1 0 0,1-1 0 15,-2-2 0-15,2 0 0 16,0 6 16-16,2 0 0 0,-2 1 0 0,0 2 0 16,0-2-32-16,-1 1-16 0,-2 1 0 0,-1-1 0 0,-2 3-96 0,-1 1 0 15,-3 1-128-15,0 2 192 0,-3 1-192 0,-1-3 0 16,-1-1 0-16,0-2 0 15,2-1 0-15,-2-4 0 0,0-5-192 0,1 1 192 0,3-3-224 16,-1 0 64-16,2-13 16 0,0 0 0 0,0 0-208 0,0 0-32 0,0 0-16 0,0 0 0 0,0 0 400 0,0 0 0 31,0 0 0-31,15-1-10176 0,0-6-2160 0</inkml:trace>
          <inkml:trace contextRef="#ctx0" brushRef="#br0" timeOffset="14350.9468">8387 4053 16175 0,'0'0'704'0,"0"0"176"0,0 0-704 0,0 0-176 0,0 0 0 0,12-9 0 15,-5-2 1792-15,-7 11 336 0,0 0 64 0,0 0 16 0,0 0-672 0,13-4-128 16,-13 4-16-16,14-3-16 0,-14 3 176 0,0 0 48 0,17 0 0 0,-4 2 0 16,-13-2-1152-16,15 0-208 0,-1 0-48 0,1 3-16 31,5 2-944-31,-2-2-176 0,-1-1-32 0,5 1-16 0,5 1 800 0,7-1 192 15,1-3 0-15,5 0 0 0,1 0 0 0,-2-3 0 16,-4-1 0-16,-2 4-144 0,-1-1 928 0,-3-1 192 16,-2 0 48-16,-2-1 0 0,2-2-800 0,-3 2-224 15,-4-1 0-15,2 3 128 0,0-5-928 0,-2 3-176 0,-2 0-48 16,3 1 0-16,-1 0 880 0,0 1 144 0,0 1 0 0,-1 0 128 16,-1-2 48-16,-1 2 16 15,0-2 0-15,1 2 0 0,-1 0-64 0,-2 0 0 0,-1-1 0 0,1-1 0 0,0 2-128 0,-2 2 0 31,1-1 0-31,-14-1 0 0,13 2 0 0,-13-2 0 0,10 5 0 0,-10-5 0 0,16 2 128 16,-16-2-128 0,0 0 0-16,0 0 128 0,0 0 96 0,0 0 16 0,1 13 0 15,-1-13 0-15,0 0 16 0,-6 15 16 0,-1 0 0 0,-2 1 0 16,-4-1-112-16,5 0-32 0,1-3 0 0,-2 1 0 0,1 2-128 0,1 2 160 16,4 3-160-16,3-1 160 15,3-4-160-15,4 2 0 0,-2-2 0 0,2 2 0 0,3-4 0 0,2-1 0 16,-1 0 0-16,5 1 0 0,-3-1-160 0,0 0 160 15,3 0 0-15,0 1-144 0,0-1 144 0,-1 0 0 0,-2-1 0 16,1 1 0 0,-4-2 0-16,-10-10 0 0,10 14 0 0,0-3 0 0,-2 1 0 15,1 0 0-15,-3 0 0 0,1 0 0 0,-7-12 0 0,9 15 0 16,-9-15 0-16,10 17 0 0,0-2 0 0,-3 0 0 16,-7-15 0-16,8 17 0 0,0-1 0 0,-1 1 0 0,-7-17 0 0,9 21 0 31,-3-5 0-31,-1-1 0 0,-5-15 0 0,5 19 0 15,-1-2 0-15,-4-17 0 0,3 18 0 0,-1-1 128 0,-2-17-128 0,0 15 0 0,0-15 0 0,0 0 0 32,-2 17 144-32,-1-2-144 0,-2-1 192 0,5-14-192 0,-5 13 192 0,5-13-64 15,-9 12 0-15,1-2-128 0,1 0 128 0,-1-1-128 0,1 2 0 0,-3-2 0 16,-2-3 0-16,0-2 128 16,12-4-128-16,-15 5 0 0,-2 0 128 0,0-2-128 15,1 2 0-15,-6-1 0 0,-3-3 0 0,-6-1 0 16,-4 0 0-16,-4 0 0 0,-1 2 0 0,-2-2 0 15,3 0-208-15,2 3 80 0,0 2 128 0,3 1-160 16,1-1 160-16,1 1-160 0,0 1 160 0,0 1 0 0,-3-2 0 0,-3 0-128 16,-2 1 128-16,-9 0 0 0,-10-4 0 0,-1 2 0 15,-4 0-160-15,7-1 160 16,5-3-192-16,6 3 192 0,6-3-336 0,6 1 32 16,4-4 16-16,6 1 0 0,6-1-96 0,3 0 0 0,1 1-16 0,14 1 0 31,-15-7-320-31,3 0-64 0,12 7-16 0,-10-7 0 15,2-1-1696-15,8 8-320 0,-7-12-80 0</inkml:trace>
        </inkml:traceGroup>
      </inkml:traceGroup>
    </inkml:traceGroup>
  </inkml:traceGroup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7T17:35:25.244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7E68C6BA-12F2-4D2C-A357-B68EF2F330B5}" emma:medium="tactile" emma:mode="ink">
          <msink:context xmlns:msink="http://schemas.microsoft.com/ink/2010/main" type="writingRegion" rotatedBoundingBox="9810,13111 28147,13114 28146,16682 9809,16679"/>
        </emma:interpretation>
      </emma:emma>
    </inkml:annotationXML>
    <inkml:traceGroup>
      <inkml:annotationXML>
        <emma:emma xmlns:emma="http://www.w3.org/2003/04/emma" version="1.0">
          <emma:interpretation id="{EA060702-8608-4596-BDB8-0DA7D3F4235B}" emma:medium="tactile" emma:mode="ink">
            <msink:context xmlns:msink="http://schemas.microsoft.com/ink/2010/main" type="paragraph" rotatedBoundingBox="9810,13111 28147,13114 28146,15064 9809,1506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15D6314-E415-4E24-889E-B6DAC71E646C}" emma:medium="tactile" emma:mode="ink">
              <msink:context xmlns:msink="http://schemas.microsoft.com/ink/2010/main" type="line" rotatedBoundingBox="9810,13111 28147,13114 28146,15064 9809,15061"/>
            </emma:interpretation>
          </emma:emma>
        </inkml:annotationXML>
        <inkml:traceGroup>
          <inkml:annotationXML>
            <emma:emma xmlns:emma="http://www.w3.org/2003/04/emma" version="1.0">
              <emma:interpretation id="{DA693273-6A60-4A19-A76E-EF605D1F356F}" emma:medium="tactile" emma:mode="ink">
                <msink:context xmlns:msink="http://schemas.microsoft.com/ink/2010/main" type="inkWord" rotatedBoundingBox="9810,13329 14017,13330 14016,14834 9809,14833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-3730 6607 16527 0,'0'0'352'0,"0"0"80"0,0 0 16 0,11-2 32 0,3 1-480 0,1-5 0 15,2 0 0-15,1-1 0 0,4 0 1120 0,-2-1 128 16,1-1 32-16,9-2 0 0,-3 4-1024 0,-9 2-256 0,3 0 0 0,0-2 0 0,0 0 1840 0,1 2 320 31,1 0 64-31,2 2 16 0,1 0-1120 0,1 1-224 0,-1 2-32 0,3 0-16 16,3 0-400-16,3 0-64 16,2 0-32-16,-1 2 0 0,-6-1-352 0,0 3 0 15,1-4 0-15,-4 0 128 16,-7-2-1520-16,-2 0-288 0,1-1-64 0</inkml:trace>
          <inkml:trace contextRef="#ctx0" brushRef="#br0" timeOffset="896.6136">-2379 6546 9839 0,'-12'2'208'0,"12"-2"48"0,-12 0 16 0,12 0 16 0,0 0-288 0,0 0 0 15,-11-3 0-15,11 3 0 0,0 0 832 0,0 0 96 16,0 0 32-16,0 0 0 0,0 0-256 0,0 0-32 0,8-9-16 0,-8 9 0 16,0 0 144-16,0 0 32 15,14-7 0-15,-1 2 0 0,-1 0 192 0,1 4 32 0,1-1 16 16,-14 2 0-16,22-5-864 0,-9 5-208 0,1 0 0 0,-1 0 0 16,-13 0 1536-16,15-2 256 0,-1 1 48 0,-1-1 16 15,1 2-64-15,-14 0 0 16,15 0 0-16,0 2 0 15,-2-6-1792-15,1 3-400 0,1 1-64 0,0 0-16 0,-1-2 720 0,1 0 144 16,0-1 16-16,0 1 16 0,-2 0-64 0,3 1-16 0,0-3 0 16,1 3 0-16,0-1-16 0,0 0-16 0,0-1 0 0,1 1 0 15,1-1-48-15,-1 1 0 0,1 1 0 0,1-1 0 16,2 0-96-16,-2 2-32 0,0-1 0 0,2 1 0 0,2-2-128 0,-2 0 0 16,-4 2 0-16,-3 0 128 15,-15 0-128-15,14 0-144 0,-14 0 144 0,0 0-208 16,0 0-544-16,0 0-96 0,0 0-32 0,0 0 0 31,0 0-2384-31,-10-3-496 0</inkml:trace>
          <inkml:trace contextRef="#ctx0" brushRef="#br0" timeOffset="2387.3895">-1179 6040 911 0,'0'0'0'16,"0"0"0"-16,0 0 0 0,0 0 0 0,0 0 1344 0,0 0 192 15,0 0 48-15,0 0 0 0,0 0 112 0,0 0 32 0,0 0 0 0,0 0 0 16,0 0-240-16,0 0-32 0,0 0-16 0,0 0 0 0,0 0 32 0,0 0 0 16,8 7 0-16,2 1 0 15,2 4-144-15,-2-2-32 0,-1 0 0 0,3-2 0 0,3 3 480 0,0 9 80 16,-2 5 32-16,6 0 0 31,4-5-1888-31,1 6-368 0,-4 7-80 0,2-2 0 0,-3-6 688 0,-3 0 144 16,-4-3 16-16,2 0 16 0,-1 1 32 0,1 1 0 0,-3-2 0 0,-1 0 0 15,0-6-192-15,1 3-48 0,-3-2 0 0,4 5 0 16,-4-6-208-16,-1-5 0 0,0 0 0 0,-1 3 0 16,1-2 320-16,0-1 0 0,0 4 16 0,1-3 0 0,-8-12-336 15,10 14 128-15,-10-14-128 0,10 10 0 0,-10-10 0 0,0 0 0 0,10 10 0 0,-10-10 0 16,10 8 0-16,-10-8 128 0,0 0-128 0,0 0 0 0,14-3 144 0,-14 3-144 31,10-12 192-31,-2 0-192 0,-1 1 384 0,-2-3-16 16,-1-1-16-16,1 2 0 0,-2-4-64 0,0 2-16 0,1-6 0 0,-1 3 0 15,0-1-128-15,1 1-16 16,-3-1-128-16,-1 1 192 0,2-2-192 0,1-2 0 0,1 0 0 0,-1-2 0 0,1-3 0 0,-1-3 128 16,0-3-128-16,1-3 0 0,-1-4 0 0,0 3 0 31,-1 7 0-31,3-2 0 0,-1 3 0 0,1 2 0 0,0 2 0 0,0 3 0 15,-2 0 128-15,0 5-128 16,1 0 0-16,-1 2 144 0,0-3-144 0,1 3 0 16,-2-1 0-16,-1 5 128 0,-1 11-128 0,0 0 0 0,5-14 0 15,-5 14 0-15,0 0 0 0,0 0 0 0,0 0 0 0,0 0 0 16,0 0 0-16,0 0 0 0,9-15 0 0,-9 15-176 0,0 0-128 16,0 0-16-16,0 0-16 0,13-8 0 15,-13 8-464-15,0 0-96 0,14 0 0 16,1 1-16-1,-5 1-2560-15,-2 5-512 0</inkml:trace>
          <inkml:trace contextRef="#ctx0" brushRef="#br0" timeOffset="1786.1618">-802 6249 2815 0,'0'0'128'0,"0"0"16"0,-8-6-144 0,-1 0 0 16,1-1 0-16,-1-1 0 0,3-3-128 0</inkml:trace>
          <inkml:trace contextRef="#ctx0" brushRef="#br0" timeOffset="-345.8519">-3597 6429 24703 0,'0'0'1088'0,"0"0"240"0,0 0-1072 0,0 0-256 15,0 0 0-15,0 0 0 0,10 11 1168 0,-10-11 176 16,10 10 48-16,-10-10 0 0,10 9-880 0,-10-9-160 0,0 0-32 0,12 13-16 15,-2-1-304-15,-2 0 0 16,-8-12 0-16,7 17 0 0,-2-2 0 0,0 0 0 16,-5-15 128-16,5 24-128 0,-2 1 448 0,-1 3 16 0,0 3 16 0,0 1 0 0,-2 5 288 0,1 5 48 31,-1 6 16-31,0 3 0 0,0-1-320 0,-1-4-48 16,-1-9-16-16,0-5 0 0,0-7-224 0,1-5-48 15,-3-3-16-15,3-2 0 0,-1-1-160 0,0-3 0 16,2-11 0-16,0 0 0 0,0 0 0 0,0 0 0 0,0 0 0 0,0 0 0 0,0 0 0 0,-8-11-224 15,1-4 48-15,2-2 16 0,-2 0-16 0,2-7 0 16,0-6 0-16,0-7 0 16,-1-12 176-16,-1 2 144 0,0 0-16 0,-1-2-128 15,-1 4 320-15,3 1-64 0,-1 0 0 0,0-13 0 16,2 13-256-16,2 19 0 0,-1-7 0 0,1-3 0 16,1-4 576-16,-1-8 64 15,0-10 16-15,1 0 0 0,4-2-320 0,-1 10-64 0,1 5-16 0,0 9 0 16,1 0-256-16,-1 6 0 0,-2 4 0 0,3 3 0 0,2 5 0 0,0 2 0 15,-2 1-192-15,2-2 192 0,-5 16 0 0,0 0 0 16,6-11 0-16,-6 11 0 16,0 0 0-16,0 0 0 0,0 0 0 0,10-6 0 0,-10 6 0 0,0 0 0 15,0 0 176-15,0 0-48 0,15 3-128 0,-15-3 128 16,0 0-128-16,17 3 128 0,-4 4-128 0,-1 2 0 16,-12-9 0-16,13 13 0 0,-13-13 0 0,17 17 0 0,-2 3 0 0,0-1 0 15,-1-4 0-15,-1 5 0 16,-4 2 0-16,3 3 0 0,-1 2 0 0,3 3 144 15,-1 6-144-15,1 1 160 0,-1 3-32 0,2-3-128 0,2-2 192 0,0-4-64 16,1-3-128-16,1 1 192 0,1-4-192 0,-1 0 192 0,-2-1-192 0,-1-1 128 31,0-2-128-31,-1 2 128 0,0 2-128 0,-3 4 0 0,-4 1 0 0,0 2 0 16,1 2 0-16,-1 3 0 0,-4 5 0 0,2 2 0 16,-1 1-192-16,-1-3 192 0,-6-3-192 0,2-7 192 15,-2-7-272-15,1-3 64 0,-1-7 16 0,0-1 0 31,-1-3-336-31,3-11-64 0,0 0-16 0,0 0 0 0,0 0-1776 16,0 0-368-16,0 0-64 0</inkml:trace>
          <inkml:trace contextRef="#ctx0" brushRef="#br0" timeOffset="4400.8824">438 6694 11967 0,'5'21'1072'0,"-3"-8"-864"0,-2 0-208 0,3 3 0 0,4 2 3840 0,-4 1 736 16,-1-1 144-16,1 2 16 0,3 1-2928 0,-3-3-592 16,-3 1-112-16,2 2-16 15,1 0-624-15,-5-1-112 0,-3-5-32 0,-2 2 0 0,1 0-320 0,-4 1 0 16,-2-3 0-16,-5 4 0 16,-7-2-400-16,-1 1 0 0,-3 1 0 0,-67 43 0 31,40-23-192-31,28-18-48 0,2 3 0 0,3 1 0 15,2 0-1024 1,3-3-224-16,3-3-32 0</inkml:trace>
        </inkml:traceGroup>
        <inkml:traceGroup>
          <inkml:annotationXML>
            <emma:emma xmlns:emma="http://www.w3.org/2003/04/emma" version="1.0">
              <emma:interpretation id="{8FBE752D-7486-4542-8DEE-AE99B5D51865}" emma:medium="tactile" emma:mode="ink">
                <msink:context xmlns:msink="http://schemas.microsoft.com/ink/2010/main" type="inkWord" rotatedBoundingBox="14826,13112 18746,13113 18745,15063 14825,15062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6875.408">1535 6220 16575 0,'0'0'1472'0,"0"0"-1168"16,0 0-304-16,4 13 0 16,-4-13 3584-16,3 14 640 0,1 3 144 0,-1-2 32 0,0-2-2944 0,2 1-592 15,0-1-112-15,0 4-32 0,0-2-464 0,4 0-80 16,-1-1-32-16,1 1 0 0,-3 2-144 0,3 3 0 15,1-2 0-15,0 1 0 0,0 1 256 0,2 0-48 0,-2-1 0 0,0 3 0 16,-1 1 96-16,-1 4 16 0,0 0 0 0,2-2 0 16,2 2-80-16,-3 0-16 0,-4-2 0 0,1 2 0 15,3 0-224-15,-1-3 176 0,1-4-176 0,-1-3 160 16,-8-17-160-16,9 13 0 0,-9-13 0 0,0 0 0 16,0 0 0-16,0 0 0 0,0 0 0 0,3-15 0 15,-6 0-144-15,-3-2-16 0,0-1 0 0,-3-1 0 16,-1 1 160-16,-2-4 0 0,1 2 0 0,-1 1-128 15,-2 1 128-15,1-3 0 0,-2-2 160 0,-9-13-160 0,1 6 0 16,11 15 0-16,-3-5 0 16,0 1 0-16,-1-4 400 0,1-2-16 0,0-2 0 0,0-5 0 0,0-4-160 0,1-1-32 15,3-3-16-15,1-4 0 16,-1-5-176-16,3 4 0 0,0 6 0 0,3 4 128 0,0 5-128 0,-1 3 0 16,1 2 0-16,0-9-176 0,2 7 176 0,1 15 0 15,2 12 0-15,0-22 0 0,0 5 0 0,0 17 0 0,0 0 0 16,10-16 0-16,-10 16 0 0,11-12 0 15,2 3 0-15,6-2 0 0,-3 2 0 0,-1 6 0 16,4 1 0-16,8 2 0 0,-2 0 0 0,-5 4 0 0,6-1 0 0,14 4 0 16,-3-1 0-16,-10-1 0 0,5 2 0 0,15 2 0 15,-7-3 0-15,-16 1 0 0,-4 0 0 0,7 8 0 16,-8 2 0-16,-9-5 0 16,-10-12 0-16,8 18 0 0,-8-18-256 0,5 22 0 15,-3-2-16-15,-5 5 0 0,-3 2 272 0,0-2 0 0,-4 2 0 0,-6 7 0 0,-2 6 0 0,-6-3 0 31,-3-6 0-31,-3-1 0 0,0 0 0 0,0-4 0 16,-1-8 0-16,4 1 0 0,2-3 0 0,2 0-208 0,-1-6 64 0,4 0 16 16,1-2-128-16,4 1 0 0,0-4-16 0,2 0 0 31,1 0-112-31,12-5-32 0,-9 6 0 0,9-6 0 0,0 0 112 0,0 0 32 16,0 0 0-16,0 0 0 0,0 0 64 0,0 0 16 15,0 0 0-15,0 0 0 0,14 2 192 0,1-2 0 0,3 0 0 0,4 0-144 16,4 0 144-16,2 3 0 15,4-1 128-15,5 0-128 0,5 1 0 0,0-1 0 0,-1 1 0 0,-4 1 128 16,-5-1-128-16,-4 2 0 0,-1 0 0 0,-1 0 0 16,-6 2 0-16,0 0 0 0,0-1 0 0,-1 3 0 0,-3-1 0 0,0 1 0 15,-16-9 0-15,16 11 0 0,-2 3 0 0,-1-2 0 0,-3 1 0 0,1 2 128 16,-11-15-128-16,11 20 192 16,-4-3-64-16,0 0 0 0,-2-2 32 0,-2 0 16 15,-3-15 0-15,0 0 0 0,-1 24-48 0,-3-4-128 0,-3-5 192 0,1 0-64 16,-3-1-128-16,-1-1 0 0,-2 2 0 0,1 1 0 15,-1 0 0-15,-3-1-144 0,-4 1 144 16,-1-1-208-16,-4 2 208 0,-1 1 0 16,-5-1 0-16,-9 1 0 0,-8-1 0 0,-7 2 0 15,-5-4 0-15,0-2 0 0,2 1 0 0,5-4 0 0,5-2 0 0,5 2 0 0,6 2 0 0,3 0 0 16,1 0 0-16,3-4 0 16,1 1 0-16,2-4 0 15,3-4 0-15,4-1 0 0,4-3-1280 0,3-2-144 16,12 5-48-16,0 0-12944 0</inkml:trace>
          <inkml:trace contextRef="#ctx0" brushRef="#br0" timeOffset="5835.365">1535 6373 21935 0,'-18'-3'960'0,"18"3"224"0,-15-5-944 0,1 1-240 0,1-2 0 0,1-1 0 15,0 2 752-15,12 5 96 0,-8-9 32 0,1 1 0 16,0-6-752-16,1 6-128 0,6 8 0 0,0 0 0 15,0 0-416-15,0 0 0 0,-5-8 0 0,5 8 0 16,0 0 416-16,0 0 0 0,0 0 0 0,0 0 0 16,0 0 0-16,0 0 0 0,0 0 0 0,16 1 0 0,0 3 1072 0,0-1 288 15,1 0 64-15,0 2 16 0,0 0 448 0,3 2 96 0,2 2 0 0,2-3 16 32,1-2-2000-32,2 2-448 0,1 3-64 0,1-2 0 0,0-4 512 0,1 2 0 15,2 0 128-15,0 0-128 0,-5-2 0 0,-4 3 0 16,-4-3 0-16,-1 4 0 0,-1-4 0 0,-3 0 0 15,-14-3-144-15,11 7 144 0,-11-7-272 0,0 0 32 16,9 7 16-16,-9-7 0 0,0 0 784 0,0 0 144 0,0 0 48 16,0 0 0-16,0 0-752 0,0 0-288 15,0 0 16-15,0 0 0 0,0 0-48 0,0 0 0 16,0 0 0-16,2 22 0 31,-2-22-960-31,0 13-192 0,0-13-32 0,-2 14-16 0,2-14 496 16,-4 15 112-16,4-15 16 0,-5 15 0 0,0-3 640 0,5-12 128 0,2 13 128 0,-2-13-192 0,0 0 192 0,-2 17 0 15,2-17 0-15,2 17 0 16,-2-17-256-16,3 17-32 0,-3-17 0 0,4 18 0 16,-4-18 32-16,3 17 16 0,-3-17 0 0,0 0 0 15,9 13-192-15,-9-13-32 16,0 0-16-16,0 0 0 16,0 0-2224-16,0 0-448 0</inkml:trace>
          <inkml:trace contextRef="#ctx0" brushRef="#br0" timeOffset="5331.2968">1680 6447 1839 0,'0'0'160'0,"0"0"-160"0,0 0 0 0,0 0 0 0,0 0 4592 0,0 0 880 0,0 0 176 0,0 0 48 16,10 12-3952-16,-10-12-784 0,0 0-144 0,9 10-48 16,-1 0-512-16,2 0-96 15,0 0-32-15,0 0 0 0,-10-10-128 0,11 14-176 16,-11-14 48-16,13 23 0 0,2-6 128 0,-15-17 0 0,12 17 0 0,1 10 0 15,-3-2 0-15,-1-10 0 16,1 0 0-16,0 2 0 0,0 2 672 0,-3 1 160 0,-2-3 48 0,2 1 0 16,1 1-608-16,1-4-112 0,-9-15-32 0,10 18 0 31,-2-2-432-31,-8-16-80 0,3 13-32 0,-3-13-11936 0</inkml:trace>
          <inkml:trace contextRef="#ctx0" brushRef="#br0" timeOffset="7274.1805">2239 6508 35583 0,'0'0'1584'0,"0"0"320"0,0 0-1520 0,0 0-384 15,13 8 0-15,1-3 0 0,-14-5 1312 0,22 2 192 16,3-2 32-16,4 0 16 0,3-2-1104 0,8-1-240 16,10-1-32-16,3 1-16 0,-6-2-160 0,-4 2 0 0,-2-2-160 0,-4-1 160 15,-3 1-160-15,-4 0 160 0,-2-1-160 0,-1 1 160 0,-3 1-384 0,0 1 0 16,-3 0 16-16,1-1 0 31,-2 1-864-31,1 1-176 0,-1 0-48 0,0 2-14800 0</inkml:trace>
          <inkml:trace contextRef="#ctx0" brushRef="#br0" timeOffset="9279.4823">3271 5623 19343 0,'0'0'1728'0,"10"11"-1392"16,1-1-336-16,1-1 0 0,2-4 3136 0,-1 2 576 15,2 3 96-15,2 2 32 0,0-6-1776 0,3-1-336 16,0-3-80-16,4 0-16 0,3-2-880 0,0 1-176 0,0 1-48 0,5 0 0 16,5-1-304-16,6-1-64 0,8 0-16 0,11 2 0 15,11 1-144-15,-4-3 0 0,-7-1 0 0,-7 1 0 16,-6-2 0-16,-3-1 0 0,-4-2-192 0,-4 1 192 31,-4 3-1488-31,1-3-176 0,1-1-48 0,2 4-14864 0</inkml:trace>
          <inkml:trace contextRef="#ctx0" brushRef="#br0" timeOffset="7911.8321">3533 5828 14735 0,'0'0'1312'0,"0"0"-1056"15,0 0-256-15,0 0 0 0,0 0 4736 0,0 0 880 16,-2 20 176-16,2-20 32 0,0 27-4656 0,0-27-928 0,4 19-240 0,1 1 0 16,0 0 992-16,2 3 160 0,-1 1 16 0,1 0 16 31,0-3-944-31,3 6-240 0,0 7 0 0,0 8 0 0,0 9 0 0,0-4 0 16,0-5 0-16,2-2 0 15,-2-5 0-15,2-1 0 0,1-4 0 0,-1-4 0 16,-2-5 128-16,2 0-128 0,0-1 0 0,3 5 144 15,-3-11-144-15,-12-14 0 0,12 13 0 0,-4-1 0 16,-8-12-1872-16,8 10-416 0,1 0-80 0</inkml:trace>
          <inkml:trace contextRef="#ctx0" brushRef="#br0" timeOffset="8920.0022">3570 6696 7359 0,'0'0'656'15,"0"0"-528"-15,0 0-128 0,0 0 0 0,0 0 2928 0,0 0 544 16,0 0 112-16,0 0 32 0,0 0-2032 0,0 0-416 0,0 0-80 0,15 3 0 16,-1 1-208-16,-1-3-48 15,1-1 0-15,2 2 0 0,1 2 384 0,3-1 80 16,2-1 16-16,4 1 0 0,2-1-48 0,8-1-16 0,4-2 0 16,4 1 0-16,-1 0-352 0,0-2-80 0,-3-3-16 0,-3 2 0 15,-2-3-352-15,-1 0-64 0,0-1 0 0,-2-1-16 16,-2-1-176-16,2-1-48 0,2 0 0 0,-1 2 0 15,1-4-144-15,-2 0 0 0,0 0 0 0,10-8-8192 32,-3-7-1536-32,-21 10-320 0</inkml:trace>
          <inkml:trace contextRef="#ctx0" brushRef="#br0" timeOffset="8202.2836">3876 5840 21183 0,'0'0'944'0,"0"0"192"0,0 0-912 0,0 0-224 0,0 0 0 0,0 0 0 16,0 0 0-16,0 0 0 0,0 0 0 0,0 0 0 0,12 20 4544 0,2-3 880 16,-1-4 160-16,1 1 48 0,-1 2-4720 0,2 1-912 15,0 2-224-15,0 3-32 16,-1 3 96-16,-1 5 16 0,3 4 0 0,-3 6 0 15,0 11 144-15,-1-6 0 0,-3-5 0 0,-1-1-128 16,0 0 128-16,3-4 0 0,-5-6 0 0,-1-4 0 16,0-3-192-16,-1-2 64 0,-1-3 0 0,-1 0 0 31,-2-4-896-31,0 1-160 0,2-4-32 0,-2-10-15072 0</inkml:trace>
          <inkml:trace contextRef="#ctx0" brushRef="#br0" timeOffset="8577.2982">4213 5841 4607 0,'0'0'192'0,"0"0"64"0,0 0-256 0,0 0 0 16,0 0 0-16,13 10 0 0,-13-10 0 0,0 0 0 0,14 7 0 0,-14-7 0 16,13 0 7920-16,-13 0 1536 0,0 0 304 0,21 5 64 15,-21-5-7856-15,0 0-1584 0,11 14-384 0,-2 1 0 0,-3-2 0 0,1 7 0 16,-3 4-192-16,-1 1 192 15,0 2-144-15,-1 5 144 0,0 10 0 0,1 4 0 16,0 2 0-16,1 0 0 0,-1-3 0 0,2-6 0 0,2-6 0 16,0-2 0-16,-2-8 0 0,0-1 0 31,1-3-1200-31,0-3-176 0,-3 1-32 0,0-5-14768 0</inkml:trace>
          <inkml:trace contextRef="#ctx0" brushRef="#br0" timeOffset="9755.4342">5167 6602 5519 0,'0'0'496'0,"0"0"-496"0,0 0 0 0,9 15 0 16,-3 0 6528-16,1 0 1200 0,0 2 240 0,-2 0 48 15,-2 3-5648-15,-1 7-1152 0,-2 7-208 0,-2 8-48 16,1 10-768-16,-10 0-192 0,-5 0 0 0,-5-5 0 16,-4-3-384-16,-5 0-96 15,-4-2-32-15,-1 5 0 0,-2 0 160 0,-2 5 32 0,0 0 0 0,-3 6 0 16,-3 2-2784-1,-7-1-544-15,-9 2-128 0</inkml:trace>
        </inkml:traceGroup>
        <inkml:traceGroup>
          <inkml:annotationXML>
            <emma:emma xmlns:emma="http://www.w3.org/2003/04/emma" version="1.0">
              <emma:interpretation id="{BD57BBA0-0426-419F-B419-8C77E61B49E5}" emma:medium="tactile" emma:mode="ink">
                <msink:context xmlns:msink="http://schemas.microsoft.com/ink/2010/main" type="inkWord" rotatedBoundingBox="19670,13273 23938,13274 23937,14787 19669,14786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11084.6768">6458 6156 20383 0,'0'0'896'0,"0"0"192"0,0 0-864 0,0 0-224 0,0 0 0 0,0 0 0 16,0 0 1376-16,0 0 224 0,0 0 64 0,0 0 0 16,0 0-1280-16,0 0-240 0,0 0-144 0,0 0 160 0,0 0-352 0,0 0-64 15,-2-10 0-15,2 10-16 16,0 0 272-16,0 0 0 0,0 0 0 0,4-9 0 16,-4 9 192-16,0 0 112 0,3-8 16 0,-3 8 0 15,0 0 192-15,0 0 64 0,0 0 0 0,0 0 0 16,0 0-256-16,0 0-32 0,0 0-16 0,0 0 0 15,0 0-272-15,0 0 0 0,-13-2 0 0,1 6 0 16,0-1 0-16,12-3 0 0,-13 5-208 0,1 4 80 16,2 6 128-16,0-2 0 0,-1-4 128 0,1 1-128 15,2 1 1216-15,0 5 160 0,-1-1 32 0,-1 0 16 0,-2 0-960 0,0 0-192 16,-1 2-32-16,0 0-16 16,-1-2-928-16,-1 2-176 15,0 1-32-15,0 2-16 0,-2-3 928 0,2 2 0 0,1-1 128 0,2 3 0 16,1-3 128-16,2 1 48 0,4-3 0 0,2-1 0 0,3-15 144 15,3 17 16-15,4-2 16 0,3 2 0 0,2-2-80 16,1 1-16-16,2-3 0 0,2-3 0 0,2 0-192 0,3-1-64 16,3-4 0-16,2 0 0 0,3-2-128 0,7-5-256 15,7-3 64-15,30-5-7136 0,2-3-1440 0,3-4-272 0</inkml:trace>
          <inkml:trace contextRef="#ctx0" brushRef="#br0" timeOffset="11579.7314">7311 6430 21823 0,'0'0'960'0,"0"0"208"0,0 0-928 0,19 7-240 16,-1-2 0-16,4-2 0 0,3-3 2032 0,2-1 352 0,2 1 80 0,-1-2 16 0,1-1-1264 0,1-4-240 15,-1 2-48-15,0 0-16 0,-1 0-640 0,1 0-128 16,-2 0-16-16,1 0-128 0,1 0 0 0,0 3 0 16,-3 2 0-16,1-2 0 31,2 1-672-31,-2-3-96 0,-2 1 0 0,0 1-8912 0,-1 0-1776 0</inkml:trace>
          <inkml:trace contextRef="#ctx0" brushRef="#br0" timeOffset="13055.2363">7875 5860 9215 0,'0'0'816'0,"0"0"-656"16,0 0-160-16,0 0 0 0,0 0 4480 0,15-7 880 15,2 0 160-15,1 2 48 0,4 2-3008 0,7 0-608 0,10-1-112 0,3 3-32 16,3-1-928-16,1-1-192 16,-3-1-48-16,1 1 0 0,-4-1-288 0,1-1-64 15,-1 0-16-15,6 0 0 0,3 2-32 0,9 3-16 16,11 0 0-16,7 2 0 0,7 1-32 0,-9-3 0 15,-9-3 0-15,-6-2 0 0,-8 1-192 0,-6 4 128 16,-3-3-128-16,-1 1 0 0,-3 4 0 0,1-2-336 0,0 0 48 16,-1 0 16-1,1 2-3248-15,0-2-656 0</inkml:trace>
          <inkml:trace contextRef="#ctx0" brushRef="#br0" timeOffset="12721.0439">8444 6698 34495 0,'0'0'1536'0,"0"0"304"0,0 0-1472 0,0 0-368 15,10 10 0-15,3-5 0 0,1-5 0 0,3 0 0 16,3-3 0-16,5-1 0 0,4-3 0 0,6 1-128 15,5-1 0-15,6 4 0 0,6-2 0 0,-1 0 0 0,-3-1 0 0,-4 1 0 16,-4 0 336-16,1 2 80 0,-4 0 16 0,0-1 0 16,-2 3 304-16,2-3 64 0,4 1 16 0,2-1 0 0,5 3-304 0,0-3-48 15,1 1-16-15,0-2 0 32,-4 0-1312-32,-3-2-272 0,-6-3-48 0,-4 2-14384 0</inkml:trace>
          <inkml:trace contextRef="#ctx0" brushRef="#br0" timeOffset="12157.7822">8469 5929 24991 0,'0'0'1104'0,"0"0"240"0,-2 13-1088 0,2-13-256 0,0 0 0 0,2 15 0 16,-2-15 1952-16,5 21 336 0,0-3 64 0,0 2 16 0,2 2-1408 0,1 2-256 15,1-1-64-15,1 8-16 16,0 12-288-16,2-1-48 0,-1-6-16 0,3 1 0 0,-1 0 96 16,4-4 16-16,-2-1 0 0,6-3 0 0,-1-2 64 15,2-5 32-15,0-2 0 0,-2-2 0 0,3-2-224 0,-6-3-64 16,-3-1 0-16,2-2 0 0,-16-10-192 0,0 0 0 15,11 7 0-15,-11-7 0 0,18 5 0 0,-18-5 0 0</inkml:trace>
          <inkml:trace contextRef="#ctx0" brushRef="#br0" timeOffset="12435.9326">9041 5814 28559 0,'0'0'2544'0,"0"0"-2032"0,0 0-512 15,0 0 0-15,0 0 0 0,0 0 0 0,-3 14 0 0,3-14 0 16,0 0 0-16,0 0 0 0,0 0 0 0,7 28 0 16,-1-6 0-16,-1-5 0 0,0 3 0 0,4 12 0 15,-1-5 0-15,-1-3 0 0,0 4 0 0,1 21 0 0,-1 5 0 0,0-17 0 16,-1 7 0-16,1-2 0 15,1 0 2624-15,1-7 416 0,-2-4 96 0,1-5 0 0,0-2-2416 0,-3-2-480 16,1-2-112-16,-1-1 0 16,-2-4-320-16,-1 0-64 0,-2-2-16 0,0-1-11504 15,-4 2-2304-15</inkml:trace>
          <inkml:trace contextRef="#ctx0" brushRef="#br0" timeOffset="14590.1967">10377 6721 911 0,'5'24'0'0,"-1"-7"0"0,-2 3 0 0,-1 3 0 15,1 4 0-15,0 0 0 0,1-3 8448 0,-1 3 1600 16,-2 5 320-16,0-4 64 0,-2 1-8256 0,-1-2-1632 16,-4-4-336-16,-66 55-64 15,10-31-688-15,20-22-144 16,-5-3-16-16,-1 0-16 16,-2-2-3840-16,9 0-768 0,4-6-160 0</inkml:trace>
        </inkml:traceGroup>
        <inkml:traceGroup>
          <inkml:annotationXML>
            <emma:emma xmlns:emma="http://www.w3.org/2003/04/emma" version="1.0">
              <emma:interpretation id="{3250FA08-E771-4B5C-8672-0C90F6ECA754}" emma:medium="tactile" emma:mode="ink">
                <msink:context xmlns:msink="http://schemas.microsoft.com/ink/2010/main" type="inkWord" rotatedBoundingBox="24718,13490 28147,13491 28146,14499 24717,14498"/>
              </emma:interpretation>
              <emma:one-of disjunction-type="recognition" id="oneOf3">
                <emma:interpretation id="interp3" emma:lang="" emma:confidence="1">
                  <emma:literal/>
                </emma:interpretation>
              </emma:one-of>
            </emma:emma>
          </inkml:annotationXML>
          <inkml:trace contextRef="#ctx0" brushRef="#br0" timeOffset="16471.661">11199 6070 21183 0,'0'0'464'0,"0"0"112"0,0 0 0 0,0 0 16 0,0 0-464 0,0 0-128 0,0 0 0 0,0 0 0 16,20 4 0-16,-5-6 0 0,2-5 0 0,5 4 0 16,5 1 1488-16,6 2 288 0,4-2 48 0,9 4 16 15,4 3-1296-15,4 0-256 0,2-1-48 0,-6 2-16 16,-4 4 384-16,-3 2 80 0,-1 2 16 0,-5 2 0 16,-3 6 48-16,-2 0 16 0,0-5 0 0,0 7 0 15,0 8-128-15,3-2 0 0,4-2-16 0,3-2 0 16,0-1-256-16,4-2-48 0,2-1-16 0,0-2 0 15,-8 2-160-15,-5-3-16 0,-4-2-128 0,6 6 192 16,-9-4-192-16,-11-6 0 0,-2-3 0 0,-1 4 0 0,-3 1 0 0,1 2 128 16,-2-2-128-16,0 2 0 15,0 1 0-15,-1 1 0 0,-1-1 0 0,-1 1 0 0,-4-2 0 0,-1 1 0 0,0-1 0 0,-2 0 0 32,-4-2-416-32,-1 0 32 0,-1-3 0 0,-3 1 0 15,-4 2-224-15,-4-1-32 0,-7-2-16 16,-6-1 0-16,-5 0-496 0,-14-1-112 0,-13-5-16 0,-2 0 0 15,0 1-16-15,5 1-16 0,3-2 0 0,8 0 0 0,2 0 1024 0,4 0 288 16,0 0 0-16,-2 0-128 0,-1 0 128 0,-9 1 144 0,-10-1-16 0,-5 0-128 16,-5 1 0-16,5 1 0 0,3-4-160 15,11 3 160 1,9-1-704-16,11 1 0 0,6-1-16 0,7-3 0 16,4-2 64-16,4-2 16 0,14 2 0 0,0 0-8432 0</inkml:trace>
          <inkml:trace contextRef="#ctx0" brushRef="#br0" timeOffset="15966.4316">11778 6084 911 0,'-4'40'0'0,"4"-18"0"15,0-7 0-15,2 4 0 0,-2 6 0 0,2-2 0 0,-1-1 7376 0,3 0 1392 0,-1 3 288 0,2 1 48 0,0-6-6752 0,2 0-1360 16,-2 0-272-16,2-1-48 0,1-1-416 0,0-1-96 15,1 1-16-15,1 1 0 0,0-2-16 0,0 0-128 16,-3 1 192-16,1-3-64 0,1-1-128 0,-1-1 192 16,-1 2-192-16,0 2 192 0,-1-2-192 0,3-1-224 15,-1-1 48-15,-1 1 16 16,-7-14-1200-16,0 0-240 0,8 10-64 0,-8-10-8240 16,0 0-1648-16</inkml:trace>
          <inkml:trace contextRef="#ctx0" brushRef="#br0" timeOffset="16877.3074">12760 6610 21183 0,'0'0'944'0,"0"0"192"0,0 0-912 0,0 0-224 16,0 0 0-16,19 0 0 0,-2-3 0 0,0 0 0 15,6-3 0-15,23-2 0 0,6-2 0 0,-15 7 0 16,3-2 0-16,1 0 0 0,-3-4 2624 0,-1 2 496 16,-5 1 80-16,54-11 32 31,-32 7-3232-31,-29 6-688 0,-5 1-112 0,-1 1-12960 0</inkml:trace>
          <inkml:trace contextRef="#ctx0" brushRef="#br0" timeOffset="17955.6354">13336 6067 19343 0,'0'0'1728'0,"0"0"-1392"0,0 0-336 0,0 0 0 16,0 0 3904-16,10-5 720 0,4-2 144 0,2 2 32 0,5 2-3264 0,7-3-656 15,8-4-128-15,31-2-32 0,7 6-576 0,-24 3-144 16,6-2 0-16,-1 1 0 0,-4 4 0 0,-2 0 0 15,-4 0 144-15,4 4-144 0,3-3 416 0,7 3 16 0,3-1 0 0,4 2 0 16,5 1-128-16,-7 1-32 0,-9-5 0 0,-6 1 0 0,-9 0-480 0,-6 2-112 16,-5-2 0-1,-3 4-7856 1,-2-2-1552-16,-5-4-320 0</inkml:trace>
          <inkml:trace contextRef="#ctx0" brushRef="#br0" timeOffset="17419.4951">13975 6077 8287 0,'0'0'368'0,"0"0"80"0,0 0-448 0,0 0 0 0,0 0 0 0,0 0 0 0,0 0 6272 0,0 0 1184 16,0 0 224-16,16 13 64 16,-16-13-6208-16,13 9-1216 0,1-4-320 0,1 5 0 15,-5 2 736-15,2 1 96 0,-1 4 0 0,4 5 16 16,-1 3-528-16,-1 5-96 0,1 4-32 0,-1-2 0 16,2-2 128-16,-1-1 0 0,-1-1 16 0,1-1 0 15,-1-1-32-15,1-3-16 0,-2 1 0 0,-1-4 0 16,3-2-288-16,-4 1 160 0,-2-1-160 0,6 4 128 0,1 2-128 0,-2-4 0 15,-4-1-160-15,1-1 160 16,3-4-1664-16,-1-1-256 16,-12-13-32-16,10 13-9344 0,-10-13-1872 0</inkml:trace>
          <inkml:trace contextRef="#ctx0" brushRef="#br0" timeOffset="17669.255">13991 6730 9215 0,'0'0'400'0,"0"0"96"0,0 0-496 0,0 0 0 0,0 0 0 0,0 0 0 15,0 0 0-15,0 0 0 16,10 11 0-16,5 1 0 0,-15-12 0 0,13 7 0 0,1-5 0 0,1 1 0 16,2 0 3952-16,0 1 688 15,-1-4 144-15,3 3 16 0,3 2-3136 0,1-1-624 16,1-6-128-16,5 2-16 0,4-2-32 0,3 1 0 0,-1-3 0 15,4 1 0-15,-4-2-560 0,-3-2-112 0,-3-5-32 16,-6 0 0 0,-3 1-2224-16,-3-4-448 0</inkml:trace>
          <inkml:trace contextRef="#ctx0" brushRef="#br0" timeOffset="18962.8547">13960 6829 5519 0,'0'0'496'0,"0"0"-496"15,0 0 0-15,0 0 0 0,0 0 2880 0,0 0 464 16,0 0 112-16,9-12 0 0,-4 0-2256 0,-5 12-464 15,10-10-96-15,3 0 0 0,1 0-448 0,-1 2-192 0,1 1 160 0,1-1-160 16,3-1 800-16,3 1 64 0,2 1 16 0,2 0 0 16,2 1 384-16,5 1 80 0,7-1 0 0,1 3 16 15,1 1-144-15,-3 1-48 16,-2-1 0-16,-4 2 0 0,-5 0-272 0,-2 2-64 0,-3-1-16 0,-2 3 0 16,-1-1-224-16,-4 1-32 0,0 1-16 0,-15-5 0 15,0 0-176-15,13 3-48 0,-13-3 0 0,12 7 0 16,-12-7-176-16,0 0-144 0,0 0 192 0,0 0-192 15,0 0 0-15,0 0 0 0,0 0 0 0,0 0 0 16,0 0 0-16,0 0 0 0,0 0-192 0,0 0 48 31,0 0-240-31,0 0-32 0,0 0-16 0,0 0 0 0,0 0-432 16,0 0-96-16,0 0 0 0,-13 6-16 0,-1-1-2656 0,14-5-528 0,-20 0-96 16,20 0-32-16</inkml:trace>
        </inkml:traceGroup>
      </inkml:traceGroup>
    </inkml:traceGroup>
    <inkml:traceGroup>
      <inkml:annotationXML>
        <emma:emma xmlns:emma="http://www.w3.org/2003/04/emma" version="1.0">
          <emma:interpretation id="{840C7B6B-AE8E-4D2E-8803-F5E4ACDAA277}" emma:medium="tactile" emma:mode="ink">
            <msink:context xmlns:msink="http://schemas.microsoft.com/ink/2010/main" type="paragraph" rotatedBoundingBox="13492,15661 21160,15411 21197,16552 13529,16802" alignmentLevel="2"/>
          </emma:interpretation>
        </emma:emma>
      </inkml:annotationXML>
      <inkml:traceGroup>
        <inkml:annotationXML>
          <emma:emma xmlns:emma="http://www.w3.org/2003/04/emma" version="1.0">
            <emma:interpretation id="{7C98E0FF-6E9A-43D8-B499-CD98B8B66F27}" emma:medium="tactile" emma:mode="ink">
              <msink:context xmlns:msink="http://schemas.microsoft.com/ink/2010/main" type="line" rotatedBoundingBox="13492,15661 21160,15411 21197,16552 13529,16802"/>
            </emma:interpretation>
          </emma:emma>
        </inkml:annotationXML>
        <inkml:traceGroup>
          <inkml:annotationXML>
            <emma:emma xmlns:emma="http://www.w3.org/2003/04/emma" version="1.0">
              <emma:interpretation id="{31F9CBF2-AA90-406F-AECF-64E4CF2DB237}" emma:medium="tactile" emma:mode="ink">
                <msink:context xmlns:msink="http://schemas.microsoft.com/ink/2010/main" type="inkWord" rotatedBoundingBox="13492,15661 14941,15614 14967,16399 13518,16446"/>
              </emma:interpretation>
              <emma:one-of disjunction-type="recognition" id="oneOf4">
                <emma:interpretation id="interp4" emma:lang="" emma:confidence="1">
                  <emma:literal/>
                </emma:interpretation>
              </emma:one-of>
            </emma:emma>
          </inkml:annotationXML>
          <inkml:trace contextRef="#ctx0" brushRef="#br0" timeOffset="20503.5154">506 8890 33807 0,'-27'7'1488'0,"14"-2"320"0,1 0-1440 0,0-2-368 0,-1-1 0 0,-4-2 0 0,-6-2 160 0,2 1-32 15,3-4-128-15,-2 0 192 16,-6-1-544-16,1-2-112 0,0 3-32 0,1 0 0 31,1 0-416-31,-1 2-96 0,-1-1-16 0,1 2 0 0,3-1 704 0,2 1 128 0,4 2 16 0,0 0 16 16,0-1 784-16,1-1 144 0,1 0 48 0,3-1 0 15,0-2-64-15,1 0-16 0,9 5 0 0,0 0 0 16,-10-12-480-16,3 0-80 0,4-1-32 0,5-2 0 0,1 0-144 0,4-1-144 16,1-4 144-16,4-2-208 15,1-3-32-15,4 3 0 0,0 0 0 0,5-1 0 0,0-2 816 0,6 1 176 16,6 2 16-16,3-1 16 15,3-3-1664-15,8 1-336 0,5-2-64 0,0 0 0 0,-5 0 944 0,-4-5 192 0,-9-5 144 0,-3 4-192 16,-5 3 192-16,-5 4 256 16,-3 4-64-16,-4 2-16 0,-5 7 208 0,-2 1 32 15,-3 2 16-15,-5 10 0 0,0 0-32 0,0 0 0 16,0 0 0-16,-5-9 0 0,5 9 80 0,-15-1 16 16,-3 1 0-16,-1 3 0 0,-4 4-192 0,-4 3-48 15,-5 2 0-15,-7 3 0 0,-8 0-80 16,1 5-32 15,3 0 0 0,2 2 0-15,3-2 32-16,6 11 0 16,5 13 0-16,5 13 0 0,2 12-176 15,21-17 0-15,18-15 528 0,15-7 80 16,11-6 16-16,14-4 0 0,13-2-224 15,-4-2-32-15,-8-3-16 0,-4 0 0 16,-6-1-112-16,1 0-32 16,-3 0 0-16,5 0 0 0,2-4-208 0,11 0 144 0,11 3-144 0,-5-5 128 15,-6 1-128-15,-10-2 0 0,-8 0-160 0,-7 3 160 0,-9 3-576 0,-4 0-32 0,-1 1 0 0,-2 0 0 0,-1-2-608 0,-6 3-128 0,-2 3-32 0</inkml:trace>
        </inkml:traceGroup>
        <inkml:traceGroup>
          <inkml:annotationXML>
            <emma:emma xmlns:emma="http://www.w3.org/2003/04/emma" version="1.0">
              <emma:interpretation id="{154453E1-DE63-497F-8135-F5465DDD4D4E}" emma:medium="tactile" emma:mode="ink">
                <msink:context xmlns:msink="http://schemas.microsoft.com/ink/2010/main" type="inkWord" rotatedBoundingBox="17037,15603 19525,15598 19526,16676 17039,16681"/>
              </emma:interpretation>
              <emma:one-of disjunction-type="recognition" id="oneOf5">
                <emma:interpretation id="interp5" emma:lang="" emma:confidence="1">
                  <emma:literal/>
                </emma:interpretation>
              </emma:one-of>
            </emma:emma>
          </inkml:annotationXML>
          <inkml:trace contextRef="#ctx0" brushRef="#br0" timeOffset="21843.8514">3570 8631 20271 0,'0'0'896'0,"4"15"192"16,-1 0-880-16,0 0-208 0,1 1 0 0,1-1 0 0,0 2 4208 0,1-1 784 0,0 1 176 0,2 0 16 0,2 2-3776 0,0-1-768 15,0 1-160-15,0 1-32 16,0 0-448-16,1 0 128 0,-3 2-128 0,-1 3 0 0,1 0 0 0,0-1 0 16,1-2-144-16,-4 0 144 15,-2 1 0-15,2-3-144 0,4-1 144 0,-4-4 0 16,-5-15 0-16,1 15 0 0,-1-15 0 0,0 0 0 0,7 14 0 0,-7-14-128 16,0 0 128-16,0 0 0 15,0 0-208-15,0 0 32 0,0 0 16 0,0 0 0 0,0 0 16 0,0 0 0 16,4-14 0-16,-3-1 0 15,-1-3 144-15,-1-6 0 0,-4-6 128 0,-2-2-128 16,-3-4 144-16,-2 3-144 0,0-1 192 0,0 2-192 16,1 2 176-16,-3 0-176 0,-1-1 160 0,-2 3-160 0,0 1 128 0,2 2-128 15,2-1 0-15,-1 1 0 16,1 0 144-16,1 0-144 0,2-2 128 0,0 0-128 0,0 0 224 0,3-2-32 16,0-3-16-16,2-3 0 0,0-7-48 15,4 2-128-15,-1 3 192 0,2 3-64 0,2 4-128 0,3 3 0 16,0 3 144-16,0 6-144 0,0 1 0 0,3 3-128 15,-1 6 0-15,5-1 0 16,-12 9 128-16,18-5 0 0,-1 4 0 0,0 1-128 0,3 0 128 0,5 0 0 16,2 1 0-16,3 1 0 0,2 1 0 0,5-3 0 15,5 0 0-15,4 2 0 0,-1 0-480 0,-1 0-16 0,-4-1 0 16,-4 3 0 0,-4 1-1808-16,-2-2-384 0,-1-1-64 0,-2 1-11840 0</inkml:trace>
          <inkml:trace contextRef="#ctx0" brushRef="#br0" timeOffset="22354.6252">3629 9168 28735 0,'0'0'1280'0,"10"10"256"0,-10-10-1232 0,19 7-304 0,3-2 0 0,6-4 0 16,4-2 1008-16,10-3 144 0,9-3 16 0,1 1 16 16,2-4-720-16,-4-2-144 0,-3-2-16 0,-5-1-16 15,-1-2-160-15,-3 1-128 0,-1-5 192 0,5 1-192 0,4-2 240 0,6-1-64 16,5-2-16-16,4-2 0 16,3 0-416-16,-2 0-64 0,-5 2-32 0,-5 3-14832 0</inkml:trace>
          <inkml:trace contextRef="#ctx0" brushRef="#br0" timeOffset="22114.6531">3656 8688 17503 0,'0'0'1552'0,"0"0"-1232"0,0 0-320 0,0 0 0 16,15-1 4080-16,5-5 752 0,7 0 160 0,9-3 16 16,6-1-3952-16,6 0-800 0,5 2-256 0,-3-1 160 15,-1-1-352-15,-5 0-80 0,-4 0-16 0,-1 2 0 16,-6-2-128-16,-2 4-32 0,-4 0 0 0,-2 2 0 16,-2 1-576-16,-1 3-128 0,-2 2-32 0,-1 1 0 15,-2 2-1968-15,0 0-400 0,-1 2-80 0</inkml:trace>
          <inkml:trace contextRef="#ctx0" brushRef="#br0" timeOffset="22959.7291">5345 8582 21535 0,'0'0'960'0,"0"0"192"0,0 0-928 0,0 0-224 16,0 0 0-16,0 0 0 0,0 0 1856 0,0 0 336 16,0 0 64-16,0 0 16 0,0 0-928 0,14 7-192 15,-14-7-48-15,17 5 0 0,-4 0-320 0,0 0-64 16,-1-2-16-16,7 1 0 0,-1-1-560 0,-4 1-144 16,1-3 0-16,2 3 0 0,0-1 1024 0,1-1 192 0,2-4 16 0,0 2 16 15,1 2 1120-15,2 1 208 0,2 0 48 0,4 1 16 31,-2-1-3424-31,7 0-688 0,1-1-144 0,-1 0-32 0,-4-1 1424 0,2-1 224 0,0 0 160 0,-5 2-32 16,-4 0-304-16,-1 0-64 0,-2-2-16 0,-20 0 0 47,0 0-208-47,0 0-48 0,0 0-16 0,0 0 0 16,0 0-2208-16,0 0-432 0,-11-7-96 0,11 7-7184 0,-16-5-1456 0</inkml:trace>
        </inkml:traceGroup>
        <inkml:traceGroup>
          <inkml:annotationXML>
            <emma:emma xmlns:emma="http://www.w3.org/2003/04/emma" version="1.0">
              <emma:interpretation id="{DBFBE853-9BC4-41DA-8287-709991916B37}" emma:medium="tactile" emma:mode="ink">
                <msink:context xmlns:msink="http://schemas.microsoft.com/ink/2010/main" type="inkWord" rotatedBoundingBox="19585,15611 20030,15596 20032,15643 19587,15657"/>
              </emma:interpretation>
              <emma:one-of disjunction-type="recognition" id="oneOf6">
                <emma:interpretation id="interp6" emma:lang="" emma:confidence="1">
                  <emma:literal>~</emma:literal>
                </emma:interpretation>
                <emma:interpretation id="interp7" emma:lang="" emma:confidence="0">
                  <emma:literal>-</emma:literal>
                </emma:interpretation>
                <emma:interpretation id="interp8" emma:lang="" emma:confidence="0">
                  <emma:literal>_</emma:literal>
                </emma:interpretation>
                <emma:interpretation id="interp9" emma:lang="" emma:confidence="0">
                  <emma:literal>.</emma:literal>
                </emma:interpretation>
                <emma:interpretation id="interp10" emma:lang="" emma:confidence="0">
                  <emma:literal>,</emma:literal>
                </emma:interpretation>
              </emma:one-of>
            </emma:emma>
          </inkml:annotationXML>
          <inkml:trace contextRef="#ctx0" brushRef="#br0" timeOffset="30169.7926">6047 8153 2751 0,'0'0'256'0,"0"0"-256"0,0 0 0 0,0 0 0 15,0 0 2816-15,0 0 512 0,18-7 96 0,-4 1 32 0,-4-1-1984 0,-10 7-384 16,0 0-64-16,13-7-32 16,-13 7 96-16,14-3 32 0,-14 3 0 0,13-4 0 15,-13 4 288-15,0 0 64 0,0 0 16 0,17-1 0 16,-2 4-144-16,-15-3-48 0,0 0 0 0,15 4 0 16,-3 1-208-16,-12-5-32 0,15 3-16 0,-15-3 0 15,15 7-240-15,-3-1-48 0,2-1-16 0,-1-1 0 0,2-1-336 0,0-1-64 16,2-4-16-16,2 1 0 0,1-1-192 0,0 0-128 0,0 0 128 15,1-1-128-15,-1-4-176 0,0 2-96 0,-3-1-32 0,0-1-11536 16,-4-2-2320-16</inkml:trace>
        </inkml:traceGroup>
        <inkml:traceGroup>
          <inkml:annotationXML>
            <emma:emma xmlns:emma="http://www.w3.org/2003/04/emma" version="1.0">
              <emma:interpretation id="{20BF41D8-2A2D-4173-B0CE-7A93E26EA683}" emma:medium="tactile" emma:mode="ink">
                <msink:context xmlns:msink="http://schemas.microsoft.com/ink/2010/main" type="inkWord" rotatedBoundingBox="19776,15594 20205,15580 20230,16356 19802,16370"/>
              </emma:interpretation>
              <emma:one-of disjunction-type="recognition" id="oneOf7">
                <emma:interpretation id="interp11" emma:lang="" emma:confidence="1">
                  <emma:literal/>
                </emma:interpretation>
              </emma:one-of>
            </emma:emma>
          </inkml:annotationXML>
          <inkml:trace contextRef="#ctx0" brushRef="#br0" timeOffset="26664.7274">6250 8382 911 0,'0'0'0'0,"0"0"0"0,0 0 0 0,0 0 0 0,-3-12 2624 0,1-1 448 16,2-1 96-16,0 1-6768 0</inkml:trace>
          <inkml:trace contextRef="#ctx0" brushRef="#br0" timeOffset="27038.7188">6287 8103 21647 0,'0'0'960'0,"0"0"192"0,0 0-912 0,0 0-240 15,0 0 0-15,0 0 0 0,0 0 1392 0,0 0 224 16,0 0 48-16,0 0 16 0,0 0 240 0,0 0 32 0,0 0 16 0,0 0 0 31,0 0-1968-31,0 0-576 0,0 0-32 0,0 0 0 0,0 0 1056 0,0 0 192 16,11 13 64-16,-11-13 0 0,6 15 96 0,-6-15 32 0,7 20 0 0,-2-1 0 16,-2-1-112-16,-1 4-16 15,1 2 0-15,1 1 0 0,1-1-96 0,0-2-32 16,0 1 0-16,0 1 0 0,0-1-208 0,2-1-48 0,1-2-16 15,1-1 0-15,1-1-128 0,0 1-32 0,-2-2 0 0,2-1 0 16,0 1-144-16,4 0 160 0,-1 0-160 0,-1 0 160 16,-2 0-160-16,0-1 0 15,-1-2 0-15,1 3 0 0,2 1 0 0,-6 2 0 0,-1 2 0 0,-1 0 0 16,-1-2 0-16,-1 1 0 0,-2-1 0 0,3-2 0 16,4-3-144-16,-2 2 144 15,-3 2 0-15,1-4 0 0,-3-15-160 0,0 0 160 0,0 0-128 0,0 0 128 16,13 5-464-1,3-5-16-15,-3-3 0 0,-13 3 0 0,10-9-928 0,5-3-192 0,5-1-48 16,-1-1 0-16,-6 3-1888 0,1-3-384 16</inkml:trace>
        </inkml:traceGroup>
        <inkml:traceGroup>
          <inkml:annotationXML>
            <emma:emma xmlns:emma="http://www.w3.org/2003/04/emma" version="1.0">
              <emma:interpretation id="{BD20B446-1BB1-41E9-8B07-37AA224F152D}" emma:medium="tactile" emma:mode="ink">
                <msink:context xmlns:msink="http://schemas.microsoft.com/ink/2010/main" type="inkWord" rotatedBoundingBox="19843,15587 19963,15583 19983,16202 19863,16206"/>
              </emma:interpretation>
              <emma:one-of disjunction-type="recognition" id="oneOf8">
                <emma:interpretation id="interp12" emma:lang="" emma:confidence="0">
                  <emma:literal>.</emma:literal>
                </emma:interpretation>
                <emma:interpretation id="interp13" emma:lang="" emma:confidence="0">
                  <emma:literal>l</emma:literal>
                </emma:interpretation>
                <emma:interpretation id="interp14" emma:lang="" emma:confidence="0">
                  <emma:literal>,</emma:literal>
                </emma:interpretation>
                <emma:interpretation id="interp15" emma:lang="" emma:confidence="0">
                  <emma:literal>\</emma:literal>
                </emma:interpretation>
                <emma:interpretation id="interp16" emma:lang="" emma:confidence="0">
                  <emma:literal>|</emma:literal>
                </emma:interpretation>
              </emma:one-of>
            </emma:emma>
          </inkml:annotationXML>
          <inkml:trace contextRef="#ctx0" brushRef="#br0" timeOffset="29192.5621">6348 8096 20495 0,'0'0'896'0,"0"0"208"0,0 0-880 0,0 0-224 0,-10 5 0 0,10-5 0 0,0 0 0 16,0 0 0-16,-10 3 0 0,10-3 0 0,0 0 1664 0,0 0 304 15,0 0 48-15,0 0 16 0,0 0-1616 0,0 0-416 16,0 0 0-16,0 0 128 0,0 0 16 0,0 0 16 16,0 0 0-16,0 0 0 0,-7 10 1152 0,7-10 224 15,0 0 64-15,-5 17 0 0,2 2-1600 0,1-4-176 0,-1 2-96 0,3 1-32 16,0 4 624-16,1 5 128 16,-1 3 32-16,2-1 0 0,0-4-48 0,1 2-16 0,2-2 0 0,0-3 0 15,2-2-48-15,0 1-16 16,-1-3 0-16,3 1 0 0,-1-3-32 0,1 0 0 15,-1-1 0-15,2-2 0 0,-1 1-112 0,-1-1-16 16,-1-1-16-16,3 5 0 16,-10-17-176-16,8 13 0 0,-3 1 0 0,-1 1 0 0,-3 0-688 15,-1 0-160-15,-1-1-48 0,-3-1-10240 0,-1 0-2048 0</inkml:trace>
        </inkml:traceGroup>
        <inkml:traceGroup>
          <inkml:annotationXML>
            <emma:emma xmlns:emma="http://www.w3.org/2003/04/emma" version="1.0">
              <emma:interpretation id="{714453ED-7CA8-4B9C-A8E5-14D969F12FD8}" emma:medium="tactile" emma:mode="ink">
                <msink:context xmlns:msink="http://schemas.microsoft.com/ink/2010/main" type="inkWord" rotatedBoundingBox="19893,15967 19932,15966 19933,15976 19893,15977"/>
              </emma:interpretation>
              <emma:one-of disjunction-type="recognition" id="oneOf9">
                <emma:interpretation id="interp17" emma:lang="" emma:confidence="1">
                  <emma:literal/>
                </emma:interpretation>
              </emma:one-of>
            </emma:emma>
          </inkml:annotationXML>
          <inkml:trace contextRef="#ctx0" brushRef="#br0" timeOffset="26583.7679">6393 8486 1839 0,'0'0'0'0,"0"0"160"0,0 0-160 0,0 0 0 0,0 0 0 0,0 0 0 15,-11 0 2480-15,11 0 464 0,-15-1 80 0,15 1-5408 16,-14-7-1088-16</inkml:trace>
        </inkml:traceGroup>
        <inkml:traceGroup>
          <inkml:annotationXML>
            <emma:emma xmlns:emma="http://www.w3.org/2003/04/emma" version="1.0">
              <emma:interpretation id="{BA1FFA0A-0355-458C-B45F-A0EC647F246E}" emma:medium="tactile" emma:mode="ink">
                <msink:context xmlns:msink="http://schemas.microsoft.com/ink/2010/main" type="inkWord" rotatedBoundingBox="19923,16282 20331,16269 20334,16375 19926,16389"/>
              </emma:interpretation>
              <emma:one-of disjunction-type="recognition" id="oneOf10">
                <emma:interpretation id="interp18" emma:lang="" emma:confidence="0">
                  <emma:literal>-</emma:literal>
                </emma:interpretation>
                <emma:interpretation id="interp19" emma:lang="" emma:confidence="0">
                  <emma:literal>_</emma:literal>
                </emma:interpretation>
                <emma:interpretation id="interp20" emma:lang="" emma:confidence="0">
                  <emma:literal>.</emma:literal>
                </emma:interpretation>
                <emma:interpretation id="interp21" emma:lang="" emma:confidence="0">
                  <emma:literal>,</emma:literal>
                </emma:interpretation>
                <emma:interpretation id="interp22" emma:lang="" emma:confidence="0">
                  <emma:literal>)</emma:literal>
                </emma:interpretation>
              </emma:one-of>
            </emma:emma>
          </inkml:annotationXML>
          <inkml:trace contextRef="#ctx0" brushRef="#br0" timeOffset="29661.9926">6387 8899 3679 0,'0'0'320'0,"0"0"-320"0,0 0 0 0,0 0 0 16,0 0 3808-16,13-4 688 0,1-1 144 0,-1-2 32 15,1-4-3072-15,2-1-592 16,6 2-128-16,5 0-32 0,5-2-704 0,4 2-144 0,2 1 0 0,6 3 0 31,-2-1-400-31,-8 4-48 0,-11-3 0 0,-3 3-6224 0,-4-2-1264 0</inkml:trace>
        </inkml:traceGroup>
        <inkml:traceGroup>
          <inkml:annotationXML>
            <emma:emma xmlns:emma="http://www.w3.org/2003/04/emma" version="1.0">
              <emma:interpretation id="{2A30B39F-DEAC-481A-B4A4-BB91B4D1D31C}" emma:medium="tactile" emma:mode="ink">
                <msink:context xmlns:msink="http://schemas.microsoft.com/ink/2010/main" type="inkWord" rotatedBoundingBox="20412,15492 21162,15468 21187,16244 20438,16268"/>
              </emma:interpretation>
              <emma:one-of disjunction-type="recognition" id="oneOf11">
                <emma:interpretation id="interp23" emma:lang="" emma:confidence="1">
                  <emma:literal/>
                </emma:interpretation>
              </emma:one-of>
            </emma:emma>
          </inkml:annotationXML>
          <inkml:trace contextRef="#ctx0" brushRef="#br0" timeOffset="27946.0961">6876 8099 911 0,'0'0'0'15,"0"0"0"-15,0 0 0 0,0 0 0 0,0 0 0 0,0 0 0 0,0 0 6144 0,0 0 1136 16,0 0 224-16,4 15 48 0,-4-15-4992 0,6 16-1024 16,3-1-192-16,-2-3-32 0,-7-12-352 0,11 20-80 15,-2 3-16-15,1-1 0 0,0-3-192 0,0 4-32 0,0 4-16 16,2-2 0-16,0 2 80 0,0-1 32 0,-4-3 0 0,2 1 0 16,2-1-96-16,0-3-32 0,-1 1 0 0,3-3 0 15,-1 1-160-15,1-3-48 0,-1 0 0 0,-1 0 0 16,-2 1-192-16,4-2-32 0,2-3-16 15,1 2 0-15,-2-1-160 0,0 2 0 0,-1-1 0 0,1-1 0 0,0-1 0 16,-3 0 0 0,-4-1 0-16,4 0 0 0,3-1 0 0,-1-2 0 15,-14-8 0-15,10 10 0 0,-10-10 0 0,12 9 0 0,-12-9 0 0,0 0 0 16,11 3 0-16,-11-3 0 0,0 0 0 0,0 0 0 0,0 0 0 0,0 0 0 16,0 0 160-16,0 0-160 0,14-10 272 0,-4-2-48 15,-2 0-16-15,1-1 0 0,-1-2-32 0,-1 0-16 0,0-1 0 0,-1 3 0 16,1-2-160-16,0-2 128 15,0 0-128 1,1-1 128-16,0-3-128 0,-1-2 0 0,-2-2 144 0,2-2-144 16,0-4 144-16,1-1-144 0,-1-8 192 0,0-2-192 15,1-3 192-15,-1 4-64 0,-2 6 0 0,1 3-128 0,0 5 192 0,-1 3-192 16,-2 4 192-16,0 2-192 0,1 1 160 16,1 3-160-16,-2 3 128 0,-3 11-128 0,0 0 128 0,5-12-128 0,-5 12 0 0,0 0 128 15,3-12-128-15,-3 12 0 16,0 0 0-16,4-10 0 0,-4 10-128 0,0 0-16 15,3-8 0-15,-3 8 0 0,0 0-224 16,0 0-32-16,9-9-16 0,-9 9 0 0,8-8-368 0,0 1-80 16,-8 7-16-16,11-8 0 0,-11 8-1232 15,10-7-256-15,-10 7-64 16,10-7-14352-16</inkml:trace>
        </inkml:traceGroup>
      </inkml:traceGroup>
    </inkml:traceGroup>
  </inkml:traceGroup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8T05:21:11.069"/>
    </inkml:context>
    <inkml:brush xml:id="br0">
      <inkml:brushProperty name="width" value="0.13333" units="cm"/>
      <inkml:brushProperty name="height" value="0.13333" units="cm"/>
      <inkml:brushProperty name="color" value="#ED1C24"/>
      <inkml:brushProperty name="fitToCurve" value="1"/>
    </inkml:brush>
    <inkml:brush xml:id="br1">
      <inkml:brushProperty name="width" value="0.09333" units="cm"/>
      <inkml:brushProperty name="height" value="0.09333" units="cm"/>
      <inkml:brushProperty name="color" value="#3165BB"/>
      <inkml:brushProperty name="fitToCurve" value="1"/>
    </inkml:brush>
    <inkml:brush xml:id="br2">
      <inkml:brushProperty name="width" value="0.13333" units="cm"/>
      <inkml:brushProperty name="height" value="0.13333" units="cm"/>
      <inkml:brushProperty name="fitToCurve" value="1"/>
    </inkml:brush>
    <inkml:context xml:id="ctx1">
      <inkml:inkSource xml:id="inkSrc0">
        <inkml:traceFormat>
          <inkml:channel name="X" type="integer" max="2736" units="cm"/>
          <inkml:channel name="Y" type="integer" max="1824" units="cm"/>
          <inkml:channel name="T" type="integer" max="2.14748E9" units="dev"/>
        </inkml:traceFormat>
        <inkml:channelProperties>
          <inkml:channelProperty channel="X" name="resolution" value="105.23077" units="1/cm"/>
          <inkml:channelProperty channel="Y" name="resolution" value="105.43353" units="1/cm"/>
          <inkml:channelProperty channel="T" name="resolution" value="1" units="1/dev"/>
        </inkml:channelProperties>
      </inkml:inkSource>
      <inkml:timestamp xml:id="ts1" timeString="2021-03-18T05:21:26.369"/>
    </inkml:context>
  </inkml:definitions>
  <inkml:traceGroup>
    <inkml:annotationXML>
      <emma:emma xmlns:emma="http://www.w3.org/2003/04/emma" version="1.0">
        <emma:interpretation id="{B78C1510-9A43-4AB5-8FF1-22C546B8532E}" emma:medium="tactile" emma:mode="ink">
          <msink:context xmlns:msink="http://schemas.microsoft.com/ink/2010/main" type="writingRegion" rotatedBoundingBox="21205,17162 9200,16995 9233,14601 21239,14767"/>
        </emma:interpretation>
      </emma:emma>
    </inkml:annotationXML>
    <inkml:traceGroup>
      <inkml:annotationXML>
        <emma:emma xmlns:emma="http://www.w3.org/2003/04/emma" version="1.0">
          <emma:interpretation id="{FE779EB7-C561-44A7-A669-F103D4EBFCFF}" emma:medium="tactile" emma:mode="ink">
            <msink:context xmlns:msink="http://schemas.microsoft.com/ink/2010/main" type="paragraph" rotatedBoundingBox="21205,17162 9200,16995 9233,14601 21239,1476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94175EF-41FF-4DAA-977E-D364036D1613}" emma:medium="tactile" emma:mode="ink">
              <msink:context xmlns:msink="http://schemas.microsoft.com/ink/2010/main" type="line" rotatedBoundingBox="21205,17162 9200,16995 9233,14601 21239,14768"/>
            </emma:interpretation>
          </emma:emma>
        </inkml:annotationXML>
        <inkml:traceGroup>
          <inkml:annotationXML>
            <emma:emma xmlns:emma="http://www.w3.org/2003/04/emma" version="1.0">
              <emma:interpretation id="{8851F5BE-8C2C-4E4A-94A9-0E354DFEEDA9}" emma:medium="tactile" emma:mode="ink">
                <msink:context xmlns:msink="http://schemas.microsoft.com/ink/2010/main" type="inkWord" rotatedBoundingBox="21227,15578 19895,15559 19906,14749 21239,14768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64 681 10127 0,'0'0'896'0,"0"0"-704"0,0 0-192 0,0 0 0 0,-12 2 2352 0,12-2 432 15,-10-7 96-15,10 7 0 16,0 0-2704-16,-9-7-560 0,9 7-96 0,-6-10-32 31,6 10-1072-31,0 0-208 0,0 0-64 0,-9-10 0 16,1 2 1056-16,8 8 208 0,0 0 32 0,0 0 16 0,0 0 2080 0,0 0 400 0,0 0 96 0,0 0 16 0,0 0-464 0,0 0-96 15,0 0-16-15,0 0 0 0,-12 3-640 0,12-3-144 16,0 0-32-16,-10 7 0 0,10-7-400 0,-14 5-96 0,14-5-16 0,-15 3 0 16,-2-1-144-16,6-2 0 15,11 0 0-15,0 0 0 0,-17 0 0 0,5-2 0 16,12 2 0-16,0 0 0 0,0 0 0 0,-13-7 0 0,-1 2 0 0,1 2 0 15,-3 1 0-15,3 1-176 0,1-3 176 0,0 3-192 16,1-3 192-16,-1 3 0 16,0-1 0-16,-3 2 0 0,-2 2 0 0,4 3 0 15,1-4 0-15,12-1-128 0,-14 4 128 0,3-1 192 16,-1 0-32-16,12-3-16 0,-12 5 112 0,12-5 32 16,0 0 0-16,-10 4 0 0,10-4 208 0,0 0 32 0,0 0 16 0,0 0 0 15,0 0-64-15,0 0-16 0,0 0 0 0,0 0 0 16,0 0 672-16,0 0 128 0,0 0 16 0,0 0 16 15,-7-9-960-15,7 9-192 0,0 0-144 0,0 0 192 0,-3-11-192 0,3 11 0 16,0 0 0-16,0 0 0 16,0 0 0-16,0 0 0 0,0 0 144 0,0 0-144 0,0 0 176 0,0 0-48 15,-2-12 0-15,2 12 0 32,0 0-800-32,0 0-160 0,0 0-48 0,0 0 0 0,0 0 752 0,0 0 128 0,0 0 0 0,0 0 0 15,0 0 0-15,0 0 0 0,0 0 0 0,0 0 0 16,0-14 0-16,0 14 0 0,0 0 0 0,0 0 0 15,0 0-176-15,0 0 48 0,0 0 0 0,0 0 0 16,-1-15 832-16,1 15 192 0,0 0 16 0,0 0 16 16,0 0-1520-16,0 0-304 0,0 0-64 0,0 0-16 0,0-13 976 0,0 3 0 15,1 5 144-15,-1 5 0 0,2-5-144 0,-2 5 160 16,0 0-160-16,0 0 160 0,0 0-160 0,0 0 0 16,0 0 0-16,0 0 0 0,0 0 0 0,0 0 0 15,0 0 0-15,0 0 0 0,0 0 128 0,0 0-128 0,0 0 0 0,0 0 128 0,0 0 96 0,0 0 16 31,0 0 0-31,0 0 0 0,0 0-48 0,0 0-16 0,0 0 0 0,13 3 0 16,-13-3 0-16,0 0 0 16,0 0 0-16,0 0 0 0,0 0-320 0,0 0-64 15,0 0-16-15,0 0 0 16,0 0-2256-16,-8 10-448 0,-4-2-80 0</inkml:trace>
          <inkml:trace contextRef="#ctx0" brushRef="#br0" timeOffset="616.0323">-403 627 14559 0,'0'0'640'0,"0"0"144"0,0 0-624 0,0 0-160 16,0 14 0-16,0-14 0 0,0 0 1472 0,0 0 272 16,0 0 48-16,16 8 16 0,-1-3-1424 0,2-3-384 15,-1-4 128-15</inkml:trace>
          <inkml:trace contextRef="#ctx0" brushRef="#br0" timeOffset="-1504.0325">188 72 11967 0,'0'0'1072'0,"0"0"-864"0,0 0-208 0,0 0 0 16,0 0 3280-16,0 0 624 0,0 0 112 0,0 0 16 15,0 0-2624-15,0 0-512 0,0 0-128 0,0 0 0 16,0 0-768-16,0 0 0 0,0-13 0 0,0 13 0 0,0 0-192 0,5-12-16 15,-2 0-16-15,-3 12 0 0,5-10 224 0,-5 10 240 16,0 0-48-16,11-9-16 0,-11 9 1296 0,10-6 256 16,-10 6 48-16,11-4 16 0,-11 4-1440 0,16-1-352 0,-3 1 0 0,2 0 0 15,2-2 672-15,2 0 64 16,1-1 16-16,5 1 0 0,5-1-272 0,4 1-48 16,3-3-16-16,5 3 0 0,5 1-160 0,2-3-16 15,0 1-16-15,-6-2 0 0,-7-2-48 0,-3 1-16 16,-2-1 0-16,-3 0 0 0,-2-1-160 0,-5-1 0 15,-2 1 144-15,-2-1-144 0,-2 3 0 0,-3 1 0 16,-12 5 0-16,13-14-192 0,-13 14 192 0,0 0 0 16,0 0 0-16,0 0 0 15,0 0-976-15,0 0-176 0,0 0-16 0,0 0-16 0,0 0-2208 16,0 0-448-16</inkml:trace>
          <inkml:trace contextRef="#ctx0" brushRef="#br0" timeOffset="-2312.2547">112 47 20159 0,'0'0'896'0,"0"0"176"0,0 0-864 0,0 0-208 15,0 0 0-15,0 0 0 0,4-14 960 0,-1 4 128 16,-3 10 48-16,3-12 0 0,-3 12-1136 0,4-11-368 16,-4 11 0-16,0 0 0 15,0 0-384-15,0 0-80 0,0 0 0 0,0 0-16 0,0 0 512 0,0 0 96 16,0 0 32-16,0 0 0 0,0 0 672 0,0 0 144 16,0 0 32-16,0 0 0 0,-5 11 304 0,5-11 64 15,-7 14 16-15,4 1 0 0,-1 0-144 0,1-1-32 16,3-14 0-16,-7 13 0 0,7-13-304 0,-3 15-64 15,-1-1-16-15,3-1 0 0,-3 2-208 0,3 0-64 0,-1-1 0 0,-1-2 0 16,3-12 976-16,-5 15 192 0,1 0 48 0,1 0 0 31,0 0-1824-31,-1-1-352 0,2 3-80 0,-1-4-16 0,0-3 720 0,1 2 144 0,0-2 0 0,2 0 0 16,-1 2 0-16,1-12 0 0,1 10 0 0,-1-10 0 16,0 0 0-16,9 7-128 0,-9-7 128 0,15 3 0 15,2-3 624-15,0-2 224 0,-2-1 48 0,2 1 16 16,1-1-720-16,1 0-192 0,-3-4 0 0,1 0 0 15,-2 2 0-15,1 2 0 0,-1 1 0 0,0 2 0 16,-2 0 0-16,1 0 0 0,-1 3 0 0,-13-3 0 16,15 5-752-16,-1 2-176 15,-14-7-32-15,15 9-16 0,-2-1 976 0,-13-8 128 0,14 12 64 0,-2-2 16 16,-12-10 112-16,13 10 0 0,-3 0 16 0,-10-10 0 16,12 8-64-16,-12-8-16 0,12 11 0 0,-12-11 0 15,0 0-96-15,0 0-32 0,0 0 0 0,0 0 0 0,10 10-128 0,-10-10 0 16,0 0 0-16,0 0 128 15,0 0-128-15,0 0 0 0,0 0 0 0,-4 13 0 0,4-13 0 0,-8 14 0 16,0-3 0-16,8-11 0 0,-12 14-256 0,2-4 80 16,0 0 16-16,-2-3 0 0,0-2 160 0,0 1-192 15,1-2 192-15,-3 3-192 0,1-1 192 0,-3-1 0 16,1 0 0-16,2 0 0 0,-1-1 0 0,-1-1 0 16,-3 1 0-16,-1-3 0 0,1-1-400 0,-6-1 0 15,-3-1 0-15,2 0 0 16,0 1-704-16,1-3-144 0,2 1-32 0,1-4-4800 15,5 2-960-15,5 0-192 0</inkml:trace>
        </inkml:traceGroup>
        <inkml:traceGroup>
          <inkml:annotationXML>
            <emma:emma xmlns:emma="http://www.w3.org/2003/04/emma" version="1.0">
              <emma:interpretation id="{DB95E48A-96C0-4F73-8967-0E62CD3F3EB0}" emma:medium="tactile" emma:mode="ink">
                <msink:context xmlns:msink="http://schemas.microsoft.com/ink/2010/main" type="inkWord" rotatedBoundingBox="16191,15426 15013,15409 15022,14748 16200,14764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1" timeOffset="5483.9924">-4705-127 6447 0,'0'0'576'0,"0"0"-576"0,0 0 0 0,0 0 0 16,0 0 1680-16,0 0 240 0,0 0 32 0,-8 11 16 15,8-11 80-15,-10 6 32 0,10-6 0 0,0 0 0 0,-15 9-1664 0,15-9-416 16,0 0 0-16,0 0 0 16,0 0 1632-16,0 0 240 0,0 0 48 0,0 0 16 15,0 0-1408-15,0 0-272 0,0 0-64 0,0 0-16 16,0 0-176-16,0 0 0 0,0 0 0 0,0 0 128 15,0 0 0-15,0 0 0 0,0 0 0 0,0 0 0 16,15-4 960-16,-2 3 192 0,-13 1 48 0,15-2 0 16,-1 0-704-16,-1 2-144 0,-13 0-32 0,17 4 0 15,-3-4-928-15,1 1-192 0,0-1-32 0,0 2-16 0,-2 1 720 0,3-1 256 16,-1 0 0-16,0 1 0 0,0 2-128 0,-2 0-128 16,-13-5 192-16,17 4-192 0,-2 2 0 0,-3 1 0 15,-12-7 0-15,14 8 0 0,-14-8 0 0,11 11 0 16,-11-11-128-16,0 0 128 0,0 0-144 0,7 16 144 15,-5-1-128-15,-2-15 128 0,-5 16 0 0,5-16-128 16,-10 16 128-16,1-2 0 0,-2-6-128 0,0 2 128 16,1 1-128-16,0-1 128 0,-2-2-176 0,1 0 176 15,-1 3-208-15,0-5 80 0,0-1-64 0,2 0 0 16,0 0 0-16,2 2 0 0,-1 0 736 0,9-7 144 16,-13 2 16-16,13-2 16 0,-12 8 16 0,4 2 0 0,-1-3 0 0,9-7 0 31,-10 7-2272-31,10-7-464 0,-8 6-96 0,8-6-16 0,-9 10 1744 0,3 0 368 0,6-10 0 0,0 0 0 15,0 0 1056-15,0 0 128 0,-5 9 32 0,5-9 0 16,0 0-768-16,0 0-128 0,0 0-48 0,0 0 0 31,0 0-848-31,0 0-192 0,13 3-16 0,-1 1-16 0,-12-4 800 0,17-4 0 0,-2 1 224 0,0 1-48 16,0 2 16-16,2 0 16 0,1-2 0 0,1 2 0 16,-1 0 112-16,1 4 0 0,1 1 16 0,0 3 0 15,0 6-112-15,2 1-32 0,0-3 0 0,2 1 0 0,1-1-192 0,0 1 176 16,-1 3-176-16,1-3 160 0,-1 0-160 0,-3 3 0 15,0-8 0-15,-3 2 128 16,-3 0-128-16,0 2 0 0,-1-4 0 0,-4 1 128 16,-2-1-128-16,-8-8 0 0,0 0 0 0,7 10 128 0,-7-10-128 0,0 0 0 0,5 10 144 0,-5-10-144 15,0 0 144-15,0 0-144 16,-3 11 192-16,-2-3-192 0,-4-1 144 0,-2-4-144 16,-3 0 0-16,-3 1 144 0,-5 1-144 0,-1 2 0 15,-4-4-160-15,0 2 160 0,-3 0 0 0,1 0 0 16,-1-2 0-16,3 1 0 0,2-1 0 0,1 2 0 15,1-1 0-15,1-3 0 0,0 4 128 0,2-1-128 16,-1-3 192-16,1-1-192 0,2-1 176 0,-1-1-176 16,1 0 160-16,-9 4-160 0,2 1 0 0,9-1 0 15,-2 0 0-15,-12-4 0 0,-1-1 0 0,11 1 0 16,-5 0 0-16,-19 1 0 0,0-1 0 0,12 0 0 0,-6 1 0 0,-16-1 0 16,12-2 0-16,17 3 0 0,-4-1 0 0,-8 0 0 15,8-1 0-15,14 1 0 0,0 1 0 0,-7-1 0 16,4 0 0-16,18 2 0 0,-12-3 0 0,12 3 0 15,-15-3 0-15,15 3 0 0,0 0 0 0,0 0 0 0,0 0 160 0,0 0-160 16,-5-12 160-16,5 12-160 31,-5-9-640-31,5 9-240 0,0 0-32 0,0 0-15024 0</inkml:trace>
          <inkml:trace contextRef="#ctx0" brushRef="#br1" timeOffset="4668.8696">-4693-58 911 0,'0'0'0'0,"0"0"0"0,0 0 0 0,0 0 0 16,0 0 1456-16,0 0 208 0,0 0 32 0,0 0 16 31,-2-15-2048-31,2 15-416 0</inkml:trace>
        </inkml:traceGroup>
        <inkml:traceGroup>
          <inkml:annotationXML>
            <emma:emma xmlns:emma="http://www.w3.org/2003/04/emma" version="1.0">
              <emma:interpretation id="{069E38AF-6B31-4449-A5B9-7EF7332FEDC7}" emma:medium="tactile" emma:mode="ink">
                <msink:context xmlns:msink="http://schemas.microsoft.com/ink/2010/main" type="inkWord" rotatedBoundingBox="11538,15495 10941,15486 10950,14809 11547,14817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2" timeOffset="-10653.016">-9285-46 911 0,'0'0'0'0,"0"0"0"0,0 0 0 0,0 0 0 16,0 0 3040-16,0 0 528 16,0 0 96-16,0 0 32 0,0 0-2160 0,0 0-416 0,0 0-96 0,-6 4 0 15,-1-4-544-15,7 0-96 0,-9 0-32 0,9 0 0 16,-13 0-192-16,5 0-32 0,8 0-128 0,0 0 192 15,0 0 192-15,0 0 16 0,-9 0 16 0,9 0 0 16,0 0 288-16,0 0 64 0,0 0 16 0,0 0 0 0,0 0-624 0,0 0-160 16,0 0 0-16,0 0 0 0,0 0 784 0,0 0 128 15,-5 11 32-15,5-11 0 0,0 0-592 0,0 0-112 16,0 0-32-16,-2 15 0 0,2-15-16 0,-3 14-16 0,3-14 0 0,0 0 0 31,-2 15 96-31,2-15 32 0,0 17 0 0,0-17 0 0,-1 17 848 0,1-4 192 16,0-13 16-16,3 17 16 15,-3-17-896-15,2 20-176 0,1-1-48 0,2-2 0 16,-5-17-896-16,5 18-192 0,-1-1-48 0,1 0 0 16,1 1 880-16,1-4 0 0,-7-14 0 0,0 0 0 15,9 10 0-15,-9-10 160 0,13 12-160 0,-1-2 160 0,-2 0-160 0,0-2 192 0,-10-8-192 0,15 5 192 16,-15-5-192-16,15 5 128 16,-1-3-128-16,-1 1 128 0,1 2-128 0,-1 0 0 15,-13-5 144-15,14 5-144 0,-1-1 0 0,-13-4 144 0,0 0-144 0,0 0 0 16,13 5 128-16,-13-5-128 0,12 3 0 0,-12-3 0 0,0 0 0 15,17 2 0 1,-17-2 0-16,15-3 0 0,-1-4 0 0,-1 2 128 0,-13 5-128 0,17-7 0 16,-4 0 0-16,-1-3 0 0,0 2 0 0,1-2 0 15,1-2 0-15,-2 0 0 16,-2-1-176-16,-2-2 176 0,2-1-256 0,0 1 48 16,-1 0 16-16,-1-2 0 0,-1 4-48 0,1-1 0 0,-1 3 0 0,0 0 0 15,0 3 0-15,-1-2 0 0,1 0 0 0,0 1 0 16,-2 1 240-16,-5 8 0 0,5-10-160 0,-5 10 160 0,7-13 720 0,-2 4 224 0,0 1 32 0,-5 8 16 47,0 0-1664-47,5-12-336 0,-2 2-64 0,-3 10-16 0,3-14 784 0,-3 14 160 0,5-10 144 0,-5 10-208 15,4-8 16-15,-4 8 16 0,3-9 0 0,-3 9 0 16,0 0 176-16,0 0-192 0,0-8 192 0,0 8-192 0,0 0 192 0,0 0 0 16,0 0 0-16,0 0 128 15,0 0 976-15,0 0 208 0,0 0 32 0,0 0 16 31,0 0-1552-31,0 0-320 0,0 0-64 0,0 0-16 0,0 0 784 0,0 0 144 0,0 0 48 0,0 0 0 16,0 0-64-16,0 0 0 0,0 0 0 0,0 0 0 0,0 0 32 0,0 0 0 0,0 0 0 0,0 0 0 16,0 0-160-16,0 0-48 0,0 0 0 0,0 0 0 31,0 0-144-31,0 0 0 0,0 0 144 0,-5 8-144 0,5-8 0 0,-2 12 0 16,-1-3 0-16,1-1 0 0,2-8 0 0,0 13 144 0,0-2-144 15,0 0 0-15,-1 1 176 0,1 2-176 16,0-14 160-16,1 15-160 0,-1 2 192 0,0-2-48 15,2-2-16-15,0 11 0 0,-1 3-128 0,5-9 0 16,-5-3 0-16,3 9 0 0,-3-2 0 0,1-5 0 16,0-1 0-16,-1 0 0 0,1-3 560 0,0 2 80 15,-2-15 0-15,1 17 16 0,-1-17-448 0,0 17-80 0,0 0-128 0,2-4 176 16,-2-13-176-16,2 17 0 16,-1-2 0-16,-1-15 128 0,4 17-128 0,-4-17 0 15,3 17 0-15,0 0 0 0,-3-17 0 0,4 18 0 0,-2-1 0 0,1-2 0 16,-3-15 0-16,0 0 0 0,3 20-144 15,1 7 144-15,-3-8 0 0,-1-19 0 0,0 16 0 0,-1 3-8000 16,-1-4-1552-16,2-15-320 0</inkml:trace>
        </inkml:traceGroup>
        <inkml:traceGroup>
          <inkml:annotationXML>
            <emma:emma xmlns:emma="http://www.w3.org/2003/04/emma" version="1.0">
              <emma:interpretation id="{56904D5C-8BE9-4A42-8055-2FD4AC4B001A}" emma:medium="tactile" emma:mode="ink">
                <msink:context xmlns:msink="http://schemas.microsoft.com/ink/2010/main" type="inkWord" rotatedBoundingBox="9215,16996 9200,16995 9201,16980 9216,16981"/>
              </emma:interpretation>
              <emma:one-of disjunction-type="recognition" id="oneOf3">
                <emma:interpretation id="interp3" emma:lang="" emma:confidence="0">
                  <emma:literal>.</emma:literal>
                </emma:interpretation>
                <emma:interpretation id="interp4" emma:lang="" emma:confidence="0">
                  <emma:literal>,</emma:literal>
                </emma:interpretation>
                <emma:interpretation id="interp5" emma:lang="" emma:confidence="0">
                  <emma:literal>\</emma:literal>
                </emma:interpretation>
                <emma:interpretation id="interp6" emma:lang="" emma:confidence="0">
                  <emma:literal>`</emma:literal>
                </emma:interpretation>
                <emma:interpretation id="interp7" emma:lang="" emma:confidence="0">
                  <emma:literal>'</emma:literal>
                </emma:interpretation>
              </emma:one-of>
            </emma:emma>
          </inkml:annotationXML>
          <inkml:trace contextRef="#ctx1" brushRef="#br1">-11098 2098 0</inkml:trace>
        </inkml:traceGroup>
      </inkml:traceGroup>
    </inkml:traceGroup>
  </inkml:traceGroup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30965-9701-4A59-B9CC-D429662AC74B}" type="datetimeFigureOut">
              <a:rPr lang="en-US" smtClean="0"/>
              <a:t>09-Jan-23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67648-BD55-4E14-8E8B-05D1BC771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867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30965-9701-4A59-B9CC-D429662AC74B}" type="datetimeFigureOut">
              <a:rPr lang="en-US" smtClean="0"/>
              <a:t>09-Jan-23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67648-BD55-4E14-8E8B-05D1BC771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360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30965-9701-4A59-B9CC-D429662AC74B}" type="datetimeFigureOut">
              <a:rPr lang="en-US" smtClean="0"/>
              <a:t>09-Jan-23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67648-BD55-4E14-8E8B-05D1BC771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568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30965-9701-4A59-B9CC-D429662AC74B}" type="datetimeFigureOut">
              <a:rPr lang="en-US" smtClean="0"/>
              <a:t>09-Jan-23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67648-BD55-4E14-8E8B-05D1BC771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092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30965-9701-4A59-B9CC-D429662AC74B}" type="datetimeFigureOut">
              <a:rPr lang="en-US" smtClean="0"/>
              <a:t>09-Jan-23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67648-BD55-4E14-8E8B-05D1BC771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092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30965-9701-4A59-B9CC-D429662AC74B}" type="datetimeFigureOut">
              <a:rPr lang="en-US" smtClean="0"/>
              <a:t>09-Jan-23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67648-BD55-4E14-8E8B-05D1BC771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34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30965-9701-4A59-B9CC-D429662AC74B}" type="datetimeFigureOut">
              <a:rPr lang="en-US" smtClean="0"/>
              <a:t>09-Jan-23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67648-BD55-4E14-8E8B-05D1BC771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574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30965-9701-4A59-B9CC-D429662AC74B}" type="datetimeFigureOut">
              <a:rPr lang="en-US" smtClean="0"/>
              <a:t>09-Jan-23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67648-BD55-4E14-8E8B-05D1BC771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976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30965-9701-4A59-B9CC-D429662AC74B}" type="datetimeFigureOut">
              <a:rPr lang="en-US" smtClean="0"/>
              <a:t>09-Jan-23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67648-BD55-4E14-8E8B-05D1BC771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826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30965-9701-4A59-B9CC-D429662AC74B}" type="datetimeFigureOut">
              <a:rPr lang="en-US" smtClean="0"/>
              <a:t>09-Jan-23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67648-BD55-4E14-8E8B-05D1BC771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7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30965-9701-4A59-B9CC-D429662AC74B}" type="datetimeFigureOut">
              <a:rPr lang="en-US" smtClean="0"/>
              <a:t>09-Jan-23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67648-BD55-4E14-8E8B-05D1BC771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181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130965-9701-4A59-B9CC-D429662AC74B}" type="datetimeFigureOut">
              <a:rPr lang="en-US" smtClean="0"/>
              <a:t>09-Jan-23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467648-BD55-4E14-8E8B-05D1BC771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42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5.emf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9" Type="http://schemas.openxmlformats.org/officeDocument/2006/relationships/image" Target="../media/image218.emf"/><Relationship Id="rId21" Type="http://schemas.openxmlformats.org/officeDocument/2006/relationships/image" Target="../media/image209.emf"/><Relationship Id="rId34" Type="http://schemas.openxmlformats.org/officeDocument/2006/relationships/customXml" Target="../ink/ink17.xml"/><Relationship Id="rId42" Type="http://schemas.openxmlformats.org/officeDocument/2006/relationships/customXml" Target="../ink/ink21.xml"/><Relationship Id="rId47" Type="http://schemas.openxmlformats.org/officeDocument/2006/relationships/image" Target="../media/image222.emf"/><Relationship Id="rId7" Type="http://schemas.openxmlformats.org/officeDocument/2006/relationships/image" Target="../media/image202.emf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9" Type="http://schemas.openxmlformats.org/officeDocument/2006/relationships/image" Target="../media/image213.emf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204.emf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217.emf"/><Relationship Id="rId40" Type="http://schemas.openxmlformats.org/officeDocument/2006/relationships/customXml" Target="../ink/ink20.xml"/><Relationship Id="rId45" Type="http://schemas.openxmlformats.org/officeDocument/2006/relationships/image" Target="../media/image221.emf"/><Relationship Id="rId5" Type="http://schemas.openxmlformats.org/officeDocument/2006/relationships/image" Target="../media/image201.emf"/><Relationship Id="rId15" Type="http://schemas.openxmlformats.org/officeDocument/2006/relationships/image" Target="../media/image206.emf"/><Relationship Id="rId23" Type="http://schemas.openxmlformats.org/officeDocument/2006/relationships/image" Target="../media/image210.emf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10" Type="http://schemas.openxmlformats.org/officeDocument/2006/relationships/customXml" Target="../ink/ink5.xml"/><Relationship Id="rId19" Type="http://schemas.openxmlformats.org/officeDocument/2006/relationships/image" Target="../media/image208.emf"/><Relationship Id="rId31" Type="http://schemas.openxmlformats.org/officeDocument/2006/relationships/image" Target="../media/image214.emf"/><Relationship Id="rId44" Type="http://schemas.openxmlformats.org/officeDocument/2006/relationships/customXml" Target="../ink/ink22.xml"/><Relationship Id="rId4" Type="http://schemas.openxmlformats.org/officeDocument/2006/relationships/customXml" Target="../ink/ink2.xml"/><Relationship Id="rId9" Type="http://schemas.openxmlformats.org/officeDocument/2006/relationships/image" Target="../media/image203.emf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212.emf"/><Relationship Id="rId30" Type="http://schemas.openxmlformats.org/officeDocument/2006/relationships/customXml" Target="../ink/ink15.xml"/><Relationship Id="rId35" Type="http://schemas.openxmlformats.org/officeDocument/2006/relationships/image" Target="../media/image216.emf"/><Relationship Id="rId43" Type="http://schemas.openxmlformats.org/officeDocument/2006/relationships/image" Target="../media/image220.emf"/><Relationship Id="rId8" Type="http://schemas.openxmlformats.org/officeDocument/2006/relationships/customXml" Target="../ink/ink4.xml"/><Relationship Id="rId3" Type="http://schemas.openxmlformats.org/officeDocument/2006/relationships/image" Target="../media/image200.emf"/><Relationship Id="rId12" Type="http://schemas.openxmlformats.org/officeDocument/2006/relationships/customXml" Target="../ink/ink6.xml"/><Relationship Id="rId17" Type="http://schemas.openxmlformats.org/officeDocument/2006/relationships/image" Target="../media/image207.emf"/><Relationship Id="rId25" Type="http://schemas.openxmlformats.org/officeDocument/2006/relationships/image" Target="../media/image211.emf"/><Relationship Id="rId33" Type="http://schemas.openxmlformats.org/officeDocument/2006/relationships/image" Target="../media/image215.emf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20" Type="http://schemas.openxmlformats.org/officeDocument/2006/relationships/customXml" Target="../ink/ink10.xml"/><Relationship Id="rId41" Type="http://schemas.openxmlformats.org/officeDocument/2006/relationships/image" Target="../media/image219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27.xml"/><Relationship Id="rId13" Type="http://schemas.openxmlformats.org/officeDocument/2006/relationships/image" Target="../media/image228.emf"/><Relationship Id="rId18" Type="http://schemas.openxmlformats.org/officeDocument/2006/relationships/customXml" Target="../ink/ink32.xml"/><Relationship Id="rId3" Type="http://schemas.openxmlformats.org/officeDocument/2006/relationships/image" Target="../media/image223.emf"/><Relationship Id="rId21" Type="http://schemas.openxmlformats.org/officeDocument/2006/relationships/image" Target="../media/image232.emf"/><Relationship Id="rId7" Type="http://schemas.openxmlformats.org/officeDocument/2006/relationships/image" Target="../media/image225.emf"/><Relationship Id="rId12" Type="http://schemas.openxmlformats.org/officeDocument/2006/relationships/customXml" Target="../ink/ink29.xml"/><Relationship Id="rId17" Type="http://schemas.openxmlformats.org/officeDocument/2006/relationships/image" Target="../media/image230.emf"/><Relationship Id="rId2" Type="http://schemas.openxmlformats.org/officeDocument/2006/relationships/customXml" Target="../ink/ink24.xml"/><Relationship Id="rId16" Type="http://schemas.openxmlformats.org/officeDocument/2006/relationships/customXml" Target="../ink/ink31.xml"/><Relationship Id="rId20" Type="http://schemas.openxmlformats.org/officeDocument/2006/relationships/customXml" Target="../ink/ink3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6.xml"/><Relationship Id="rId11" Type="http://schemas.openxmlformats.org/officeDocument/2006/relationships/image" Target="../media/image227.emf"/><Relationship Id="rId5" Type="http://schemas.openxmlformats.org/officeDocument/2006/relationships/image" Target="../media/image224.emf"/><Relationship Id="rId15" Type="http://schemas.openxmlformats.org/officeDocument/2006/relationships/image" Target="../media/image229.emf"/><Relationship Id="rId10" Type="http://schemas.openxmlformats.org/officeDocument/2006/relationships/customXml" Target="../ink/ink28.xml"/><Relationship Id="rId19" Type="http://schemas.openxmlformats.org/officeDocument/2006/relationships/image" Target="../media/image231.emf"/><Relationship Id="rId4" Type="http://schemas.openxmlformats.org/officeDocument/2006/relationships/customXml" Target="../ink/ink25.xml"/><Relationship Id="rId9" Type="http://schemas.openxmlformats.org/officeDocument/2006/relationships/image" Target="../media/image226.emf"/><Relationship Id="rId14" Type="http://schemas.openxmlformats.org/officeDocument/2006/relationships/customXml" Target="../ink/ink3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3.emf"/><Relationship Id="rId7" Type="http://schemas.openxmlformats.org/officeDocument/2006/relationships/image" Target="../media/image235.emf"/><Relationship Id="rId2" Type="http://schemas.openxmlformats.org/officeDocument/2006/relationships/customXml" Target="../ink/ink3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6.xml"/><Relationship Id="rId5" Type="http://schemas.openxmlformats.org/officeDocument/2006/relationships/image" Target="../media/image234.emf"/><Relationship Id="rId4" Type="http://schemas.openxmlformats.org/officeDocument/2006/relationships/customXml" Target="../ink/ink3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emf"/><Relationship Id="rId18" Type="http://schemas.openxmlformats.org/officeDocument/2006/relationships/customXml" Target="../ink/ink45.xml"/><Relationship Id="rId26" Type="http://schemas.openxmlformats.org/officeDocument/2006/relationships/customXml" Target="../ink/ink49.xml"/><Relationship Id="rId3" Type="http://schemas.openxmlformats.org/officeDocument/2006/relationships/image" Target="../media/image1.emf"/><Relationship Id="rId21" Type="http://schemas.openxmlformats.org/officeDocument/2006/relationships/image" Target="../media/image10.emf"/><Relationship Id="rId7" Type="http://schemas.openxmlformats.org/officeDocument/2006/relationships/image" Target="../media/image3.emf"/><Relationship Id="rId12" Type="http://schemas.openxmlformats.org/officeDocument/2006/relationships/customXml" Target="../ink/ink42.xml"/><Relationship Id="rId17" Type="http://schemas.openxmlformats.org/officeDocument/2006/relationships/image" Target="../media/image8.emf"/><Relationship Id="rId25" Type="http://schemas.openxmlformats.org/officeDocument/2006/relationships/image" Target="../media/image12.emf"/><Relationship Id="rId33" Type="http://schemas.openxmlformats.org/officeDocument/2006/relationships/image" Target="../media/image16.emf"/><Relationship Id="rId2" Type="http://schemas.openxmlformats.org/officeDocument/2006/relationships/customXml" Target="../ink/ink37.xml"/><Relationship Id="rId16" Type="http://schemas.openxmlformats.org/officeDocument/2006/relationships/customXml" Target="../ink/ink44.xml"/><Relationship Id="rId20" Type="http://schemas.openxmlformats.org/officeDocument/2006/relationships/customXml" Target="../ink/ink46.xml"/><Relationship Id="rId29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9.xml"/><Relationship Id="rId11" Type="http://schemas.openxmlformats.org/officeDocument/2006/relationships/image" Target="../media/image5.emf"/><Relationship Id="rId24" Type="http://schemas.openxmlformats.org/officeDocument/2006/relationships/customXml" Target="../ink/ink48.xml"/><Relationship Id="rId32" Type="http://schemas.openxmlformats.org/officeDocument/2006/relationships/customXml" Target="../ink/ink52.xml"/><Relationship Id="rId5" Type="http://schemas.openxmlformats.org/officeDocument/2006/relationships/image" Target="../media/image2.emf"/><Relationship Id="rId15" Type="http://schemas.openxmlformats.org/officeDocument/2006/relationships/image" Target="../media/image7.emf"/><Relationship Id="rId23" Type="http://schemas.openxmlformats.org/officeDocument/2006/relationships/image" Target="../media/image11.emf"/><Relationship Id="rId28" Type="http://schemas.openxmlformats.org/officeDocument/2006/relationships/customXml" Target="../ink/ink50.xml"/><Relationship Id="rId10" Type="http://schemas.openxmlformats.org/officeDocument/2006/relationships/customXml" Target="../ink/ink41.xml"/><Relationship Id="rId19" Type="http://schemas.openxmlformats.org/officeDocument/2006/relationships/image" Target="../media/image9.emf"/><Relationship Id="rId31" Type="http://schemas.openxmlformats.org/officeDocument/2006/relationships/image" Target="../media/image15.emf"/><Relationship Id="rId4" Type="http://schemas.openxmlformats.org/officeDocument/2006/relationships/customXml" Target="../ink/ink38.xml"/><Relationship Id="rId9" Type="http://schemas.openxmlformats.org/officeDocument/2006/relationships/image" Target="../media/image4.emf"/><Relationship Id="rId14" Type="http://schemas.openxmlformats.org/officeDocument/2006/relationships/customXml" Target="../ink/ink43.xml"/><Relationship Id="rId22" Type="http://schemas.openxmlformats.org/officeDocument/2006/relationships/customXml" Target="../ink/ink47.xml"/><Relationship Id="rId27" Type="http://schemas.openxmlformats.org/officeDocument/2006/relationships/image" Target="../media/image13.emf"/><Relationship Id="rId30" Type="http://schemas.openxmlformats.org/officeDocument/2006/relationships/customXml" Target="../ink/ink51.xml"/><Relationship Id="rId8" Type="http://schemas.openxmlformats.org/officeDocument/2006/relationships/customXml" Target="../ink/ink40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56.xml"/><Relationship Id="rId3" Type="http://schemas.openxmlformats.org/officeDocument/2006/relationships/image" Target="../media/image17.emf"/><Relationship Id="rId7" Type="http://schemas.openxmlformats.org/officeDocument/2006/relationships/image" Target="../media/image19.emf"/><Relationship Id="rId2" Type="http://schemas.openxmlformats.org/officeDocument/2006/relationships/customXml" Target="../ink/ink5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5.xml"/><Relationship Id="rId11" Type="http://schemas.openxmlformats.org/officeDocument/2006/relationships/image" Target="../media/image21.emf"/><Relationship Id="rId5" Type="http://schemas.openxmlformats.org/officeDocument/2006/relationships/image" Target="../media/image18.emf"/><Relationship Id="rId10" Type="http://schemas.openxmlformats.org/officeDocument/2006/relationships/customXml" Target="../ink/ink57.xml"/><Relationship Id="rId4" Type="http://schemas.openxmlformats.org/officeDocument/2006/relationships/customXml" Target="../ink/ink54.xml"/><Relationship Id="rId9" Type="http://schemas.openxmlformats.org/officeDocument/2006/relationships/image" Target="../media/image20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ustomXml" Target="../ink/ink5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Computer based Optimization Technique</a:t>
            </a:r>
            <a:br>
              <a:rPr lang="en-US" dirty="0" smtClean="0"/>
            </a:br>
            <a:r>
              <a:rPr lang="en-US" dirty="0" smtClean="0"/>
              <a:t>Lecture-VIII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580226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Unbalanced Transportation Problem</a:t>
            </a:r>
          </a:p>
          <a:p>
            <a:r>
              <a:rPr lang="en-US" dirty="0" smtClean="0"/>
              <a:t>Assignment Problem</a:t>
            </a:r>
          </a:p>
          <a:p>
            <a:r>
              <a:rPr lang="en-US" dirty="0" smtClean="0"/>
              <a:t>Hungarian Assignment Method</a:t>
            </a:r>
          </a:p>
          <a:p>
            <a:r>
              <a:rPr lang="en-US" dirty="0" smtClean="0"/>
              <a:t>Initial Solution</a:t>
            </a:r>
          </a:p>
          <a:p>
            <a:r>
              <a:rPr lang="en-US" dirty="0" smtClean="0"/>
              <a:t>Complete Solution</a:t>
            </a:r>
          </a:p>
          <a:p>
            <a:r>
              <a:rPr lang="en-US" dirty="0" smtClean="0"/>
              <a:t>Job Sequencing Problem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720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Unbalanced Transportation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 method described works for balanced transportation problem (the total requirements is equal to the total availability)</a:t>
            </a:r>
          </a:p>
          <a:p>
            <a:r>
              <a:rPr lang="en-US" dirty="0" smtClean="0"/>
              <a:t>If the total requirement is not equal to total availability, then it is said to be unbalanced</a:t>
            </a:r>
          </a:p>
          <a:p>
            <a:r>
              <a:rPr lang="en-US" dirty="0" smtClean="0"/>
              <a:t>Create fictitious sources/ destinations with very high associated cost to balance the transportation problem</a:t>
            </a:r>
          </a:p>
          <a:p>
            <a:pPr lvl="1"/>
            <a:r>
              <a:rPr lang="en-US" dirty="0" smtClean="0"/>
              <a:t>As it is a minimization problem, those entries will not be considered in the solution</a:t>
            </a:r>
          </a:p>
          <a:p>
            <a:r>
              <a:rPr lang="en-US" dirty="0" smtClean="0"/>
              <a:t>Follow the steps described earlier (it will ensure that no fictitious source or destination will be there in the final solution and any assignment to the fictitious source-destination should be ignored.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440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928230" cy="1325563"/>
          </a:xfrm>
        </p:spPr>
        <p:txBody>
          <a:bodyPr/>
          <a:lstStyle/>
          <a:p>
            <a:r>
              <a:rPr lang="en-US" dirty="0" smtClean="0"/>
              <a:t>Unbalanced Transportation Problem (Example)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/>
          </p:nvPr>
        </p:nvGraphicFramePr>
        <p:xfrm>
          <a:off x="994911" y="2380890"/>
          <a:ext cx="897763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6273">
                  <a:extLst>
                    <a:ext uri="{9D8B030D-6E8A-4147-A177-3AD203B41FA5}">
                      <a16:colId xmlns:a16="http://schemas.microsoft.com/office/drawing/2014/main" val="296974663"/>
                    </a:ext>
                  </a:extLst>
                </a:gridCol>
                <a:gridCol w="1496273">
                  <a:extLst>
                    <a:ext uri="{9D8B030D-6E8A-4147-A177-3AD203B41FA5}">
                      <a16:colId xmlns:a16="http://schemas.microsoft.com/office/drawing/2014/main" val="2374569809"/>
                    </a:ext>
                  </a:extLst>
                </a:gridCol>
                <a:gridCol w="1496273">
                  <a:extLst>
                    <a:ext uri="{9D8B030D-6E8A-4147-A177-3AD203B41FA5}">
                      <a16:colId xmlns:a16="http://schemas.microsoft.com/office/drawing/2014/main" val="4095639041"/>
                    </a:ext>
                  </a:extLst>
                </a:gridCol>
                <a:gridCol w="1496273">
                  <a:extLst>
                    <a:ext uri="{9D8B030D-6E8A-4147-A177-3AD203B41FA5}">
                      <a16:colId xmlns:a16="http://schemas.microsoft.com/office/drawing/2014/main" val="3858540912"/>
                    </a:ext>
                  </a:extLst>
                </a:gridCol>
                <a:gridCol w="1496273">
                  <a:extLst>
                    <a:ext uri="{9D8B030D-6E8A-4147-A177-3AD203B41FA5}">
                      <a16:colId xmlns:a16="http://schemas.microsoft.com/office/drawing/2014/main" val="4077316359"/>
                    </a:ext>
                  </a:extLst>
                </a:gridCol>
                <a:gridCol w="1496273">
                  <a:extLst>
                    <a:ext uri="{9D8B030D-6E8A-4147-A177-3AD203B41FA5}">
                      <a16:colId xmlns:a16="http://schemas.microsoft.com/office/drawing/2014/main" val="422874960"/>
                    </a:ext>
                  </a:extLst>
                </a:gridCol>
              </a:tblGrid>
              <a:tr h="357638">
                <a:tc>
                  <a:txBody>
                    <a:bodyPr/>
                    <a:lstStyle/>
                    <a:p>
                      <a:r>
                        <a:rPr lang="en-US" dirty="0" smtClean="0"/>
                        <a:t>Fact/Ware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Avail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0971244"/>
                  </a:ext>
                </a:extLst>
              </a:tr>
              <a:tr h="357638">
                <a:tc>
                  <a:txBody>
                    <a:bodyPr/>
                    <a:lstStyle/>
                    <a:p>
                      <a:r>
                        <a:rPr lang="en-US" dirty="0" smtClean="0"/>
                        <a:t>F1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052989"/>
                  </a:ext>
                </a:extLst>
              </a:tr>
              <a:tr h="362605">
                <a:tc>
                  <a:txBody>
                    <a:bodyPr/>
                    <a:lstStyle/>
                    <a:p>
                      <a:r>
                        <a:rPr lang="en-US" dirty="0" smtClean="0"/>
                        <a:t>F2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2149909"/>
                  </a:ext>
                </a:extLst>
              </a:tr>
              <a:tr h="362605">
                <a:tc>
                  <a:txBody>
                    <a:bodyPr/>
                    <a:lstStyle/>
                    <a:p>
                      <a:r>
                        <a:rPr lang="en-US" dirty="0" smtClean="0"/>
                        <a:t>F3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429588"/>
                  </a:ext>
                </a:extLst>
              </a:tr>
              <a:tr h="362605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Req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452703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38200" y="4479985"/>
            <a:ext cx="104451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Let us say that the availability at F3 is 16 instead of 18  </a:t>
            </a:r>
            <a:r>
              <a:rPr lang="en-US" sz="2400" dirty="0" smtClean="0">
                <a:sym typeface="Wingdings" panose="05000000000000000000" pitchFamily="2" charset="2"/>
              </a:rPr>
              <a:t> Unbalanced</a:t>
            </a:r>
          </a:p>
          <a:p>
            <a:r>
              <a:rPr lang="en-US" sz="2400" dirty="0">
                <a:sym typeface="Wingdings" panose="05000000000000000000" pitchFamily="2" charset="2"/>
              </a:rPr>
              <a:t>	</a:t>
            </a:r>
            <a:r>
              <a:rPr lang="en-US" sz="2400" dirty="0" smtClean="0">
                <a:sym typeface="Wingdings" panose="05000000000000000000" pitchFamily="2" charset="2"/>
              </a:rPr>
              <a:t>Create a fictitious source F4 with cost 999 and avail =2 (To make balanced)</a:t>
            </a:r>
          </a:p>
          <a:p>
            <a:r>
              <a:rPr lang="en-US" sz="2400" dirty="0" smtClean="0">
                <a:sym typeface="Wingdings" panose="05000000000000000000" pitchFamily="2" charset="2"/>
              </a:rPr>
              <a:t>Let us say the requirement at W2 is 5 instead of 8  Unbalanced</a:t>
            </a:r>
          </a:p>
          <a:p>
            <a:r>
              <a:rPr lang="en-US" sz="2400" dirty="0">
                <a:sym typeface="Wingdings" panose="05000000000000000000" pitchFamily="2" charset="2"/>
              </a:rPr>
              <a:t>	</a:t>
            </a:r>
            <a:r>
              <a:rPr lang="en-US" sz="2400" dirty="0" smtClean="0">
                <a:sym typeface="Wingdings" panose="05000000000000000000" pitchFamily="2" charset="2"/>
              </a:rPr>
              <a:t>Create a fictitious W5 with cost factor 999 and requirement = 3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6945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Assignment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Objective is to assign a </a:t>
            </a:r>
            <a:r>
              <a:rPr lang="en-US" smtClean="0"/>
              <a:t>number </a:t>
            </a:r>
            <a:r>
              <a:rPr lang="en-US" smtClean="0"/>
              <a:t>or </a:t>
            </a:r>
            <a:r>
              <a:rPr lang="en-US" dirty="0" smtClean="0"/>
              <a:t>origins/ jobs to equal number of destinations/ persons at a minimum cost.</a:t>
            </a:r>
          </a:p>
          <a:p>
            <a:r>
              <a:rPr lang="en-US" dirty="0" smtClean="0"/>
              <a:t>Example: If n jobs are to be done by n persons and each person can do a job with a cost ‘</a:t>
            </a:r>
            <a:r>
              <a:rPr lang="en-US" dirty="0" err="1" smtClean="0"/>
              <a:t>c</a:t>
            </a:r>
            <a:r>
              <a:rPr lang="en-US" baseline="-25000" dirty="0" err="1" smtClean="0"/>
              <a:t>ij</a:t>
            </a:r>
            <a:r>
              <a:rPr lang="en-US" dirty="0" smtClean="0"/>
              <a:t>’</a:t>
            </a:r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3" name="Ink 12"/>
              <p14:cNvContentPartPr/>
              <p14:nvPr/>
            </p14:nvContentPartPr>
            <p14:xfrm>
              <a:off x="8128270" y="3717059"/>
              <a:ext cx="7200" cy="11520"/>
            </p14:xfrm>
          </p:contentPart>
        </mc:Choice>
        <mc:Fallback xmlns="">
          <p:pic>
            <p:nvPicPr>
              <p:cNvPr id="13" name="Ink 1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18910" y="3707699"/>
                <a:ext cx="2664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Ink 13"/>
              <p14:cNvContentPartPr/>
              <p14:nvPr/>
            </p14:nvContentPartPr>
            <p14:xfrm>
              <a:off x="3141190" y="3690419"/>
              <a:ext cx="5567400" cy="3103200"/>
            </p14:xfrm>
          </p:contentPart>
        </mc:Choice>
        <mc:Fallback xmlns="">
          <p:pic>
            <p:nvPicPr>
              <p:cNvPr id="14" name="Ink 1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23910" y="3673859"/>
                <a:ext cx="5605920" cy="314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" name="Ink 16"/>
              <p14:cNvContentPartPr/>
              <p14:nvPr/>
            </p14:nvContentPartPr>
            <p14:xfrm>
              <a:off x="1259470" y="4741619"/>
              <a:ext cx="326160" cy="660240"/>
            </p14:xfrm>
          </p:contentPart>
        </mc:Choice>
        <mc:Fallback xmlns="">
          <p:pic>
            <p:nvPicPr>
              <p:cNvPr id="17" name="Ink 16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49030" y="4720019"/>
                <a:ext cx="356400" cy="70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/>
              <p14:cNvContentPartPr/>
              <p14:nvPr/>
            </p14:nvContentPartPr>
            <p14:xfrm>
              <a:off x="1548550" y="5079299"/>
              <a:ext cx="524160" cy="224280"/>
            </p14:xfrm>
          </p:contentPart>
        </mc:Choice>
        <mc:Fallback xmlns="">
          <p:pic>
            <p:nvPicPr>
              <p:cNvPr id="20" name="Ink 19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29110" y="5060219"/>
                <a:ext cx="55440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4" name="Ink 33"/>
              <p14:cNvContentPartPr/>
              <p14:nvPr/>
            </p14:nvContentPartPr>
            <p14:xfrm>
              <a:off x="2827630" y="3926579"/>
              <a:ext cx="920520" cy="2821680"/>
            </p14:xfrm>
          </p:contentPart>
        </mc:Choice>
        <mc:Fallback xmlns="">
          <p:pic>
            <p:nvPicPr>
              <p:cNvPr id="34" name="Ink 33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806750" y="3905699"/>
                <a:ext cx="957960" cy="28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8" name="Ink 47"/>
              <p14:cNvContentPartPr/>
              <p14:nvPr/>
            </p14:nvContentPartPr>
            <p14:xfrm>
              <a:off x="3466990" y="3098579"/>
              <a:ext cx="4607280" cy="603720"/>
            </p14:xfrm>
          </p:contentPart>
        </mc:Choice>
        <mc:Fallback xmlns="">
          <p:pic>
            <p:nvPicPr>
              <p:cNvPr id="48" name="Ink 47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449350" y="3083819"/>
                <a:ext cx="4637520" cy="63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3" name="Ink 52"/>
              <p14:cNvContentPartPr/>
              <p14:nvPr/>
            </p14:nvContentPartPr>
            <p14:xfrm>
              <a:off x="7660990" y="3935579"/>
              <a:ext cx="510840" cy="258840"/>
            </p14:xfrm>
          </p:contentPart>
        </mc:Choice>
        <mc:Fallback xmlns="">
          <p:pic>
            <p:nvPicPr>
              <p:cNvPr id="53" name="Ink 52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643710" y="3917579"/>
                <a:ext cx="547920" cy="2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7" name="Ink 56"/>
              <p14:cNvContentPartPr/>
              <p14:nvPr/>
            </p14:nvContentPartPr>
            <p14:xfrm>
              <a:off x="3504430" y="6454139"/>
              <a:ext cx="614160" cy="205560"/>
            </p14:xfrm>
          </p:contentPart>
        </mc:Choice>
        <mc:Fallback xmlns="">
          <p:pic>
            <p:nvPicPr>
              <p:cNvPr id="57" name="Ink 56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484990" y="6435779"/>
                <a:ext cx="64908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4" name="Ink 63"/>
              <p14:cNvContentPartPr/>
              <p14:nvPr/>
            </p14:nvContentPartPr>
            <p14:xfrm>
              <a:off x="3305350" y="3933059"/>
              <a:ext cx="301320" cy="137880"/>
            </p14:xfrm>
          </p:contentPart>
        </mc:Choice>
        <mc:Fallback xmlns="">
          <p:pic>
            <p:nvPicPr>
              <p:cNvPr id="64" name="Ink 63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288430" y="3916139"/>
                <a:ext cx="33624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7" name="Ink 66"/>
              <p14:cNvContentPartPr/>
              <p14:nvPr/>
            </p14:nvContentPartPr>
            <p14:xfrm>
              <a:off x="7990390" y="6357299"/>
              <a:ext cx="574560" cy="181080"/>
            </p14:xfrm>
          </p:contentPart>
        </mc:Choice>
        <mc:Fallback xmlns="">
          <p:pic>
            <p:nvPicPr>
              <p:cNvPr id="67" name="Ink 66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967710" y="6337139"/>
                <a:ext cx="60804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2" name="Ink 71"/>
              <p14:cNvContentPartPr/>
              <p14:nvPr/>
            </p14:nvContentPartPr>
            <p14:xfrm>
              <a:off x="6933430" y="4465139"/>
              <a:ext cx="30960" cy="34200"/>
            </p14:xfrm>
          </p:contentPart>
        </mc:Choice>
        <mc:Fallback xmlns="">
          <p:pic>
            <p:nvPicPr>
              <p:cNvPr id="72" name="Ink 71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924430" y="4456139"/>
                <a:ext cx="5472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3" name="Ink 72"/>
              <p14:cNvContentPartPr/>
              <p14:nvPr/>
            </p14:nvContentPartPr>
            <p14:xfrm>
              <a:off x="4383550" y="5571779"/>
              <a:ext cx="41400" cy="56160"/>
            </p14:xfrm>
          </p:contentPart>
        </mc:Choice>
        <mc:Fallback xmlns="">
          <p:pic>
            <p:nvPicPr>
              <p:cNvPr id="73" name="Ink 72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359430" y="5556659"/>
                <a:ext cx="8100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74" name="Ink 73"/>
              <p14:cNvContentPartPr/>
              <p14:nvPr/>
            </p14:nvContentPartPr>
            <p14:xfrm>
              <a:off x="5217310" y="5440739"/>
              <a:ext cx="110160" cy="54000"/>
            </p14:xfrm>
          </p:contentPart>
        </mc:Choice>
        <mc:Fallback xmlns="">
          <p:pic>
            <p:nvPicPr>
              <p:cNvPr id="74" name="Ink 73"/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205790" y="5429219"/>
                <a:ext cx="14256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75" name="Ink 74"/>
              <p14:cNvContentPartPr/>
              <p14:nvPr/>
            </p14:nvContentPartPr>
            <p14:xfrm>
              <a:off x="5779630" y="4443899"/>
              <a:ext cx="279360" cy="43920"/>
            </p14:xfrm>
          </p:contentPart>
        </mc:Choice>
        <mc:Fallback xmlns="">
          <p:pic>
            <p:nvPicPr>
              <p:cNvPr id="75" name="Ink 74"/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774230" y="4434899"/>
                <a:ext cx="29376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76" name="Ink 75"/>
              <p14:cNvContentPartPr/>
              <p14:nvPr/>
            </p14:nvContentPartPr>
            <p14:xfrm>
              <a:off x="5058550" y="4500779"/>
              <a:ext cx="179280" cy="24480"/>
            </p14:xfrm>
          </p:contentPart>
        </mc:Choice>
        <mc:Fallback xmlns="">
          <p:pic>
            <p:nvPicPr>
              <p:cNvPr id="76" name="Ink 75"/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040910" y="4483139"/>
                <a:ext cx="20808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77" name="Ink 76"/>
              <p14:cNvContentPartPr/>
              <p14:nvPr/>
            </p14:nvContentPartPr>
            <p14:xfrm>
              <a:off x="4324510" y="4489979"/>
              <a:ext cx="19080" cy="9720"/>
            </p14:xfrm>
          </p:contentPart>
        </mc:Choice>
        <mc:Fallback xmlns="">
          <p:pic>
            <p:nvPicPr>
              <p:cNvPr id="77" name="Ink 76"/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309030" y="4474499"/>
                <a:ext cx="5220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78" name="Ink 77"/>
              <p14:cNvContentPartPr/>
              <p14:nvPr/>
            </p14:nvContentPartPr>
            <p14:xfrm>
              <a:off x="3676510" y="6096659"/>
              <a:ext cx="33480" cy="142200"/>
            </p14:xfrm>
          </p:contentPart>
        </mc:Choice>
        <mc:Fallback xmlns="">
          <p:pic>
            <p:nvPicPr>
              <p:cNvPr id="78" name="Ink 77"/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661390" y="6084419"/>
                <a:ext cx="6192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79" name="Ink 78"/>
              <p14:cNvContentPartPr/>
              <p14:nvPr/>
            </p14:nvContentPartPr>
            <p14:xfrm>
              <a:off x="5954590" y="5380259"/>
              <a:ext cx="280080" cy="27000"/>
            </p14:xfrm>
          </p:contentPart>
        </mc:Choice>
        <mc:Fallback xmlns="">
          <p:pic>
            <p:nvPicPr>
              <p:cNvPr id="79" name="Ink 78"/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939470" y="5362619"/>
                <a:ext cx="31536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80" name="Ink 79"/>
              <p14:cNvContentPartPr/>
              <p14:nvPr/>
            </p14:nvContentPartPr>
            <p14:xfrm>
              <a:off x="6757030" y="5344619"/>
              <a:ext cx="145080" cy="40680"/>
            </p14:xfrm>
          </p:contentPart>
        </mc:Choice>
        <mc:Fallback xmlns="">
          <p:pic>
            <p:nvPicPr>
              <p:cNvPr id="80" name="Ink 79"/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736510" y="5321219"/>
                <a:ext cx="18900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81" name="Ink 80"/>
              <p14:cNvContentPartPr/>
              <p14:nvPr/>
            </p14:nvContentPartPr>
            <p14:xfrm>
              <a:off x="7810750" y="4461179"/>
              <a:ext cx="2520" cy="51480"/>
            </p14:xfrm>
          </p:contentPart>
        </mc:Choice>
        <mc:Fallback xmlns="">
          <p:pic>
            <p:nvPicPr>
              <p:cNvPr id="81" name="Ink 80"/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788070" y="4438499"/>
                <a:ext cx="4716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82" name="Ink 81"/>
              <p14:cNvContentPartPr/>
              <p14:nvPr/>
            </p14:nvContentPartPr>
            <p14:xfrm>
              <a:off x="7829830" y="4971299"/>
              <a:ext cx="4680" cy="85680"/>
            </p14:xfrm>
          </p:contentPart>
        </mc:Choice>
        <mc:Fallback xmlns="">
          <p:pic>
            <p:nvPicPr>
              <p:cNvPr id="82" name="Ink 81"/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819750" y="4962659"/>
                <a:ext cx="2988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83" name="Ink 82"/>
              <p14:cNvContentPartPr/>
              <p14:nvPr/>
            </p14:nvContentPartPr>
            <p14:xfrm>
              <a:off x="7872670" y="5413379"/>
              <a:ext cx="23040" cy="26640"/>
            </p14:xfrm>
          </p:contentPart>
        </mc:Choice>
        <mc:Fallback xmlns="">
          <p:pic>
            <p:nvPicPr>
              <p:cNvPr id="83" name="Ink 82"/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850350" y="5391059"/>
                <a:ext cx="6696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84" name="Ink 83"/>
              <p14:cNvContentPartPr/>
              <p14:nvPr/>
            </p14:nvContentPartPr>
            <p14:xfrm>
              <a:off x="7951870" y="5580059"/>
              <a:ext cx="18360" cy="107640"/>
            </p14:xfrm>
          </p:contentPart>
        </mc:Choice>
        <mc:Fallback xmlns="">
          <p:pic>
            <p:nvPicPr>
              <p:cNvPr id="84" name="Ink 83"/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927750" y="5562059"/>
                <a:ext cx="60480" cy="149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73480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1" name="Ink 80"/>
              <p14:cNvContentPartPr/>
              <p14:nvPr/>
            </p14:nvContentPartPr>
            <p14:xfrm>
              <a:off x="5216230" y="2727059"/>
              <a:ext cx="1297800" cy="1006560"/>
            </p14:xfrm>
          </p:contentPart>
        </mc:Choice>
        <mc:Fallback xmlns="">
          <p:pic>
            <p:nvPicPr>
              <p:cNvPr id="81" name="Ink 80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01470" y="2705459"/>
                <a:ext cx="1333440" cy="10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4" name="Ink 113"/>
              <p14:cNvContentPartPr/>
              <p14:nvPr/>
            </p14:nvContentPartPr>
            <p14:xfrm>
              <a:off x="6628870" y="3031979"/>
              <a:ext cx="1696320" cy="919080"/>
            </p14:xfrm>
          </p:contentPart>
        </mc:Choice>
        <mc:Fallback xmlns="">
          <p:pic>
            <p:nvPicPr>
              <p:cNvPr id="114" name="Ink 11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06910" y="3011819"/>
                <a:ext cx="1734840" cy="9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4" name="Ink 123"/>
              <p14:cNvContentPartPr/>
              <p14:nvPr/>
            </p14:nvContentPartPr>
            <p14:xfrm>
              <a:off x="1676710" y="3060059"/>
              <a:ext cx="3682080" cy="713160"/>
            </p14:xfrm>
          </p:contentPart>
        </mc:Choice>
        <mc:Fallback xmlns="">
          <p:pic>
            <p:nvPicPr>
              <p:cNvPr id="124" name="Ink 123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55110" y="3040619"/>
                <a:ext cx="3714840" cy="75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7" name="Ink 136"/>
              <p14:cNvContentPartPr/>
              <p14:nvPr/>
            </p14:nvContentPartPr>
            <p14:xfrm>
              <a:off x="1669870" y="4344899"/>
              <a:ext cx="3072240" cy="1191240"/>
            </p14:xfrm>
          </p:contentPart>
        </mc:Choice>
        <mc:Fallback xmlns="">
          <p:pic>
            <p:nvPicPr>
              <p:cNvPr id="137" name="Ink 136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655830" y="4334459"/>
                <a:ext cx="3097440" cy="122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43" name="Ink 142"/>
              <p14:cNvContentPartPr/>
              <p14:nvPr/>
            </p14:nvContentPartPr>
            <p14:xfrm>
              <a:off x="7372630" y="2890499"/>
              <a:ext cx="1275120" cy="304200"/>
            </p14:xfrm>
          </p:contentPart>
        </mc:Choice>
        <mc:Fallback xmlns="">
          <p:pic>
            <p:nvPicPr>
              <p:cNvPr id="143" name="Ink 142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358230" y="2867459"/>
                <a:ext cx="1301400" cy="34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44" name="Ink 143"/>
              <p14:cNvContentPartPr/>
              <p14:nvPr/>
            </p14:nvContentPartPr>
            <p14:xfrm>
              <a:off x="5162950" y="2857379"/>
              <a:ext cx="5025960" cy="1458360"/>
            </p14:xfrm>
          </p:contentPart>
        </mc:Choice>
        <mc:Fallback xmlns="">
          <p:pic>
            <p:nvPicPr>
              <p:cNvPr id="144" name="Ink 143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146030" y="2833259"/>
                <a:ext cx="5059080" cy="150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45" name="Ink 144"/>
              <p14:cNvContentPartPr/>
              <p14:nvPr/>
            </p14:nvContentPartPr>
            <p14:xfrm>
              <a:off x="2781550" y="3836939"/>
              <a:ext cx="7660080" cy="2246760"/>
            </p14:xfrm>
          </p:contentPart>
        </mc:Choice>
        <mc:Fallback xmlns="">
          <p:pic>
            <p:nvPicPr>
              <p:cNvPr id="145" name="Ink 144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759230" y="3814979"/>
                <a:ext cx="7698240" cy="228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9" name="Ink 148"/>
              <p14:cNvContentPartPr/>
              <p14:nvPr/>
            </p14:nvContentPartPr>
            <p14:xfrm>
              <a:off x="2669230" y="5960939"/>
              <a:ext cx="523800" cy="305280"/>
            </p14:xfrm>
          </p:contentPart>
        </mc:Choice>
        <mc:Fallback xmlns="">
          <p:pic>
            <p:nvPicPr>
              <p:cNvPr id="149" name="Ink 148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658430" y="5945459"/>
                <a:ext cx="553680" cy="34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50" name="Ink 149"/>
              <p14:cNvContentPartPr/>
              <p14:nvPr/>
            </p14:nvContentPartPr>
            <p14:xfrm>
              <a:off x="6594670" y="5335259"/>
              <a:ext cx="1480320" cy="848520"/>
            </p14:xfrm>
          </p:contentPart>
        </mc:Choice>
        <mc:Fallback xmlns="">
          <p:pic>
            <p:nvPicPr>
              <p:cNvPr id="150" name="Ink 149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583870" y="5320499"/>
                <a:ext cx="1506960" cy="88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54" name="Ink 153"/>
              <p14:cNvContentPartPr/>
              <p14:nvPr/>
            </p14:nvContentPartPr>
            <p14:xfrm>
              <a:off x="6026590" y="2689619"/>
              <a:ext cx="312840" cy="226080"/>
            </p14:xfrm>
          </p:contentPart>
        </mc:Choice>
        <mc:Fallback xmlns="">
          <p:pic>
            <p:nvPicPr>
              <p:cNvPr id="154" name="Ink 153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019750" y="2666219"/>
                <a:ext cx="340920" cy="271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65968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/>
              <p14:cNvContentPartPr/>
              <p14:nvPr/>
            </p14:nvContentPartPr>
            <p14:xfrm>
              <a:off x="2574910" y="2619059"/>
              <a:ext cx="5630760" cy="304452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57990" y="2596019"/>
                <a:ext cx="5671800" cy="309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/>
              <p14:cNvContentPartPr/>
              <p14:nvPr/>
            </p14:nvContentPartPr>
            <p14:xfrm>
              <a:off x="1754830" y="2772779"/>
              <a:ext cx="679680" cy="2683800"/>
            </p14:xfrm>
          </p:contentPart>
        </mc:Choice>
        <mc:Fallback xmlns="">
          <p:pic>
            <p:nvPicPr>
              <p:cNvPr id="16" name="Ink 15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40430" y="2749739"/>
                <a:ext cx="716760" cy="27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0" name="Ink 29"/>
              <p14:cNvContentPartPr/>
              <p14:nvPr/>
            </p14:nvContentPartPr>
            <p14:xfrm>
              <a:off x="2809990" y="2081579"/>
              <a:ext cx="4620240" cy="3439440"/>
            </p14:xfrm>
          </p:contentPart>
        </mc:Choice>
        <mc:Fallback xmlns="">
          <p:pic>
            <p:nvPicPr>
              <p:cNvPr id="30" name="Ink 29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89110" y="2060337"/>
                <a:ext cx="4664520" cy="348120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2401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Computational Procedure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Subtract the </a:t>
            </a:r>
            <a:r>
              <a:rPr lang="en-US" dirty="0" err="1" smtClean="0"/>
              <a:t>smalles</a:t>
            </a:r>
            <a:r>
              <a:rPr lang="en-US" dirty="0" smtClean="0"/>
              <a:t> element of each row from all the elements of that row.</a:t>
            </a:r>
          </a:p>
          <a:p>
            <a:r>
              <a:rPr lang="en-US" dirty="0" smtClean="0"/>
              <a:t>Subtract the smallest element of each column from each element of that column</a:t>
            </a:r>
          </a:p>
          <a:p>
            <a:r>
              <a:rPr lang="en-US" dirty="0" smtClean="0"/>
              <a:t>Starting with row 1 examine each row one by one until exactly one zero element is found. Then make an experimental assignment. Cross all other zeros in that column</a:t>
            </a:r>
          </a:p>
          <a:p>
            <a:r>
              <a:rPr lang="en-US" dirty="0" smtClean="0"/>
              <a:t>Do the same thing for each column also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665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Hungarian Assignment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Step-1: Subtract the minimum of each row from all the elements of that row</a:t>
            </a:r>
          </a:p>
          <a:p>
            <a:r>
              <a:rPr lang="en-US" dirty="0" smtClean="0"/>
              <a:t>Step-2: Subtract minimum element of each column from all elements from that column</a:t>
            </a:r>
          </a:p>
          <a:p>
            <a:pPr lvl="1"/>
            <a:r>
              <a:rPr lang="en-US" dirty="0" smtClean="0"/>
              <a:t>The resultant matrix is the first modified matrix</a:t>
            </a:r>
          </a:p>
          <a:p>
            <a:r>
              <a:rPr lang="en-US" dirty="0" smtClean="0"/>
              <a:t>Step-3: </a:t>
            </a:r>
            <a:r>
              <a:rPr lang="en-US" dirty="0"/>
              <a:t>D</a:t>
            </a:r>
            <a:r>
              <a:rPr lang="en-US" dirty="0" smtClean="0"/>
              <a:t>raw minimum no. of horizontal and vertical lines to cover all zeros in the resulting matrix. Let minimum number of lines be ‘N’</a:t>
            </a:r>
          </a:p>
          <a:p>
            <a:pPr lvl="1"/>
            <a:r>
              <a:rPr lang="en-US" dirty="0" smtClean="0"/>
              <a:t>If N = n (rows/ cols of the matrix), then an optimal assignment can be made. Make zero assignments and obtain the optimal solution</a:t>
            </a:r>
          </a:p>
          <a:p>
            <a:pPr lvl="1"/>
            <a:r>
              <a:rPr lang="en-US" dirty="0" smtClean="0"/>
              <a:t>If N &lt; n go to step-4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941864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Hungarian method </a:t>
            </a:r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41252"/>
            <a:ext cx="10515600" cy="5141343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Step-4: Determine the smallest element (s) in the matrix, not covered by the N lines. Subtract ‘s’ from all uncovered elements and add ‘s’ to the intersection of horizontal and vertical lines (2</a:t>
            </a:r>
            <a:r>
              <a:rPr lang="en-US" baseline="30000" dirty="0" smtClean="0"/>
              <a:t>nd</a:t>
            </a:r>
            <a:r>
              <a:rPr lang="en-US" dirty="0" smtClean="0"/>
              <a:t> modified matrix)</a:t>
            </a:r>
          </a:p>
          <a:p>
            <a:pPr lvl="1"/>
            <a:r>
              <a:rPr lang="en-US" dirty="0" smtClean="0"/>
              <a:t>Mark all rows which do not have only single zero (could not be assigned)</a:t>
            </a:r>
          </a:p>
          <a:p>
            <a:pPr lvl="1"/>
            <a:r>
              <a:rPr lang="en-US" dirty="0" smtClean="0"/>
              <a:t>Mark the column(s) which has/ have zeros in the marked rows</a:t>
            </a:r>
          </a:p>
          <a:p>
            <a:pPr lvl="1"/>
            <a:r>
              <a:rPr lang="en-US" dirty="0" smtClean="0"/>
              <a:t>Mark the rows which have assignments in the marked columns</a:t>
            </a:r>
          </a:p>
          <a:p>
            <a:pPr lvl="1"/>
            <a:r>
              <a:rPr lang="en-US" dirty="0" smtClean="0"/>
              <a:t>Draw lines through marked columns and unmarked rows </a:t>
            </a:r>
            <a:endParaRPr lang="en-US" dirty="0"/>
          </a:p>
          <a:p>
            <a:r>
              <a:rPr lang="en-US" dirty="0" smtClean="0"/>
              <a:t>Step-5: Repeat Steps 3 and 4 until the minimum </a:t>
            </a:r>
            <a:r>
              <a:rPr lang="en-US" dirty="0" err="1" smtClean="0"/>
              <a:t>numbe</a:t>
            </a:r>
            <a:r>
              <a:rPr lang="en-US" dirty="0" smtClean="0"/>
              <a:t> </a:t>
            </a:r>
            <a:r>
              <a:rPr lang="en-US" dirty="0" err="1" smtClean="0"/>
              <a:t>rof</a:t>
            </a:r>
            <a:r>
              <a:rPr lang="en-US" dirty="0" smtClean="0"/>
              <a:t> lines required to cover all zeroes </a:t>
            </a:r>
            <a:r>
              <a:rPr lang="en-US" dirty="0" err="1" smtClean="0"/>
              <a:t>i.e</a:t>
            </a:r>
            <a:r>
              <a:rPr lang="en-US" dirty="0" smtClean="0"/>
              <a:t> N = n</a:t>
            </a:r>
          </a:p>
          <a:p>
            <a:r>
              <a:rPr lang="en-US" dirty="0" smtClean="0"/>
              <a:t>Step-6: Make Zero assignment</a:t>
            </a:r>
          </a:p>
          <a:p>
            <a:pPr lvl="1"/>
            <a:r>
              <a:rPr lang="en-US" dirty="0" smtClean="0"/>
              <a:t>Examine the rows successively until a single zero is found in a row, mark this as assigned and strike out all other zeros in the corresponding column. Continue for all rows.</a:t>
            </a:r>
          </a:p>
          <a:p>
            <a:pPr lvl="1"/>
            <a:r>
              <a:rPr lang="en-US" dirty="0" smtClean="0"/>
              <a:t>Do the same exercise for columns also.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961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Hungarian method </a:t>
            </a:r>
            <a:r>
              <a:rPr lang="en-US" dirty="0" err="1"/>
              <a:t>contd</a:t>
            </a:r>
            <a:r>
              <a:rPr lang="en-US" dirty="0"/>
              <a:t>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Step-7: Repeat Step-6 successively until the following situation arises</a:t>
            </a:r>
          </a:p>
          <a:p>
            <a:pPr lvl="1"/>
            <a:r>
              <a:rPr lang="en-US" dirty="0" err="1" smtClean="0"/>
              <a:t>i</a:t>
            </a:r>
            <a:r>
              <a:rPr lang="en-US" dirty="0" smtClean="0"/>
              <a:t>) if no unassigned zero exists, the solution is optimal</a:t>
            </a:r>
          </a:p>
          <a:p>
            <a:pPr lvl="1"/>
            <a:r>
              <a:rPr lang="en-US" dirty="0" smtClean="0"/>
              <a:t>Ii) if more than one unmarked zeros in any col or row , then mark anyone arbitrarily and cross all others zeros in the corresponding row/col. </a:t>
            </a:r>
          </a:p>
          <a:p>
            <a:pPr lvl="1"/>
            <a:r>
              <a:rPr lang="en-US" dirty="0" smtClean="0"/>
              <a:t>Repeat (ii) until no unmarked zero exists in the matrix</a:t>
            </a:r>
          </a:p>
          <a:p>
            <a:r>
              <a:rPr lang="en-US" dirty="0" smtClean="0"/>
              <a:t>Step-8 Assign the zero positions to the corresponding rows and columns and this will give an optimal solution.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436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8056027"/>
              </p:ext>
            </p:extLst>
          </p:nvPr>
        </p:nvGraphicFramePr>
        <p:xfrm>
          <a:off x="746185" y="91236"/>
          <a:ext cx="1049115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8526">
                  <a:extLst>
                    <a:ext uri="{9D8B030D-6E8A-4147-A177-3AD203B41FA5}">
                      <a16:colId xmlns:a16="http://schemas.microsoft.com/office/drawing/2014/main" val="1287641084"/>
                    </a:ext>
                  </a:extLst>
                </a:gridCol>
                <a:gridCol w="1748526">
                  <a:extLst>
                    <a:ext uri="{9D8B030D-6E8A-4147-A177-3AD203B41FA5}">
                      <a16:colId xmlns:a16="http://schemas.microsoft.com/office/drawing/2014/main" val="2862335646"/>
                    </a:ext>
                  </a:extLst>
                </a:gridCol>
                <a:gridCol w="1748526">
                  <a:extLst>
                    <a:ext uri="{9D8B030D-6E8A-4147-A177-3AD203B41FA5}">
                      <a16:colId xmlns:a16="http://schemas.microsoft.com/office/drawing/2014/main" val="3110748005"/>
                    </a:ext>
                  </a:extLst>
                </a:gridCol>
                <a:gridCol w="1748526">
                  <a:extLst>
                    <a:ext uri="{9D8B030D-6E8A-4147-A177-3AD203B41FA5}">
                      <a16:colId xmlns:a16="http://schemas.microsoft.com/office/drawing/2014/main" val="1390336891"/>
                    </a:ext>
                  </a:extLst>
                </a:gridCol>
                <a:gridCol w="1748526">
                  <a:extLst>
                    <a:ext uri="{9D8B030D-6E8A-4147-A177-3AD203B41FA5}">
                      <a16:colId xmlns:a16="http://schemas.microsoft.com/office/drawing/2014/main" val="1991100836"/>
                    </a:ext>
                  </a:extLst>
                </a:gridCol>
                <a:gridCol w="1748526">
                  <a:extLst>
                    <a:ext uri="{9D8B030D-6E8A-4147-A177-3AD203B41FA5}">
                      <a16:colId xmlns:a16="http://schemas.microsoft.com/office/drawing/2014/main" val="3951874753"/>
                    </a:ext>
                  </a:extLst>
                </a:gridCol>
              </a:tblGrid>
              <a:tr h="36070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III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72244"/>
                  </a:ext>
                </a:extLst>
              </a:tr>
              <a:tr h="355762"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160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175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190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261211"/>
                  </a:ext>
                </a:extLst>
              </a:tr>
              <a:tr h="360703"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135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160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175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994493"/>
                  </a:ext>
                </a:extLst>
              </a:tr>
              <a:tr h="360703">
                <a:tc>
                  <a:txBody>
                    <a:bodyPr/>
                    <a:lstStyle/>
                    <a:p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170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185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2287363"/>
                  </a:ext>
                </a:extLst>
              </a:tr>
              <a:tr h="360703">
                <a:tc>
                  <a:txBody>
                    <a:bodyPr/>
                    <a:lstStyle/>
                    <a:p>
                      <a:r>
                        <a:rPr lang="en-US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23968"/>
                  </a:ext>
                </a:extLst>
              </a:tr>
              <a:tr h="360703">
                <a:tc>
                  <a:txBody>
                    <a:bodyPr/>
                    <a:lstStyle/>
                    <a:p>
                      <a:r>
                        <a:rPr lang="en-US" dirty="0" smtClean="0"/>
                        <a:t>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0992813"/>
                  </a:ext>
                </a:extLst>
              </a:tr>
            </a:tbl>
          </a:graphicData>
        </a:graphic>
      </p:graphicFrame>
      <p:graphicFrame>
        <p:nvGraphicFramePr>
          <p:cNvPr id="6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28637039"/>
              </p:ext>
            </p:extLst>
          </p:nvPr>
        </p:nvGraphicFramePr>
        <p:xfrm>
          <a:off x="746185" y="2440497"/>
          <a:ext cx="1049115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8526">
                  <a:extLst>
                    <a:ext uri="{9D8B030D-6E8A-4147-A177-3AD203B41FA5}">
                      <a16:colId xmlns:a16="http://schemas.microsoft.com/office/drawing/2014/main" val="1287641084"/>
                    </a:ext>
                  </a:extLst>
                </a:gridCol>
                <a:gridCol w="1748526">
                  <a:extLst>
                    <a:ext uri="{9D8B030D-6E8A-4147-A177-3AD203B41FA5}">
                      <a16:colId xmlns:a16="http://schemas.microsoft.com/office/drawing/2014/main" val="2862335646"/>
                    </a:ext>
                  </a:extLst>
                </a:gridCol>
                <a:gridCol w="1748526">
                  <a:extLst>
                    <a:ext uri="{9D8B030D-6E8A-4147-A177-3AD203B41FA5}">
                      <a16:colId xmlns:a16="http://schemas.microsoft.com/office/drawing/2014/main" val="3110748005"/>
                    </a:ext>
                  </a:extLst>
                </a:gridCol>
                <a:gridCol w="1748526">
                  <a:extLst>
                    <a:ext uri="{9D8B030D-6E8A-4147-A177-3AD203B41FA5}">
                      <a16:colId xmlns:a16="http://schemas.microsoft.com/office/drawing/2014/main" val="1390336891"/>
                    </a:ext>
                  </a:extLst>
                </a:gridCol>
                <a:gridCol w="1748526">
                  <a:extLst>
                    <a:ext uri="{9D8B030D-6E8A-4147-A177-3AD203B41FA5}">
                      <a16:colId xmlns:a16="http://schemas.microsoft.com/office/drawing/2014/main" val="1991100836"/>
                    </a:ext>
                  </a:extLst>
                </a:gridCol>
                <a:gridCol w="1748526">
                  <a:extLst>
                    <a:ext uri="{9D8B030D-6E8A-4147-A177-3AD203B41FA5}">
                      <a16:colId xmlns:a16="http://schemas.microsoft.com/office/drawing/2014/main" val="3951874753"/>
                    </a:ext>
                  </a:extLst>
                </a:gridCol>
              </a:tblGrid>
              <a:tr h="36070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III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72244"/>
                  </a:ext>
                </a:extLst>
              </a:tr>
              <a:tr h="355762"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261211"/>
                  </a:ext>
                </a:extLst>
              </a:tr>
              <a:tr h="360703"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994493"/>
                  </a:ext>
                </a:extLst>
              </a:tr>
              <a:tr h="360703">
                <a:tc>
                  <a:txBody>
                    <a:bodyPr/>
                    <a:lstStyle/>
                    <a:p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2287363"/>
                  </a:ext>
                </a:extLst>
              </a:tr>
              <a:tr h="360703">
                <a:tc>
                  <a:txBody>
                    <a:bodyPr/>
                    <a:lstStyle/>
                    <a:p>
                      <a:r>
                        <a:rPr lang="en-US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23968"/>
                  </a:ext>
                </a:extLst>
              </a:tr>
              <a:tr h="360703">
                <a:tc>
                  <a:txBody>
                    <a:bodyPr/>
                    <a:lstStyle/>
                    <a:p>
                      <a:r>
                        <a:rPr lang="en-US" dirty="0" smtClean="0"/>
                        <a:t>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0992813"/>
                  </a:ext>
                </a:extLst>
              </a:tr>
            </a:tbl>
          </a:graphicData>
        </a:graphic>
      </p:graphicFrame>
      <p:graphicFrame>
        <p:nvGraphicFramePr>
          <p:cNvPr id="8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9793586"/>
              </p:ext>
            </p:extLst>
          </p:nvPr>
        </p:nvGraphicFramePr>
        <p:xfrm>
          <a:off x="746185" y="4663440"/>
          <a:ext cx="1049115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8526">
                  <a:extLst>
                    <a:ext uri="{9D8B030D-6E8A-4147-A177-3AD203B41FA5}">
                      <a16:colId xmlns:a16="http://schemas.microsoft.com/office/drawing/2014/main" val="1287641084"/>
                    </a:ext>
                  </a:extLst>
                </a:gridCol>
                <a:gridCol w="1748526">
                  <a:extLst>
                    <a:ext uri="{9D8B030D-6E8A-4147-A177-3AD203B41FA5}">
                      <a16:colId xmlns:a16="http://schemas.microsoft.com/office/drawing/2014/main" val="2862335646"/>
                    </a:ext>
                  </a:extLst>
                </a:gridCol>
                <a:gridCol w="1748526">
                  <a:extLst>
                    <a:ext uri="{9D8B030D-6E8A-4147-A177-3AD203B41FA5}">
                      <a16:colId xmlns:a16="http://schemas.microsoft.com/office/drawing/2014/main" val="3110748005"/>
                    </a:ext>
                  </a:extLst>
                </a:gridCol>
                <a:gridCol w="1748526">
                  <a:extLst>
                    <a:ext uri="{9D8B030D-6E8A-4147-A177-3AD203B41FA5}">
                      <a16:colId xmlns:a16="http://schemas.microsoft.com/office/drawing/2014/main" val="1390336891"/>
                    </a:ext>
                  </a:extLst>
                </a:gridCol>
                <a:gridCol w="1748526">
                  <a:extLst>
                    <a:ext uri="{9D8B030D-6E8A-4147-A177-3AD203B41FA5}">
                      <a16:colId xmlns:a16="http://schemas.microsoft.com/office/drawing/2014/main" val="1991100836"/>
                    </a:ext>
                  </a:extLst>
                </a:gridCol>
                <a:gridCol w="1748526">
                  <a:extLst>
                    <a:ext uri="{9D8B030D-6E8A-4147-A177-3AD203B41FA5}">
                      <a16:colId xmlns:a16="http://schemas.microsoft.com/office/drawing/2014/main" val="3951874753"/>
                    </a:ext>
                  </a:extLst>
                </a:gridCol>
              </a:tblGrid>
              <a:tr h="36070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III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72244"/>
                  </a:ext>
                </a:extLst>
              </a:tr>
              <a:tr h="355762"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261211"/>
                  </a:ext>
                </a:extLst>
              </a:tr>
              <a:tr h="360703"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994493"/>
                  </a:ext>
                </a:extLst>
              </a:tr>
              <a:tr h="360703">
                <a:tc>
                  <a:txBody>
                    <a:bodyPr/>
                    <a:lstStyle/>
                    <a:p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2287363"/>
                  </a:ext>
                </a:extLst>
              </a:tr>
              <a:tr h="360703">
                <a:tc>
                  <a:txBody>
                    <a:bodyPr/>
                    <a:lstStyle/>
                    <a:p>
                      <a:r>
                        <a:rPr lang="en-US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23968"/>
                  </a:ext>
                </a:extLst>
              </a:tr>
              <a:tr h="360703">
                <a:tc>
                  <a:txBody>
                    <a:bodyPr/>
                    <a:lstStyle/>
                    <a:p>
                      <a:r>
                        <a:rPr lang="en-US" dirty="0" smtClean="0"/>
                        <a:t>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0992813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8" name="Ink 17"/>
              <p14:cNvContentPartPr/>
              <p14:nvPr/>
            </p14:nvContentPartPr>
            <p14:xfrm>
              <a:off x="2359630" y="5058059"/>
              <a:ext cx="2551680" cy="1778760"/>
            </p14:xfrm>
          </p:contentPart>
        </mc:Choice>
        <mc:Fallback xmlns="">
          <p:pic>
            <p:nvPicPr>
              <p:cNvPr id="18" name="Ink 17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47390" y="5044019"/>
                <a:ext cx="2576880" cy="180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1" name="Ink 30"/>
              <p14:cNvContentPartPr/>
              <p14:nvPr/>
            </p14:nvContentPartPr>
            <p14:xfrm>
              <a:off x="5876470" y="5415899"/>
              <a:ext cx="2433960" cy="1028160"/>
            </p14:xfrm>
          </p:contentPart>
        </mc:Choice>
        <mc:Fallback xmlns="">
          <p:pic>
            <p:nvPicPr>
              <p:cNvPr id="31" name="Ink 30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59910" y="5397899"/>
                <a:ext cx="2467080" cy="10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7" name="Ink 36"/>
              <p14:cNvContentPartPr/>
              <p14:nvPr/>
            </p14:nvContentPartPr>
            <p14:xfrm>
              <a:off x="9791470" y="5467379"/>
              <a:ext cx="330840" cy="380160"/>
            </p14:xfrm>
          </p:contentPart>
        </mc:Choice>
        <mc:Fallback xmlns="">
          <p:pic>
            <p:nvPicPr>
              <p:cNvPr id="37" name="Ink 36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777430" y="5454779"/>
                <a:ext cx="360360" cy="40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" name="Ink 2"/>
              <p14:cNvContentPartPr/>
              <p14:nvPr/>
            </p14:nvContentPartPr>
            <p14:xfrm>
              <a:off x="1165510" y="5842499"/>
              <a:ext cx="467280" cy="20448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47510" y="5821619"/>
                <a:ext cx="506520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" name="Ink 6"/>
              <p14:cNvContentPartPr/>
              <p14:nvPr/>
            </p14:nvContentPartPr>
            <p14:xfrm>
              <a:off x="1117990" y="6632699"/>
              <a:ext cx="427320" cy="14184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98910" y="6611459"/>
                <a:ext cx="46548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" name="Ink 9"/>
              <p14:cNvContentPartPr/>
              <p14:nvPr/>
            </p14:nvContentPartPr>
            <p14:xfrm>
              <a:off x="4599550" y="4749179"/>
              <a:ext cx="518760" cy="20556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572550" y="4717859"/>
                <a:ext cx="57708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" name="Ink 11"/>
              <p14:cNvContentPartPr/>
              <p14:nvPr/>
            </p14:nvContentPartPr>
            <p14:xfrm>
              <a:off x="1118710" y="5148779"/>
              <a:ext cx="465840" cy="142560"/>
            </p14:xfrm>
          </p:contentPart>
        </mc:Choice>
        <mc:Fallback xmlns="">
          <p:pic>
            <p:nvPicPr>
              <p:cNvPr id="12" name="Ink 11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103950" y="5128259"/>
                <a:ext cx="50112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" name="Ink 13"/>
              <p14:cNvContentPartPr/>
              <p14:nvPr/>
            </p14:nvContentPartPr>
            <p14:xfrm>
              <a:off x="4588390" y="5542979"/>
              <a:ext cx="96840" cy="150120"/>
            </p14:xfrm>
          </p:contentPart>
        </mc:Choice>
        <mc:Fallback xmlns="">
          <p:pic>
            <p:nvPicPr>
              <p:cNvPr id="14" name="Ink 13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569310" y="5528579"/>
                <a:ext cx="13032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9" name="Ink 18"/>
              <p14:cNvContentPartPr/>
              <p14:nvPr/>
            </p14:nvContentPartPr>
            <p14:xfrm>
              <a:off x="4579030" y="5518859"/>
              <a:ext cx="200880" cy="212400"/>
            </p14:xfrm>
          </p:contentPart>
        </mc:Choice>
        <mc:Fallback xmlns="">
          <p:pic>
            <p:nvPicPr>
              <p:cNvPr id="19" name="Ink 18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562470" y="5505179"/>
                <a:ext cx="23220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0" name="Ink 19"/>
              <p14:cNvContentPartPr/>
              <p14:nvPr/>
            </p14:nvContentPartPr>
            <p14:xfrm>
              <a:off x="4601350" y="5549819"/>
              <a:ext cx="137880" cy="92880"/>
            </p14:xfrm>
          </p:contentPart>
        </mc:Choice>
        <mc:Fallback xmlns="">
          <p:pic>
            <p:nvPicPr>
              <p:cNvPr id="20" name="Ink 19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587670" y="5536139"/>
                <a:ext cx="17208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1" name="Ink 20"/>
              <p14:cNvContentPartPr/>
              <p14:nvPr/>
            </p14:nvContentPartPr>
            <p14:xfrm>
              <a:off x="4604950" y="5558459"/>
              <a:ext cx="176760" cy="99360"/>
            </p14:xfrm>
          </p:contentPart>
        </mc:Choice>
        <mc:Fallback xmlns="">
          <p:pic>
            <p:nvPicPr>
              <p:cNvPr id="21" name="Ink 20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592710" y="5546219"/>
                <a:ext cx="20376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3" name="Ink 22"/>
              <p14:cNvContentPartPr/>
              <p14:nvPr/>
            </p14:nvContentPartPr>
            <p14:xfrm>
              <a:off x="1388710" y="5624339"/>
              <a:ext cx="10091160" cy="121320"/>
            </p14:xfrm>
          </p:contentPart>
        </mc:Choice>
        <mc:Fallback xmlns="">
          <p:pic>
            <p:nvPicPr>
              <p:cNvPr id="23" name="Ink 22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375750" y="5601299"/>
                <a:ext cx="1013040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5" name="Ink 24"/>
              <p14:cNvContentPartPr/>
              <p14:nvPr/>
            </p14:nvContentPartPr>
            <p14:xfrm>
              <a:off x="1376110" y="6340739"/>
              <a:ext cx="10025280" cy="150840"/>
            </p14:xfrm>
          </p:contentPart>
        </mc:Choice>
        <mc:Fallback xmlns="">
          <p:pic>
            <p:nvPicPr>
              <p:cNvPr id="25" name="Ink 24"/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362430" y="6310212"/>
                <a:ext cx="10069920" cy="2086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7" name="Ink 26"/>
              <p14:cNvContentPartPr/>
              <p14:nvPr/>
            </p14:nvContentPartPr>
            <p14:xfrm>
              <a:off x="5115070" y="4862939"/>
              <a:ext cx="360" cy="360"/>
            </p14:xfrm>
          </p:contentPart>
        </mc:Choice>
        <mc:Fallback xmlns="">
          <p:pic>
            <p:nvPicPr>
              <p:cNvPr id="27" name="Ink 26"/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099950" y="4847819"/>
                <a:ext cx="3060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9" name="Ink 28"/>
              <p14:cNvContentPartPr/>
              <p14:nvPr/>
            </p14:nvContentPartPr>
            <p14:xfrm>
              <a:off x="5117950" y="4869779"/>
              <a:ext cx="105120" cy="1991880"/>
            </p14:xfrm>
          </p:contentPart>
        </mc:Choice>
        <mc:Fallback xmlns="">
          <p:pic>
            <p:nvPicPr>
              <p:cNvPr id="29" name="Ink 28"/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096710" y="4851779"/>
                <a:ext cx="157680" cy="20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41" name="Ink 40"/>
              <p14:cNvContentPartPr/>
              <p14:nvPr/>
            </p14:nvContentPartPr>
            <p14:xfrm>
              <a:off x="11368630" y="5359739"/>
              <a:ext cx="682920" cy="651960"/>
            </p14:xfrm>
          </p:contentPart>
        </mc:Choice>
        <mc:Fallback xmlns="">
          <p:pic>
            <p:nvPicPr>
              <p:cNvPr id="41" name="Ink 40"/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1341990" y="5328779"/>
                <a:ext cx="739440" cy="703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71537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6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04534770"/>
              </p:ext>
            </p:extLst>
          </p:nvPr>
        </p:nvGraphicFramePr>
        <p:xfrm>
          <a:off x="993476" y="2265296"/>
          <a:ext cx="1049115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8526">
                  <a:extLst>
                    <a:ext uri="{9D8B030D-6E8A-4147-A177-3AD203B41FA5}">
                      <a16:colId xmlns:a16="http://schemas.microsoft.com/office/drawing/2014/main" val="1287641084"/>
                    </a:ext>
                  </a:extLst>
                </a:gridCol>
                <a:gridCol w="1748526">
                  <a:extLst>
                    <a:ext uri="{9D8B030D-6E8A-4147-A177-3AD203B41FA5}">
                      <a16:colId xmlns:a16="http://schemas.microsoft.com/office/drawing/2014/main" val="2862335646"/>
                    </a:ext>
                  </a:extLst>
                </a:gridCol>
                <a:gridCol w="1748526">
                  <a:extLst>
                    <a:ext uri="{9D8B030D-6E8A-4147-A177-3AD203B41FA5}">
                      <a16:colId xmlns:a16="http://schemas.microsoft.com/office/drawing/2014/main" val="3110748005"/>
                    </a:ext>
                  </a:extLst>
                </a:gridCol>
                <a:gridCol w="1748526">
                  <a:extLst>
                    <a:ext uri="{9D8B030D-6E8A-4147-A177-3AD203B41FA5}">
                      <a16:colId xmlns:a16="http://schemas.microsoft.com/office/drawing/2014/main" val="1390336891"/>
                    </a:ext>
                  </a:extLst>
                </a:gridCol>
                <a:gridCol w="1748526">
                  <a:extLst>
                    <a:ext uri="{9D8B030D-6E8A-4147-A177-3AD203B41FA5}">
                      <a16:colId xmlns:a16="http://schemas.microsoft.com/office/drawing/2014/main" val="1991100836"/>
                    </a:ext>
                  </a:extLst>
                </a:gridCol>
                <a:gridCol w="1748526">
                  <a:extLst>
                    <a:ext uri="{9D8B030D-6E8A-4147-A177-3AD203B41FA5}">
                      <a16:colId xmlns:a16="http://schemas.microsoft.com/office/drawing/2014/main" val="3951874753"/>
                    </a:ext>
                  </a:extLst>
                </a:gridCol>
              </a:tblGrid>
              <a:tr h="36070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III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72244"/>
                  </a:ext>
                </a:extLst>
              </a:tr>
              <a:tr h="355762"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261211"/>
                  </a:ext>
                </a:extLst>
              </a:tr>
              <a:tr h="360703"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994493"/>
                  </a:ext>
                </a:extLst>
              </a:tr>
              <a:tr h="360703">
                <a:tc>
                  <a:txBody>
                    <a:bodyPr/>
                    <a:lstStyle/>
                    <a:p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2287363"/>
                  </a:ext>
                </a:extLst>
              </a:tr>
              <a:tr h="360703">
                <a:tc>
                  <a:txBody>
                    <a:bodyPr/>
                    <a:lstStyle/>
                    <a:p>
                      <a:r>
                        <a:rPr lang="en-US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23968"/>
                  </a:ext>
                </a:extLst>
              </a:tr>
              <a:tr h="360703">
                <a:tc>
                  <a:txBody>
                    <a:bodyPr/>
                    <a:lstStyle/>
                    <a:p>
                      <a:r>
                        <a:rPr lang="en-US" dirty="0" smtClean="0"/>
                        <a:t>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0992813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3" name="Ink 42"/>
              <p14:cNvContentPartPr/>
              <p14:nvPr/>
            </p14:nvContentPartPr>
            <p14:xfrm>
              <a:off x="9642430" y="2656499"/>
              <a:ext cx="898200" cy="1816560"/>
            </p14:xfrm>
          </p:contentPart>
        </mc:Choice>
        <mc:Fallback xmlns="">
          <p:pic>
            <p:nvPicPr>
              <p:cNvPr id="43" name="Ink 4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632350" y="2641019"/>
                <a:ext cx="919800" cy="18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7" name="Ink 46"/>
              <p14:cNvContentPartPr/>
              <p14:nvPr/>
            </p14:nvContentPartPr>
            <p14:xfrm>
              <a:off x="4840030" y="2696459"/>
              <a:ext cx="313920" cy="1716480"/>
            </p14:xfrm>
          </p:contentPart>
        </mc:Choice>
        <mc:Fallback xmlns="">
          <p:pic>
            <p:nvPicPr>
              <p:cNvPr id="47" name="Ink 46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33190" y="2684579"/>
                <a:ext cx="335160" cy="174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3" name="Ink 62"/>
              <p14:cNvContentPartPr/>
              <p14:nvPr/>
            </p14:nvContentPartPr>
            <p14:xfrm>
              <a:off x="2627830" y="3043499"/>
              <a:ext cx="3972960" cy="1086120"/>
            </p14:xfrm>
          </p:contentPart>
        </mc:Choice>
        <mc:Fallback xmlns="">
          <p:pic>
            <p:nvPicPr>
              <p:cNvPr id="63" name="Ink 62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14870" y="3024059"/>
                <a:ext cx="4004280" cy="111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5" name="Ink 64"/>
              <p14:cNvContentPartPr/>
              <p14:nvPr/>
            </p14:nvContentPartPr>
            <p14:xfrm>
              <a:off x="7869790" y="3841259"/>
              <a:ext cx="767880" cy="655560"/>
            </p14:xfrm>
          </p:contentPart>
        </mc:Choice>
        <mc:Fallback xmlns="">
          <p:pic>
            <p:nvPicPr>
              <p:cNvPr id="65" name="Ink 64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855750" y="3822179"/>
                <a:ext cx="799200" cy="69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8" name="Ink 77"/>
              <p14:cNvContentPartPr/>
              <p14:nvPr/>
            </p14:nvContentPartPr>
            <p14:xfrm>
              <a:off x="3531790" y="4720739"/>
              <a:ext cx="6600240" cy="1285200"/>
            </p14:xfrm>
          </p:contentPart>
        </mc:Choice>
        <mc:Fallback xmlns="">
          <p:pic>
            <p:nvPicPr>
              <p:cNvPr id="78" name="Ink 77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520630" y="4708499"/>
                <a:ext cx="6627240" cy="1314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17976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Job Sequencing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Suppose there are n jobs to perform, each of which requires processing on some or all of the m different machines</a:t>
            </a:r>
          </a:p>
          <a:p>
            <a:r>
              <a:rPr lang="en-US" dirty="0" smtClean="0"/>
              <a:t>The cost can be measured for any given sequence of jobs at each machine</a:t>
            </a:r>
          </a:p>
          <a:p>
            <a:r>
              <a:rPr lang="en-US" dirty="0" smtClean="0"/>
              <a:t>Objective is to find the sequence of jobs to be executed among </a:t>
            </a:r>
            <a:r>
              <a:rPr lang="en-US" b="1" dirty="0" smtClean="0"/>
              <a:t>(n!)</a:t>
            </a:r>
            <a:r>
              <a:rPr lang="en-US" b="1" baseline="30000" dirty="0" smtClean="0"/>
              <a:t>m</a:t>
            </a:r>
            <a:r>
              <a:rPr lang="en-US" dirty="0" smtClean="0"/>
              <a:t> theoretically possible sequences such that the total cost is minimum</a:t>
            </a:r>
          </a:p>
          <a:p>
            <a:pPr lvl="1"/>
            <a:r>
              <a:rPr lang="en-US" dirty="0" smtClean="0"/>
              <a:t>If we take m = 5 and n = 5, the number of total possibilities are </a:t>
            </a:r>
            <a:r>
              <a:rPr lang="en-US" b="1" dirty="0" smtClean="0"/>
              <a:t>(5!)</a:t>
            </a:r>
            <a:r>
              <a:rPr lang="en-US" b="1" baseline="30000" dirty="0" smtClean="0"/>
              <a:t>5 </a:t>
            </a:r>
            <a:r>
              <a:rPr lang="en-US" dirty="0" smtClean="0"/>
              <a:t>25,000,000,000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087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3951" y="1825625"/>
            <a:ext cx="10515600" cy="4351338"/>
          </a:xfrm>
        </p:spPr>
        <p:txBody>
          <a:bodyPr/>
          <a:lstStyle/>
          <a:p>
            <a:r>
              <a:rPr lang="en-US" dirty="0" smtClean="0"/>
              <a:t>Suppose that there are n jobs (1,2,3,…n), each has to be processed one at a time at each of m machines A,B,C…. The order of processing ach job through machines is given (Job 1 will be processed through A,C,B,D and Job 2 can be A,D,C,B). </a:t>
            </a:r>
          </a:p>
          <a:p>
            <a:r>
              <a:rPr lang="en-US" dirty="0" smtClean="0"/>
              <a:t>The time that each job each job requires in each machine is known</a:t>
            </a:r>
          </a:p>
          <a:p>
            <a:r>
              <a:rPr lang="en-US" dirty="0" smtClean="0"/>
              <a:t>The problem is to find a sequence among </a:t>
            </a:r>
            <a:r>
              <a:rPr lang="en-US" b="1" dirty="0"/>
              <a:t>(n!)</a:t>
            </a:r>
            <a:r>
              <a:rPr lang="en-US" b="1" baseline="30000" dirty="0" smtClean="0"/>
              <a:t>m </a:t>
            </a:r>
            <a:r>
              <a:rPr lang="en-US" b="1" dirty="0" smtClean="0"/>
              <a:t> </a:t>
            </a:r>
            <a:r>
              <a:rPr lang="en-US" dirty="0" smtClean="0"/>
              <a:t>of all possible sequences for processing jobs so that total elapsed time for all jobs will be minimum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756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Mathematical Representations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r>
              <a:rPr lang="en-US" baseline="-25000" dirty="0" smtClean="0"/>
              <a:t>i</a:t>
            </a:r>
            <a:r>
              <a:rPr lang="en-US" dirty="0" smtClean="0"/>
              <a:t> = Time for Job </a:t>
            </a:r>
            <a:r>
              <a:rPr lang="en-US" dirty="0" err="1" smtClean="0"/>
              <a:t>i</a:t>
            </a:r>
            <a:r>
              <a:rPr lang="en-US" dirty="0" smtClean="0"/>
              <a:t> on machine A</a:t>
            </a:r>
          </a:p>
          <a:p>
            <a:r>
              <a:rPr lang="en-US" dirty="0" smtClean="0"/>
              <a:t>B</a:t>
            </a:r>
            <a:r>
              <a:rPr lang="en-US" baseline="-25000" dirty="0" smtClean="0"/>
              <a:t>i</a:t>
            </a:r>
            <a:r>
              <a:rPr lang="en-US" dirty="0" smtClean="0"/>
              <a:t> = Time for job </a:t>
            </a:r>
            <a:r>
              <a:rPr lang="en-US" dirty="0" err="1" smtClean="0"/>
              <a:t>i</a:t>
            </a:r>
            <a:r>
              <a:rPr lang="en-US" dirty="0" smtClean="0"/>
              <a:t> on machine B etc.</a:t>
            </a:r>
          </a:p>
          <a:p>
            <a:r>
              <a:rPr lang="en-US" dirty="0" smtClean="0"/>
              <a:t>T = Time from start of first job to completion of last job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The problem is to determine a sequence of jobs (i</a:t>
            </a:r>
            <a:r>
              <a:rPr lang="en-US" baseline="-25000" dirty="0" smtClean="0"/>
              <a:t>1</a:t>
            </a:r>
            <a:r>
              <a:rPr lang="en-US" dirty="0" smtClean="0"/>
              <a:t>, i</a:t>
            </a:r>
            <a:r>
              <a:rPr lang="en-US" baseline="-25000" dirty="0" smtClean="0"/>
              <a:t>2</a:t>
            </a:r>
            <a:r>
              <a:rPr lang="en-US" dirty="0" smtClean="0"/>
              <a:t>, i</a:t>
            </a:r>
            <a:r>
              <a:rPr lang="en-US" baseline="-25000" dirty="0" smtClean="0"/>
              <a:t>3</a:t>
            </a:r>
            <a:r>
              <a:rPr lang="en-US" dirty="0" smtClean="0"/>
              <a:t>, …i</a:t>
            </a:r>
            <a:r>
              <a:rPr lang="en-US" baseline="-25000" dirty="0" smtClean="0"/>
              <a:t>n</a:t>
            </a:r>
            <a:r>
              <a:rPr lang="en-US" dirty="0" smtClean="0"/>
              <a:t>) for each machine where (j</a:t>
            </a:r>
            <a:r>
              <a:rPr lang="en-US" baseline="-25000" dirty="0" smtClean="0"/>
              <a:t>1</a:t>
            </a:r>
            <a:r>
              <a:rPr lang="en-US" dirty="0" smtClean="0"/>
              <a:t>, j</a:t>
            </a:r>
            <a:r>
              <a:rPr lang="en-US" baseline="-25000" dirty="0" smtClean="0"/>
              <a:t>2</a:t>
            </a:r>
            <a:r>
              <a:rPr lang="en-US" dirty="0" smtClean="0"/>
              <a:t>, j</a:t>
            </a:r>
            <a:r>
              <a:rPr lang="en-US" baseline="-25000" dirty="0" smtClean="0"/>
              <a:t>3</a:t>
            </a:r>
            <a:r>
              <a:rPr lang="en-US" dirty="0" smtClean="0"/>
              <a:t> …</a:t>
            </a:r>
            <a:r>
              <a:rPr lang="en-US" dirty="0" err="1"/>
              <a:t>j</a:t>
            </a:r>
            <a:r>
              <a:rPr lang="en-US" baseline="-25000" dirty="0" err="1" smtClean="0"/>
              <a:t>m</a:t>
            </a:r>
            <a:r>
              <a:rPr lang="en-US" dirty="0" smtClean="0"/>
              <a:t>) is the combination which will minimize 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50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Terminology and Notations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Number of machines: Service facilities through a job must pass through for its completion</a:t>
            </a:r>
          </a:p>
          <a:p>
            <a:r>
              <a:rPr lang="en-US" dirty="0" smtClean="0"/>
              <a:t>Processing order:  It refers to the order in which various machines are required for completing the job</a:t>
            </a:r>
          </a:p>
          <a:p>
            <a:r>
              <a:rPr lang="en-US" dirty="0" smtClean="0"/>
              <a:t>Processing time:  It means the time required by each job in each machine</a:t>
            </a:r>
          </a:p>
          <a:p>
            <a:r>
              <a:rPr lang="en-US" dirty="0" smtClean="0"/>
              <a:t>Idle time on a machine: The time for which the machine remains idle</a:t>
            </a:r>
          </a:p>
          <a:p>
            <a:r>
              <a:rPr lang="en-US" dirty="0" smtClean="0"/>
              <a:t>Total Elapsed time: The time duration between the starting of first job till the end of last job</a:t>
            </a:r>
          </a:p>
          <a:p>
            <a:r>
              <a:rPr lang="en-US" dirty="0" smtClean="0"/>
              <a:t>No Passing rule:  No machine can be skipped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212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Principal Assumptions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No machine can process more than one job at a time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Each operation once start must be completed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Each job can be processed by one machine at a time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Time intervals for processing are independent of the order in which operations are performed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There is only one of each type of machine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A job is processes as soon as possible subject to ordering requirements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All jobs are ready to start processing</a:t>
            </a:r>
          </a:p>
        </p:txBody>
      </p:sp>
    </p:spTree>
    <p:extLst>
      <p:ext uri="{BB962C8B-B14F-4D97-AF65-F5344CB8AC3E}">
        <p14:creationId xmlns:p14="http://schemas.microsoft.com/office/powerpoint/2010/main" val="1156854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 to Sequencing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 jobs and two machines A and B, all jobs are processed in the order of A,B</a:t>
            </a:r>
          </a:p>
          <a:p>
            <a:r>
              <a:rPr lang="en-US" dirty="0" smtClean="0"/>
              <a:t>N jobs and three machines A, B and C, all jobs processed in the order A,B, and C</a:t>
            </a:r>
          </a:p>
          <a:p>
            <a:r>
              <a:rPr lang="en-US" dirty="0" smtClean="0"/>
              <a:t>Two jobs and m machines. Each job is to be processed through the machine in a prescribed order</a:t>
            </a:r>
          </a:p>
          <a:p>
            <a:r>
              <a:rPr lang="en-US" dirty="0" smtClean="0"/>
              <a:t>Problems with n jobs and m machines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0244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 jobs and Two Machines </a:t>
            </a:r>
            <a:br>
              <a:rPr lang="en-US" dirty="0" smtClean="0"/>
            </a:br>
            <a:r>
              <a:rPr lang="en-US" dirty="0" smtClean="0"/>
              <a:t>(Johnson’s Algorithm)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8998626"/>
              </p:ext>
            </p:extLst>
          </p:nvPr>
        </p:nvGraphicFramePr>
        <p:xfrm>
          <a:off x="838200" y="1825625"/>
          <a:ext cx="10515603" cy="156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42298951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91231914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84380443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730110475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942332924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094147781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9936622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2400" b="0" dirty="0" smtClean="0"/>
                        <a:t>Jobs</a:t>
                      </a:r>
                      <a:endParaRPr lang="en-US" sz="2400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5671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Machines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5062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r>
                        <a:rPr lang="en-US" baseline="-25000" dirty="0" smtClean="0"/>
                        <a:t>1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r>
                        <a:rPr lang="en-US" baseline="-25000" dirty="0" smtClean="0"/>
                        <a:t>2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r>
                        <a:rPr lang="en-US" baseline="-25000" dirty="0" smtClean="0"/>
                        <a:t>3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r>
                        <a:rPr lang="en-US" baseline="-25000" dirty="0" smtClean="0"/>
                        <a:t>4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A</a:t>
                      </a:r>
                      <a:r>
                        <a:rPr lang="en-US" baseline="-25000" dirty="0" smtClean="0"/>
                        <a:t>n</a:t>
                      </a:r>
                      <a:endParaRPr 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8373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B</a:t>
                      </a:r>
                      <a:r>
                        <a:rPr lang="en-US" baseline="-25000" dirty="0" smtClean="0"/>
                        <a:t>1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B</a:t>
                      </a:r>
                      <a:r>
                        <a:rPr lang="en-US" baseline="-25000" dirty="0" smtClean="0"/>
                        <a:t>2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B</a:t>
                      </a:r>
                      <a:r>
                        <a:rPr lang="en-US" baseline="-25000" dirty="0" smtClean="0"/>
                        <a:t>3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B</a:t>
                      </a:r>
                      <a:r>
                        <a:rPr lang="en-US" baseline="-25000" dirty="0" smtClean="0"/>
                        <a:t>4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err="1" smtClean="0"/>
                        <a:t>B</a:t>
                      </a:r>
                      <a:r>
                        <a:rPr lang="en-US" baseline="-25000" dirty="0" err="1" smtClean="0"/>
                        <a:t>n</a:t>
                      </a:r>
                      <a:endParaRPr 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19762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57223" y="3674853"/>
            <a:ext cx="962707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Step-1: Select the minimum processing time occurring in the list A</a:t>
            </a:r>
            <a:r>
              <a:rPr lang="en-US" baseline="-25000" dirty="0" smtClean="0"/>
              <a:t>1</a:t>
            </a:r>
            <a:r>
              <a:rPr lang="en-US" dirty="0" smtClean="0"/>
              <a:t>..A</a:t>
            </a:r>
            <a:r>
              <a:rPr lang="en-US" baseline="-25000" dirty="0" smtClean="0"/>
              <a:t>n</a:t>
            </a:r>
            <a:r>
              <a:rPr lang="en-US" dirty="0" smtClean="0"/>
              <a:t> and B</a:t>
            </a:r>
            <a:r>
              <a:rPr lang="en-US" baseline="-25000" dirty="0" smtClean="0"/>
              <a:t>1</a:t>
            </a:r>
            <a:r>
              <a:rPr lang="en-US" dirty="0" smtClean="0"/>
              <a:t>…B</a:t>
            </a:r>
            <a:r>
              <a:rPr lang="en-US" baseline="-25000" dirty="0" smtClean="0"/>
              <a:t>n</a:t>
            </a:r>
            <a:r>
              <a:rPr lang="en-US" dirty="0" smtClean="0"/>
              <a:t>. If there is a tie either one can be chosen</a:t>
            </a:r>
          </a:p>
          <a:p>
            <a:r>
              <a:rPr lang="en-US" dirty="0" smtClean="0"/>
              <a:t>Step-2: If the minimum processing time is </a:t>
            </a:r>
            <a:r>
              <a:rPr lang="en-US" dirty="0" err="1" smtClean="0"/>
              <a:t>A</a:t>
            </a:r>
            <a:r>
              <a:rPr lang="en-US" baseline="-25000" dirty="0" err="1" smtClean="0"/>
              <a:t>r</a:t>
            </a:r>
            <a:r>
              <a:rPr lang="en-US" dirty="0" smtClean="0"/>
              <a:t>, select the </a:t>
            </a:r>
            <a:r>
              <a:rPr lang="en-US" dirty="0" err="1" smtClean="0"/>
              <a:t>r</a:t>
            </a:r>
            <a:r>
              <a:rPr lang="en-US" baseline="30000" dirty="0" err="1" smtClean="0"/>
              <a:t>th</a:t>
            </a:r>
            <a:r>
              <a:rPr lang="en-US" dirty="0" smtClean="0"/>
              <a:t> job first. If it is </a:t>
            </a:r>
            <a:r>
              <a:rPr lang="en-US" dirty="0" err="1" smtClean="0"/>
              <a:t>B</a:t>
            </a:r>
            <a:r>
              <a:rPr lang="en-US" baseline="-25000" dirty="0" err="1" smtClean="0"/>
              <a:t>s</a:t>
            </a:r>
            <a:r>
              <a:rPr lang="en-US" dirty="0" smtClean="0"/>
              <a:t>, select the </a:t>
            </a:r>
            <a:r>
              <a:rPr lang="en-US" dirty="0" err="1" smtClean="0"/>
              <a:t>s</a:t>
            </a:r>
            <a:r>
              <a:rPr lang="en-US" baseline="-25000" dirty="0" err="1" smtClean="0"/>
              <a:t>th</a:t>
            </a:r>
            <a:r>
              <a:rPr lang="en-US" dirty="0" smtClean="0"/>
              <a:t> job as last job</a:t>
            </a:r>
          </a:p>
          <a:p>
            <a:r>
              <a:rPr lang="en-US" dirty="0" smtClean="0"/>
              <a:t>Step-3: There are now n - 1 jobs left to be ordered. Reconstruct the table with reduced set of jobs and corresponding processing times</a:t>
            </a:r>
          </a:p>
          <a:p>
            <a:r>
              <a:rPr lang="en-US" dirty="0" smtClean="0"/>
              <a:t>Step-4: Repeat Step-1 thru </a:t>
            </a:r>
            <a:r>
              <a:rPr lang="en-US" dirty="0"/>
              <a:t>3</a:t>
            </a:r>
            <a:r>
              <a:rPr lang="en-US" dirty="0" smtClean="0"/>
              <a:t> until all jobs are ordered. </a:t>
            </a:r>
          </a:p>
          <a:p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194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8361637"/>
              </p:ext>
            </p:extLst>
          </p:nvPr>
        </p:nvGraphicFramePr>
        <p:xfrm>
          <a:off x="838200" y="1825625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115917576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92773288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4008483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14308218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92202083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4312685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Job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4412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Machine 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558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Machine</a:t>
                      </a:r>
                      <a:r>
                        <a:rPr lang="en-US" baseline="0" dirty="0" smtClean="0"/>
                        <a:t> 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2788179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554722"/>
              </p:ext>
            </p:extLst>
          </p:nvPr>
        </p:nvGraphicFramePr>
        <p:xfrm>
          <a:off x="1928483" y="3198322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10997074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98882113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9615867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70472531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56979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9488599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58387880"/>
              </p:ext>
            </p:extLst>
          </p:nvPr>
        </p:nvGraphicFramePr>
        <p:xfrm>
          <a:off x="838200" y="3944847"/>
          <a:ext cx="8763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115917576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92773288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14308218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92202083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4312685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Job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4412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Machine 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558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Machine</a:t>
                      </a:r>
                      <a:r>
                        <a:rPr lang="en-US" baseline="0" dirty="0" smtClean="0"/>
                        <a:t> 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2788179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691653"/>
              </p:ext>
            </p:extLst>
          </p:nvPr>
        </p:nvGraphicFramePr>
        <p:xfrm>
          <a:off x="1850845" y="5247632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10997074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98882113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9615867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70472531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56979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9488599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Ink 11"/>
              <p14:cNvContentPartPr/>
              <p14:nvPr/>
            </p14:nvContentPartPr>
            <p14:xfrm>
              <a:off x="3312550" y="5312219"/>
              <a:ext cx="4334040" cy="801360"/>
            </p14:xfrm>
          </p:contentPart>
        </mc:Choice>
        <mc:Fallback xmlns="">
          <p:pic>
            <p:nvPicPr>
              <p:cNvPr id="12" name="Ink 11"/>
              <p:cNvPicPr/>
              <p:nvPr/>
            </p:nvPicPr>
            <p:blipFill>
              <a:blip/>
              <a:stretch>
                <a:fillRect/>
              </a:stretch>
            </p:blipFill>
            <p:spPr>
              <a:xfrm>
                <a:off x="3295630" y="5285579"/>
                <a:ext cx="4381920" cy="844920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TextBox 17"/>
          <p:cNvSpPr txBox="1"/>
          <p:nvPr/>
        </p:nvSpPr>
        <p:spPr>
          <a:xfrm>
            <a:off x="1265208" y="5888966"/>
            <a:ext cx="95063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C00000"/>
                </a:solidFill>
              </a:rPr>
              <a:t>Minimum Total Completion time and idle time of each machine also. How?</a:t>
            </a:r>
            <a:endParaRPr lang="en-US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4778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588</TotalTime>
  <Words>1452</Words>
  <Application>Microsoft Office PowerPoint</Application>
  <PresentationFormat>Widescreen</PresentationFormat>
  <Paragraphs>318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Wingdings</vt:lpstr>
      <vt:lpstr>Office Theme</vt:lpstr>
      <vt:lpstr>Computer based Optimization Technique Lecture-VIII</vt:lpstr>
      <vt:lpstr>Unbalanced Transportation Problem</vt:lpstr>
      <vt:lpstr>Unbalanced Transportation Problem (Example)</vt:lpstr>
      <vt:lpstr>Assignment Problem</vt:lpstr>
      <vt:lpstr>PowerPoint Presentation</vt:lpstr>
      <vt:lpstr>Example</vt:lpstr>
      <vt:lpstr>Computational Procedure </vt:lpstr>
      <vt:lpstr>Hungarian Assignment Method</vt:lpstr>
      <vt:lpstr>Hungarian method contd…</vt:lpstr>
      <vt:lpstr>Hungarian method contd…</vt:lpstr>
      <vt:lpstr>PowerPoint Presentation</vt:lpstr>
      <vt:lpstr>PowerPoint Presentation</vt:lpstr>
      <vt:lpstr>Job Sequencing Problem</vt:lpstr>
      <vt:lpstr>Definitions</vt:lpstr>
      <vt:lpstr>Mathematical Representations</vt:lpstr>
      <vt:lpstr>Terminology and Notations</vt:lpstr>
      <vt:lpstr>Principal Assumptions</vt:lpstr>
      <vt:lpstr>Solution to Sequencing Problem</vt:lpstr>
      <vt:lpstr>N jobs and Two Machines  (Johnson’s Algorithm)</vt:lpstr>
      <vt:lpstr>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based Optimization Technique Lecture-VI</dc:title>
  <dc:creator>S K Udgata</dc:creator>
  <cp:lastModifiedBy>S K Udgata</cp:lastModifiedBy>
  <cp:revision>70</cp:revision>
  <dcterms:created xsi:type="dcterms:W3CDTF">2021-03-04T03:34:05Z</dcterms:created>
  <dcterms:modified xsi:type="dcterms:W3CDTF">2023-01-09T05:00:27Z</dcterms:modified>
</cp:coreProperties>
</file>