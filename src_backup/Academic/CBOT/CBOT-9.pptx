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9" r:id="rId3"/>
    <p:sldId id="300" r:id="rId4"/>
    <p:sldId id="301" r:id="rId5"/>
    <p:sldId id="303" r:id="rId6"/>
    <p:sldId id="304" r:id="rId7"/>
    <p:sldId id="305" r:id="rId8"/>
    <p:sldId id="306" r:id="rId9"/>
    <p:sldId id="308" r:id="rId10"/>
    <p:sldId id="320" r:id="rId11"/>
    <p:sldId id="309" r:id="rId12"/>
    <p:sldId id="310" r:id="rId13"/>
    <p:sldId id="311" r:id="rId14"/>
    <p:sldId id="312" r:id="rId15"/>
    <p:sldId id="315" r:id="rId16"/>
    <p:sldId id="313" r:id="rId17"/>
    <p:sldId id="316" r:id="rId18"/>
    <p:sldId id="314" r:id="rId19"/>
    <p:sldId id="317" r:id="rId20"/>
    <p:sldId id="318" r:id="rId21"/>
    <p:sldId id="31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5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18T05:21:11.069"/>
    </inkml:context>
    <inkml:brush xml:id="br0">
      <inkml:brushProperty name="width" value="0.13333" units="cm"/>
      <inkml:brushProperty name="height" value="0.13333" units="cm"/>
      <inkml:brushProperty name="color" value="#ED1C24"/>
      <inkml:brushProperty name="fitToCurve" value="1"/>
    </inkml:brush>
    <inkml:brush xml:id="br1">
      <inkml:brushProperty name="width" value="0.09333" units="cm"/>
      <inkml:brushProperty name="height" value="0.09333" units="cm"/>
      <inkml:brushProperty name="color" value="#3165BB"/>
      <inkml:brushProperty name="fitToCurve" value="1"/>
    </inkml:brush>
    <inkml:brush xml:id="br2">
      <inkml:brushProperty name="width" value="0.13333" units="cm"/>
      <inkml:brushProperty name="height" value="0.13333" units="cm"/>
      <inkml:brushProperty name="fitToCurve" value="1"/>
    </inkml:brush>
    <inkml:context xml:id="ctx1">
      <inkml:inkSource xml:id="inkSrc0">
        <inkml:traceFormat>
          <inkml:channel name="X" type="integer" max="2736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05.23077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1" timeString="2021-03-18T05:21:26.369"/>
    </inkml:context>
  </inkml:definitions>
  <inkml:traceGroup>
    <inkml:annotationXML>
      <emma:emma xmlns:emma="http://www.w3.org/2003/04/emma" version="1.0">
        <emma:interpretation id="{B78C1510-9A43-4AB5-8FF1-22C546B8532E}" emma:medium="tactile" emma:mode="ink">
          <msink:context xmlns:msink="http://schemas.microsoft.com/ink/2010/main" type="writingRegion" rotatedBoundingBox="21205,17162 9200,16995 9233,14601 21239,14767"/>
        </emma:interpretation>
      </emma:emma>
    </inkml:annotationXML>
    <inkml:traceGroup>
      <inkml:annotationXML>
        <emma:emma xmlns:emma="http://www.w3.org/2003/04/emma" version="1.0">
          <emma:interpretation id="{FE779EB7-C561-44A7-A669-F103D4EBFCFF}" emma:medium="tactile" emma:mode="ink">
            <msink:context xmlns:msink="http://schemas.microsoft.com/ink/2010/main" type="paragraph" rotatedBoundingBox="21205,17162 9200,16995 9233,14601 21239,147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94175EF-41FF-4DAA-977E-D364036D1613}" emma:medium="tactile" emma:mode="ink">
              <msink:context xmlns:msink="http://schemas.microsoft.com/ink/2010/main" type="line" rotatedBoundingBox="21205,17162 9200,16995 9233,14601 21239,14768"/>
            </emma:interpretation>
          </emma:emma>
        </inkml:annotationXML>
        <inkml:traceGroup>
          <inkml:annotationXML>
            <emma:emma xmlns:emma="http://www.w3.org/2003/04/emma" version="1.0">
              <emma:interpretation id="{8851F5BE-8C2C-4E4A-94A9-0E354DFEEDA9}" emma:medium="tactile" emma:mode="ink">
                <msink:context xmlns:msink="http://schemas.microsoft.com/ink/2010/main" type="inkWord" rotatedBoundingBox="21227,15578 19895,15559 19906,14749 21239,14768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64 681 10127 0,'0'0'896'0,"0"0"-704"0,0 0-192 0,0 0 0 0,-12 2 2352 0,12-2 432 15,-10-7 96-15,10 7 0 16,0 0-2704-16,-9-7-560 0,9 7-96 0,-6-10-32 31,6 10-1072-31,0 0-208 0,0 0-64 0,-9-10 0 16,1 2 1056-16,8 8 208 0,0 0 32 0,0 0 16 0,0 0 2080 0,0 0 400 0,0 0 96 0,0 0 16 0,0 0-464 0,0 0-96 15,0 0-16-15,0 0 0 0,-12 3-640 0,12-3-144 16,0 0-32-16,-10 7 0 0,10-7-400 0,-14 5-96 0,14-5-16 0,-15 3 0 16,-2-1-144-16,6-2 0 15,11 0 0-15,0 0 0 0,-17 0 0 0,5-2 0 16,12 2 0-16,0 0 0 0,0 0 0 0,-13-7 0 0,-1 2 0 0,1 2 0 15,-3 1 0-15,3 1-176 0,1-3 176 0,0 3-192 16,1-3 192-16,-1 3 0 16,0-1 0-16,-3 2 0 0,-2 2 0 0,4 3 0 15,1-4 0-15,12-1-128 0,-14 4 128 0,3-1 192 16,-1 0-32-16,12-3-16 0,-12 5 112 0,12-5 32 16,0 0 0-16,-10 4 0 0,10-4 208 0,0 0 32 0,0 0 16 0,0 0 0 15,0 0-64-15,0 0-16 0,0 0 0 0,0 0 0 16,0 0 672-16,0 0 128 0,0 0 16 0,0 0 16 15,-7-9-960-15,7 9-192 0,0 0-144 0,0 0 192 0,-3-11-192 0,3 11 0 16,0 0 0-16,0 0 0 16,0 0 0-16,0 0 0 0,0 0 144 0,0 0-144 0,0 0 176 0,0 0-48 15,-2-12 0-15,2 12 0 32,0 0-800-32,0 0-160 0,0 0-48 0,0 0 0 0,0 0 752 0,0 0 128 0,0 0 0 0,0 0 0 15,0 0 0-15,0 0 0 0,0 0 0 0,0 0 0 16,0-14 0-16,0 14 0 0,0 0 0 0,0 0 0 15,0 0-176-15,0 0 48 0,0 0 0 0,0 0 0 16,-1-15 832-16,1 15 192 0,0 0 16 0,0 0 16 16,0 0-1520-16,0 0-304 0,0 0-64 0,0 0-16 0,0-13 976 0,0 3 0 15,1 5 144-15,-1 5 0 0,2-5-144 0,-2 5 160 16,0 0-160-16,0 0 160 0,0 0-160 0,0 0 0 16,0 0 0-16,0 0 0 0,0 0 0 0,0 0 0 15,0 0 0-15,0 0 0 0,0 0 128 0,0 0-128 0,0 0 0 0,0 0 128 0,0 0 96 0,0 0 16 31,0 0 0-31,0 0 0 0,0 0-48 0,0 0-16 0,0 0 0 0,13 3 0 16,-13-3 0-16,0 0 0 16,0 0 0-16,0 0 0 0,0 0-320 0,0 0-64 15,0 0-16-15,0 0 0 16,0 0-2256-16,-8 10-448 0,-4-2-80 0</inkml:trace>
          <inkml:trace contextRef="#ctx0" brushRef="#br0" timeOffset="616.0323">-403 627 14559 0,'0'0'640'0,"0"0"144"0,0 0-624 0,0 0-160 16,0 14 0-16,0-14 0 0,0 0 1472 0,0 0 272 16,0 0 48-16,16 8 16 0,-1-3-1424 0,2-3-384 15,-1-4 128-15</inkml:trace>
          <inkml:trace contextRef="#ctx0" brushRef="#br0" timeOffset="-1504.0325">188 72 11967 0,'0'0'1072'0,"0"0"-864"0,0 0-208 0,0 0 0 16,0 0 3280-16,0 0 624 0,0 0 112 0,0 0 16 15,0 0-2624-15,0 0-512 0,0 0-128 0,0 0 0 16,0 0-768-16,0 0 0 0,0-13 0 0,0 13 0 0,0 0-192 0,5-12-16 15,-2 0-16-15,-3 12 0 0,5-10 224 0,-5 10 240 16,0 0-48-16,11-9-16 0,-11 9 1296 0,10-6 256 16,-10 6 48-16,11-4 16 0,-11 4-1440 0,16-1-352 0,-3 1 0 0,2 0 0 15,2-2 672-15,2 0 64 16,1-1 16-16,5 1 0 0,5-1-272 0,4 1-48 16,3-3-16-16,5 3 0 0,5 1-160 0,2-3-16 15,0 1-16-15,-6-2 0 0,-7-2-48 0,-3 1-16 16,-2-1 0-16,-3 0 0 0,-2-1-160 0,-5-1 0 15,-2 1 144-15,-2-1-144 0,-2 3 0 0,-3 1 0 16,-12 5 0-16,13-14-192 0,-13 14 192 0,0 0 0 16,0 0 0-16,0 0 0 15,0 0-976-15,0 0-176 0,0 0-16 0,0 0-16 0,0 0-2208 16,0 0-448-16</inkml:trace>
          <inkml:trace contextRef="#ctx0" brushRef="#br0" timeOffset="-2312.2547">112 47 20159 0,'0'0'896'0,"0"0"176"0,0 0-864 0,0 0-208 15,0 0 0-15,0 0 0 0,4-14 960 0,-1 4 128 16,-3 10 48-16,3-12 0 0,-3 12-1136 0,4-11-368 16,-4 11 0-16,0 0 0 15,0 0-384-15,0 0-80 0,0 0 0 0,0 0-16 0,0 0 512 0,0 0 96 16,0 0 32-16,0 0 0 0,0 0 672 0,0 0 144 16,0 0 32-16,0 0 0 0,-5 11 304 0,5-11 64 15,-7 14 16-15,4 1 0 0,-1 0-144 0,1-1-32 16,3-14 0-16,-7 13 0 0,7-13-304 0,-3 15-64 15,-1-1-16-15,3-1 0 0,-3 2-208 0,3 0-64 0,-1-1 0 0,-1-2 0 16,3-12 976-16,-5 15 192 0,1 0 48 0,1 0 0 31,0 0-1824-31,-1-1-352 0,2 3-80 0,-1-4-16 0,0-3 720 0,1 2 144 0,0-2 0 0,2 0 0 16,-1 2 0-16,1-12 0 0,1 10 0 0,-1-10 0 16,0 0 0-16,9 7-128 0,-9-7 128 0,15 3 0 15,2-3 624-15,0-2 224 0,-2-1 48 0,2 1 16 16,1-1-720-16,1 0-192 0,-3-4 0 0,1 0 0 15,-2 2 0-15,1 2 0 0,-1 1 0 0,0 2 0 16,-2 0 0-16,1 0 0 0,-1 3 0 0,-13-3 0 16,15 5-752-16,-1 2-176 15,-14-7-32-15,15 9-16 0,-2-1 976 0,-13-8 128 0,14 12 64 0,-2-2 16 16,-12-10 112-16,13 10 0 0,-3 0 16 0,-10-10 0 16,12 8-64-16,-12-8-16 0,12 11 0 0,-12-11 0 15,0 0-96-15,0 0-32 0,0 0 0 0,0 0 0 0,10 10-128 0,-10-10 0 16,0 0 0-16,0 0 128 15,0 0-128-15,0 0 0 0,0 0 0 0,-4 13 0 0,4-13 0 0,-8 14 0 16,0-3 0-16,8-11 0 0,-12 14-256 0,2-4 80 16,0 0 16-16,-2-3 0 0,0-2 160 0,0 1-192 15,1-2 192-15,-3 3-192 0,1-1 192 0,-3-1 0 16,1 0 0-16,2 0 0 0,-1-1 0 0,-1-1 0 16,-3 1 0-16,-1-3 0 0,1-1-400 0,-6-1 0 15,-3-1 0-15,2 0 0 16,0 1-704-16,1-3-144 0,2 1-32 0,1-4-4800 15,5 2-960-15,5 0-192 0</inkml:trace>
        </inkml:traceGroup>
        <inkml:traceGroup>
          <inkml:annotationXML>
            <emma:emma xmlns:emma="http://www.w3.org/2003/04/emma" version="1.0">
              <emma:interpretation id="{DB95E48A-96C0-4F73-8967-0E62CD3F3EB0}" emma:medium="tactile" emma:mode="ink">
                <msink:context xmlns:msink="http://schemas.microsoft.com/ink/2010/main" type="inkWord" rotatedBoundingBox="16191,15426 15013,15409 15022,14748 16200,1476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1" timeOffset="5483.9924">-4705-127 6447 0,'0'0'576'0,"0"0"-576"0,0 0 0 0,0 0 0 16,0 0 1680-16,0 0 240 0,0 0 32 0,-8 11 16 15,8-11 80-15,-10 6 32 0,10-6 0 0,0 0 0 0,-15 9-1664 0,15-9-416 16,0 0 0-16,0 0 0 16,0 0 1632-16,0 0 240 0,0 0 48 0,0 0 16 15,0 0-1408-15,0 0-272 0,0 0-64 0,0 0-16 16,0 0-176-16,0 0 0 0,0 0 0 0,0 0 128 15,0 0 0-15,0 0 0 0,0 0 0 0,0 0 0 16,15-4 960-16,-2 3 192 0,-13 1 48 0,15-2 0 16,-1 0-704-16,-1 2-144 0,-13 0-32 0,17 4 0 15,-3-4-928-15,1 1-192 0,0-1-32 0,0 2-16 0,-2 1 720 0,3-1 256 16,-1 0 0-16,0 1 0 0,0 2-128 0,-2 0-128 16,-13-5 192-16,17 4-192 0,-2 2 0 0,-3 1 0 15,-12-7 0-15,14 8 0 0,-14-8 0 0,11 11 0 16,-11-11-128-16,0 0 128 0,0 0-144 0,7 16 144 15,-5-1-128-15,-2-15 128 0,-5 16 0 0,5-16-128 16,-10 16 128-16,1-2 0 0,-2-6-128 0,0 2 128 16,1 1-128-16,0-1 128 0,-2-2-176 0,1 0 176 15,-1 3-208-15,0-5 80 0,0-1-64 0,2 0 0 16,0 0 0-16,2 2 0 0,-1 0 736 0,9-7 144 16,-13 2 16-16,13-2 16 0,-12 8 16 0,4 2 0 0,-1-3 0 0,9-7 0 31,-10 7-2272-31,10-7-464 0,-8 6-96 0,8-6-16 0,-9 10 1744 0,3 0 368 0,6-10 0 0,0 0 0 15,0 0 1056-15,0 0 128 0,-5 9 32 0,5-9 0 16,0 0-768-16,0 0-128 0,0 0-48 0,0 0 0 31,0 0-848-31,0 0-192 0,13 3-16 0,-1 1-16 0,-12-4 800 0,17-4 0 0,-2 1 224 0,0 1-48 16,0 2 16-16,2 0 16 0,1-2 0 0,1 2 0 16,-1 0 112-16,1 4 0 0,1 1 16 0,0 3 0 15,0 6-112-15,2 1-32 0,0-3 0 0,2 1 0 0,1-1-192 0,0 1 176 16,-1 3-176-16,1-3 160 0,-1 0-160 0,-3 3 0 15,0-8 0-15,-3 2 128 16,-3 0-128-16,0 2 0 0,-1-4 0 0,-4 1 128 16,-2-1-128-16,-8-8 0 0,0 0 0 0,7 10 128 0,-7-10-128 0,0 0 0 0,5 10 144 0,-5-10-144 15,0 0 144-15,0 0-144 16,-3 11 192-16,-2-3-192 0,-4-1 144 0,-2-4-144 16,-3 0 0-16,-3 1 144 0,-5 1-144 0,-1 2 0 15,-4-4-160-15,0 2 160 0,-3 0 0 0,1 0 0 16,-1-2 0-16,3 1 0 0,2-1 0 0,1 2 0 15,1-1 0-15,1-3 0 0,0 4 128 0,2-1-128 16,-1-3 192-16,1-1-192 0,2-1 176 0,-1-1-176 16,1 0 160-16,-9 4-160 0,2 1 0 0,9-1 0 15,-2 0 0-15,-12-4 0 0,-1-1 0 0,11 1 0 16,-5 0 0-16,-19 1 0 0,0-1 0 0,12 0 0 0,-6 1 0 0,-16-1 0 16,12-2 0-16,17 3 0 0,-4-1 0 0,-8 0 0 15,8-1 0-15,14 1 0 0,0 1 0 0,-7-1 0 16,4 0 0-16,18 2 0 0,-12-3 0 0,12 3 0 15,-15-3 0-15,15 3 0 0,0 0 0 0,0 0 0 0,0 0 160 0,0 0-160 16,-5-12 160-16,5 12-160 31,-5-9-640-31,5 9-240 0,0 0-32 0,0 0-15024 0</inkml:trace>
          <inkml:trace contextRef="#ctx0" brushRef="#br1" timeOffset="4668.8696">-4693-58 911 0,'0'0'0'0,"0"0"0"0,0 0 0 0,0 0 0 16,0 0 1456-16,0 0 208 0,0 0 32 0,0 0 16 31,-2-15-2048-31,2 15-416 0</inkml:trace>
        </inkml:traceGroup>
        <inkml:traceGroup>
          <inkml:annotationXML>
            <emma:emma xmlns:emma="http://www.w3.org/2003/04/emma" version="1.0">
              <emma:interpretation id="{069E38AF-6B31-4449-A5B9-7EF7332FEDC7}" emma:medium="tactile" emma:mode="ink">
                <msink:context xmlns:msink="http://schemas.microsoft.com/ink/2010/main" type="inkWord" rotatedBoundingBox="11538,15495 10941,15486 10950,14809 11547,14817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2" timeOffset="-10653.016">-9285-46 911 0,'0'0'0'0,"0"0"0"0,0 0 0 0,0 0 0 16,0 0 3040-16,0 0 528 16,0 0 96-16,0 0 32 0,0 0-2160 0,0 0-416 0,0 0-96 0,-6 4 0 15,-1-4-544-15,7 0-96 0,-9 0-32 0,9 0 0 16,-13 0-192-16,5 0-32 0,8 0-128 0,0 0 192 15,0 0 192-15,0 0 16 0,-9 0 16 0,9 0 0 16,0 0 288-16,0 0 64 0,0 0 16 0,0 0 0 0,0 0-624 0,0 0-160 16,0 0 0-16,0 0 0 0,0 0 784 0,0 0 128 15,-5 11 32-15,5-11 0 0,0 0-592 0,0 0-112 16,0 0-32-16,-2 15 0 0,2-15-16 0,-3 14-16 0,3-14 0 0,0 0 0 31,-2 15 96-31,2-15 32 0,0 17 0 0,0-17 0 0,-1 17 848 0,1-4 192 16,0-13 16-16,3 17 16 15,-3-17-896-15,2 20-176 0,1-1-48 0,2-2 0 16,-5-17-896-16,5 18-192 0,-1-1-48 0,1 0 0 16,1 1 880-16,1-4 0 0,-7-14 0 0,0 0 0 15,9 10 0-15,-9-10 160 0,13 12-160 0,-1-2 160 0,-2 0-160 0,0-2 192 0,-10-8-192 0,15 5 192 16,-15-5-192-16,15 5 128 16,-1-3-128-16,-1 1 128 0,1 2-128 0,-1 0 0 15,-13-5 144-15,14 5-144 0,-1-1 0 0,-13-4 144 0,0 0-144 0,0 0 0 16,13 5 128-16,-13-5-128 0,12 3 0 0,-12-3 0 0,0 0 0 15,17 2 0 1,-17-2 0-16,15-3 0 0,-1-4 0 0,-1 2 128 0,-13 5-128 0,17-7 0 16,-4 0 0-16,-1-3 0 0,0 2 0 0,1-2 0 15,1-2 0-15,-2 0 0 16,-2-1-176-16,-2-2 176 0,2-1-256 0,0 1 48 16,-1 0 16-16,-1-2 0 0,-1 4-48 0,1-1 0 0,-1 3 0 0,0 0 0 15,0 3 0-15,-1-2 0 0,1 0 0 0,0 1 0 16,-2 1 240-16,-5 8 0 0,5-10-160 0,-5 10 160 0,7-13 720 0,-2 4 224 0,0 1 32 0,-5 8 16 47,0 0-1664-47,5-12-336 0,-2 2-64 0,-3 10-16 0,3-14 784 0,-3 14 160 0,5-10 144 0,-5 10-208 15,4-8 16-15,-4 8 16 0,3-9 0 0,-3 9 0 16,0 0 176-16,0 0-192 0,0-8 192 0,0 8-192 0,0 0 192 0,0 0 0 16,0 0 0-16,0 0 128 15,0 0 976-15,0 0 208 0,0 0 32 0,0 0 16 31,0 0-1552-31,0 0-320 0,0 0-64 0,0 0-16 0,0 0 784 0,0 0 144 0,0 0 48 0,0 0 0 16,0 0-64-16,0 0 0 0,0 0 0 0,0 0 0 0,0 0 32 0,0 0 0 0,0 0 0 0,0 0 0 16,0 0-160-16,0 0-48 0,0 0 0 0,0 0 0 31,0 0-144-31,0 0 0 0,0 0 144 0,-5 8-144 0,5-8 0 0,-2 12 0 16,-1-3 0-16,1-1 0 0,2-8 0 0,0 13 144 0,0-2-144 15,0 0 0-15,-1 1 176 0,1 2-176 16,0-14 160-16,1 15-160 0,-1 2 192 0,0-2-48 15,2-2-16-15,0 11 0 0,-1 3-128 0,5-9 0 16,-5-3 0-16,3 9 0 0,-3-2 0 0,1-5 0 16,0-1 0-16,-1 0 0 0,1-3 560 0,0 2 80 15,-2-15 0-15,1 17 16 0,-1-17-448 0,0 17-80 0,0 0-128 0,2-4 176 16,-2-13-176-16,2 17 0 16,-1-2 0-16,-1-15 128 0,4 17-128 0,-4-17 0 15,3 17 0-15,0 0 0 0,-3-17 0 0,4 18 0 0,-2-1 0 0,1-2 0 16,-3-15 0-16,0 0 0 0,3 20-144 15,1 7 144-15,-3-8 0 0,-1-19 0 0,0 16 0 0,-1 3-8000 16,-1-4-1552-16,2-15-320 0</inkml:trace>
        </inkml:traceGroup>
        <inkml:traceGroup>
          <inkml:annotationXML>
            <emma:emma xmlns:emma="http://www.w3.org/2003/04/emma" version="1.0">
              <emma:interpretation id="{56904D5C-8BE9-4A42-8055-2FD4AC4B001A}" emma:medium="tactile" emma:mode="ink">
                <msink:context xmlns:msink="http://schemas.microsoft.com/ink/2010/main" type="inkWord" rotatedBoundingBox="9215,16996 9200,16995 9201,16980 9216,16981"/>
              </emma:interpretation>
              <emma:one-of disjunction-type="recognition" id="oneOf3"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\</emma:literal>
                </emma:interpretation>
                <emma:interpretation id="interp6" emma:lang="" emma:confidence="0">
                  <emma:literal>`</emma:literal>
                </emma:interpretation>
                <emma:interpretation id="interp7" emma:lang="" emma:confidence="0">
                  <emma:literal>'</emma:literal>
                </emma:interpretation>
              </emma:one-of>
            </emma:emma>
          </inkml:annotationXML>
          <inkml:trace contextRef="#ctx1" brushRef="#br1">-11098 2098 0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0:53.43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1A31AA30-C71D-41EA-B9DA-99B829AB375A}" emma:medium="tactile" emma:mode="ink">
          <msink:context xmlns:msink="http://schemas.microsoft.com/ink/2010/main" type="inkDrawing" rotatedBoundingBox="21783,9148 23160,9301 23051,10278 21674,10125" hotPoints="23234,9783 22412,10200 21615,9735 22438,9319" semanticType="enclosure" shapeName="Ellipse"/>
        </emma:interpretation>
      </emma:emma>
    </inkml:annotationXML>
    <inkml:trace contextRef="#ctx0" brushRef="#br0">794-1026 911 0,'0'0'0'0,"0"0"0"0,0 0 0 0,0 0 0 0,0 0 0 0,0 0 0 16,-12 4 3584-16,12-4 624 0,0 0 128 0,0 0 16 15,0 0-3184-15,-12 6-640 0,-3-2-128 0,5-3-16 16,10-1-384-16,0 0 0 0,-10 4 0 0,10-4 128 16,0 0-128-16,0 0 0 0,0 0 0 0,0 0 128 15,0 0-128-15,0 0 0 0,0 0 0 0,0 0 0 16,0 0 0-16,0 0 0 0,0 0 0 0,0 0 128 16,0 0 80-16,0 0 32 0,0 0 0 0,0 0 0 15,-9 6 32-15,9-6 16 0,0 0 0 0,0 0 0 16,0 0-96-16,0 0 0 0,0 0-16 0,0 0 0 0,0 0 32 0,0 0 16 15,0 0 0-15,0 0 0 0,0 0 48 16,0 0 16-16,0 0 0 0,0 0 0 0,-10 6-96 0,2-3-32 16,-2-3 0-16,1 2 0 0,-1-2-160 0,-3 0 0 15,1 0 0-15,0 1 0 0,-1 1 0 0,1 0 0 16,-2-1 0-16,3 3 0 0,-1-3 0 0,-2 1 0 16,1 0 0-16,-2-1 0 0,3-1 0 0,-1 0 160 15,-3 0-32-15,0 0-128 0,16 0 0 0,-12 2 0 16,2 0 0-16,-4-2 0 0,14 0 0 0,-10 1 0 15,2 1 0-15,-6 1 0 0,14-3 0 0,0 0 0 16,-10 4 0-16,10-4 0 0,-12 3 1168 0,12-3 128 0,0 0 32 16,-10 4 0-16,10-4-1072 0,-10 3-256 0,10-3 0 15,0 0 0-15,0 0 0 0,-12 3 0 0,12-3 128 16,-11 4-128-16,11-4 0 0,0 0 0 0,-12 5 0 16,12-5 0-16,0 0 0 0,-12 5 0 0,12-5 128 0,0 0-128 15,0 0 128-15,0 0-128 0,-8 7 192 0,8-7-192 16,-10 6 192-16,10-6-192 0,0 0 192 0,0 0-192 15,-9 9 256-15,9-9-64 0,0 0-16 0,0 0 0 16,-8 6 64-16,8-6 16 0,0 0 0 0,0 0 0 16,-7 9-112-16,7-9-16 0,0 0 0 0,-3 12 0 15,3-12 816-15,0 0 144 0,0 0 48 0,0 0 0 16,-5 10-864-16,5-10-272 0,0 0 160 0,-7 10-160 16,7-10-704-1,-5 10-208-15,5-10-48 0,-7 10-16 0,7-10 976 0,0 0 0 0,-8 10 0 0,3 0 208 0,5-10-208 0,-9 10 0 16,9-10-144-16,-8 14 144 0,1-1 0 15,0-1 0-15,2-2 0 0,-1 0 0 0,6-10 0 16,-9 14 0-16,3-1 128 0,0 0-128 0,1 3 192 0,0-3-64 16,0-3 0-16,0 2-128 0,0 0 144 0,4 1-144 15,1-13 0-15,-6 15 144 0,1-1-16 0,5-14-128 16,0 0 192-16,-5 15-64 0,5-15-128 0,-5 12 160 16,5-12-160-16,0 0 160 0,-5 12-160 0,5-12 128 15,-5 15-128-15,5-15 128 0,-6 10 96 0,6-10 16 16,0 0 0-16,-6 12 0 0,6-12-96 0,-8 10-16 15,8-10 0-15,0 0 0 0,0 0-128 0,0 0 192 16,-5 13-192-16,5-13 192 0,-5 14-192 0,5-14 0 16,0 0 144-16,0 0-144 0,0 0 0 0,0 0 0 15,0 0 0-15,-2 13 0 0,2-13 0 0,0 0 0 0,0 0 0 16,0 15 0-16,0-15 0 0,0 0 0 0,0 0 0 16,2 14 128-16,-2-14-128 0,0 0 0 0,0 0 0 0,7 13 0 15,-7-13 0-15,0 0 0 0,5 14 0 0,-5-14 128 16,0 0-128-16,0 0 128 0,0 0-128 0,6 13 128 15,-6-13-128-15,0 0 0 0,0 0 0 0,7 12 128 16,-7-12-128-16,0 0 176 0,7 12-176 0,-7-12 192 0,0 0-192 0,0 0 0 16,0 0 0-16,5 13 0 0,-5-13 0 0,0 0 0 15,0 0 0-15,3 13 0 0,-3-13 0 0,4 14 0 16,-4-14 0-16,0 0 0 0,1 13 0 0,-1-13 0 16,0 14 0-16,0-14 0 0,0 0 0 0,5 13 0 15,-5-13 0-15,0 0 0 0,0 0 0 0,0 0 0 16,0 0 0-16,12 17 0 0,-12-17 0 0,0 0 0 15,0 0 0-15,0 0 0 0,12 9 128 0,-12-9 0 16,0 0 0-16,0 0 0 0,15 6-128 0,-15-6 0 0,0 0 144 16,0 0-144-16,0 0 0 0,14 7 0 0,-14-7 0 0,0 0 0 15,0 0 0-15,0 0 144 0,0 0-144 0,0 0 0 16,10 17 0-16,-10-17 0 0,0 0 0 0,0 0 0 16,5 15 160-16,-5-15-160 0,0 0 128 0,3 17-128 15,-3-17 0-15,0 0 0 0,7 13 128 0,-7-13-128 16,0 0 0-16,8 15 0 0,-8-15 0 0,9 14 0 15,-9-14 0-15,0 0 0 0,10 13 0 0,-10-13 0 16,0 0 0-16,0 0 0 0,12 14 0 0,-12-14 0 16,0 0 0-16,0 0 160 0,0 0-160 0,16 18 160 15,-16-18-160-15,0 0 0 0,0 0 0 0,0 0 0 16,0 0 0-16,14 12 0 0,-14-12-160 0,0 0 160 0,13 14 0 0,-13-14 0 16,0 0 0-16,14 10 0 0,-14-10 0 0,0 0 0 15,17 6 0-15,-2-1 0 0,-2-1 0 0,-13-4 0 16,15-2 0-16,-1 0 0 0,-14 2 0 0,15 0 0 15,-2-1 0-15,1-1 0 0,-1-3 0 0,-13 5 0 16,0 0 0-16,15-2 0 0,-15 2 144 0,14-1-144 16,-14 1 0-16,0 0 144 0,0 0-144 0,0 0 128 15,15 0-128-15,-15 0 128 0,0 0-128 0,15 3 0 16,-15-3 0-16,14 2 0 0,-14-2 0 0,15 3 0 16,0-1 0-16,-2-1 0 0,-13-1 0 0,21 0 0 15,0-1 0-15,3-1 0 0,1 0 0 0,-1-1 0 0,-4 0 0 16,0 1 0-16,-5 0 0 0,0-1 0 0,-1 0 0 0,-1-1 128 15,-1 1-128-15,0 1 192 0,-12 2-192 0,12 0 192 16,-12 0-192-16,12-3 160 0,-12 3-160 0,0 0 160 16,16-2-160-16,-16 2 0 0,0 0 0 0,12 0 0 15,-12 0 0-15,0 0 0 0,10 0 0 0,-10 0 128 16,0 0-128-16,12 2 0 0,-12-2 0 0,0 0 0 16,13 0 0-16,-13 0 0 0,14 0 0 0,-14 0 0 15,13-2 0-15,-1 0 0 0,-12 2 0 0,14-3 0 16,-14 3 0-16,15-3 0 0,-3-1 0 0,-12 4 0 15,0 0 0-15,13-5 0 0,-13 5 0 0,0 0 128 16,18 0-128-16,-18 0 0 16,0 0 0-16,14 4 0 0,-14-4 0 0,0 0 0 0,13 6 0 0,-13-6 0 15,14 9 0-15,-14-9 0 0,13 8 0 0,-3 1 0 16,-10-9 0-16,14 10 0 0,-14-10 0 0,13 10 0 16,-13-10 0-16,14 6 0 0,-14-6 0 0,15 7 0 15,-15-7 0-15,15 7 0 0,-15-7 0 0,15 2 0 16,0-4 0-16,-15 2 0 15,16-2 0-15,-3 1 0 0,-1-4 0 0,1-1 0 0,-1 0 0 0,-2-1 0 16,-10 7 144-16,12-12-144 0,-2 4 160 0,-10 8-160 16,10-10 192-16,-10 10-48 0,0 0-16 0,10-9 0 15,2 1-128-15,-12 8 192 0,0 0-192 0,0 0 192 16,8-8-192-16,-8 8 192 0,10-9-192 0,2 2 192 16,2 1-192-16,-14 6 0 0,0 0 0 0,11-10 0 0,3 1 0 15,-6 1 0-15,-8 8 0 0,0 0 0 0,14-10 0 0,-2 1 0 16,-12 9 0-16,10-12 0 0,-4 2 0 0,-6 10 0 15,4-11 0-15,1 0 0 0,-5 11 0 0,7-8 0 16,-7 8 144-16,0 0-144 0,8-17 0 0,-8 17 0 16,0 0 0-16,5-12 0 0,-5 12 144 0,5-11-144 15,-5 11 192-15,5-12-192 0,-5 12 160 0,0 0-160 16,0-12 128-16,0 12-128 0,2-12 0 0,-2 12 128 16,0 0-128-16,0 0 0 0,0-11 0 0,0 11 0 15,-4-11 128-15,4 11-128 0,-5-8 0 0,5 8 0 16,-3-8 0-16,3 8 128 0,-5-9-128 0,5 9 0 0,-5-10 0 0,5 10 0 15,0 0 0-15,0 0 0 0,-7-13 0 0,5 4 0 16,2 9 0-16,0 0 0 0,9-12 0 0,-4 2 0 16,-5 10 0-16,5-11 0 0,3-1 0 0,1 3 0 15,-9 9 0-15,7-11 0 0,-4-3 0 0,2 2 0 16,0 1 0-16,0-1 0 0,-2 0 0 0,2 0 0 16,1 1 0-16,-5-1 0 0,-1 0 0 0,2 2 0 15,-2 0 0-15,0 1 0 0,-2-2 0 0,-1 0 0 16,-2 3 0-16,1 0 0 0,4 8 0 0,0 0 0 15,-8-12 0-15,0 2 0 0,-1 1 128 0,1-1-128 16,1 2 0-16,0 1 0 0,-1 0 0 0,1-3 0 16,2 2 0-16,-2-1 0 0,2 1 0 0,-1-2 0 0,-3 2 0 0,1 1 128 15,-2 0-128-15,-2 0 0 0,2 1 0 0,0-3 0 16,0 4 0-16,0 0 0 0,-2 0 0 0,-3-3 0 16,-1-1 0-16,1 4 0 0,0 0 0 0,0 2 0 15,0-1 0-15,0 1 0 0,0-4 0 0,-2 4 0 16,0 0 0-16,0-1 0 0,2 1 0 0,0 1-192 15,0-3 64-15,1 2 128 0,1-1-128 0,1 1 128 16,0-2 0-16,0 0 0 0,12 5 0 0,0 0 0 16,-15-8 0-16,15 8 0 0,-18-7 0 0,18 7 128 15,-17-10-128-15,17 10 128 0,-19-9-128 0,19 9 0 16,-16-8 0-16,1 1 0 0,-1-1 0 0,16 8 0 16,-16-9 0-16,0 6 0 0,1-2 0 0,2 2 0 15,-2-1 0-15,-2 3 0 0,-2-1-256 0,-1 2-16 0,-3 0-16 16,-11 3 0-1,-12 2-992-15,-7 0-208 0</inkml:trace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1:05.68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10CC5B71-DDE8-4CF8-A61C-DA60FC4F7D45}" emma:medium="tactile" emma:mode="ink">
          <msink:context xmlns:msink="http://schemas.microsoft.com/ink/2010/main" type="writingRegion" rotatedBoundingBox="14379,10853 15185,10853 15185,11284 14379,11284"/>
        </emma:interpretation>
      </emma:emma>
    </inkml:annotationXML>
    <inkml:traceGroup>
      <inkml:annotationXML>
        <emma:emma xmlns:emma="http://www.w3.org/2003/04/emma" version="1.0">
          <emma:interpretation id="{9A63D5DF-BE8E-4EFA-90F2-5757CEFD70A8}" emma:medium="tactile" emma:mode="ink">
            <msink:context xmlns:msink="http://schemas.microsoft.com/ink/2010/main" type="paragraph" rotatedBoundingBox="14379,10853 15185,10853 15185,11284 14379,112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27277A0-1763-439B-A772-7CE998D834C9}" emma:medium="tactile" emma:mode="ink">
              <msink:context xmlns:msink="http://schemas.microsoft.com/ink/2010/main" type="line" rotatedBoundingBox="14379,10853 15185,10853 15185,11284 14379,11284"/>
            </emma:interpretation>
          </emma:emma>
        </inkml:annotationXML>
        <inkml:traceGroup>
          <inkml:annotationXML>
            <emma:emma xmlns:emma="http://www.w3.org/2003/04/emma" version="1.0">
              <emma:interpretation id="{F1B49D7F-69B3-4297-8416-C0C5BF5FA456}" emma:medium="tactile" emma:mode="ink">
                <msink:context xmlns:msink="http://schemas.microsoft.com/ink/2010/main" type="inkWord" rotatedBoundingBox="14379,10853 15185,10853 15185,11284 14379,11284"/>
              </emma:interpretation>
              <emma:one-of disjunction-type="recognition" id="oneOf0">
                <emma:interpretation id="interp0" emma:lang="" emma:confidence="0">
                  <emma:literal>.</emma:literal>
                </emma:interpretation>
                <emma:interpretation id="interp1" emma:lang="" emma:confidence="0">
                  <emma:literal>-</emma:literal>
                </emma:interpretation>
                <emma:interpretation id="interp2" emma:lang="" emma:confidence="0">
                  <emma:literal>v</emma:literal>
                </emma:interpretation>
                <emma:interpretation id="interp3" emma:lang="" emma:confidence="0">
                  <emma:literal>r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0 405 911 0,'0'0'0'0,"0"0"0"15,0 0 0-15,0 0 0 0,0 0 2448 0,0 0 416 16,0 0 80-16,0 0 0 0,0 0-2352 0,0 0-464 16,0 0-128-16,0 0 0 0,0 0 800 0,0 0 144 15,0 0 16-15,0 0 16 0,12 22-784 0,-12-22-192 16,0 0 0-16,0 0 0 16,0 0-816-16,0 0-208 0,0 0-32 0,0 0-16 15,0 0 128-15,0 0 32 0,0 0 0 0,0 0 0 0,0 0 912 0,0 0 0 0,0 0 0 0,0 0 128 16,0 0 768-16,0 0 176 0,0 0 16 0,0 0 16 15,0 0-48-15,0 0-16 0,0 0 0 0,0 0 0 16,0 0-272-16,0 0-64 0,0 0-16 0,17 4 0 16,-17-4-272-16,15 0-48 0,0-4-16 0,-15 4 0 15,14-3-352-15,-14 3 128 0,17-7-128 0,-4 1 0 16,-13 6 0-16,14-7 0 0,-3 0 0 0,3 0 0 16,3 2 0-16,-4 0 0 0,-13 5 0 0,15-8-128 15,5-2 128-15,-3 3 0 0,0 0 0 0,-2 2 0 16,2 0 0-16,2 2 0 0,-1-4 0 0,-1 0-128 15,-2 1 128-15,3-1 176 0,1-3-48 0,0 3 0 0,-1-1 144 0,-1-2 32 16,-2-4 0-16,0 2 0 0,0 2 48 16,0-2 16-16,1-3 0 0,-1 0 0 0,0 2-64 0,0-1-16 15,-2-3 0-15,3 4 0 0,-3 1 32 0,4-1 16 16,0-2 0-16,0 1 0 0,-1 2-16 0,5-1 0 16,-1 1 0-16,0 0 0 0,0-3-320 0,-1 8 144 15,-4 4-144-15,0-2 0 0,-2 0 0 0,-13 5 0 16,0 0-192-16,0 0-11248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1:01.981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2ED0E607-7893-4BCE-AB17-B5A717EA2280}" emma:medium="tactile" emma:mode="ink">
          <msink:context xmlns:msink="http://schemas.microsoft.com/ink/2010/main" type="inkDrawing" rotatedBoundingBox="21856,10053 23037,10479 22662,11520 21481,11095" hotPoints="22846,10802 22272,11377 21697,10802 22272,10227" semanticType="enclosure" shapeName="Circle"/>
        </emma:interpretation>
      </emma:emma>
    </inkml:annotationXML>
    <inkml:trace contextRef="#ctx0" brushRef="#br0">873 122 6447 0,'0'0'272'0,"0"0"80"0,0 0-352 0,0 0 0 0,0 0 0 0,0 0 0 16,0 0 1648-16,0 0 256 0,0 0 48 0,0 0 16 15,0 0-736-15,0 0-144 0,0 0-16 0,0 0-16 16,0 0-528-16,0 0-96 0,-9-7-32 0,9 7 0 15,0 0-240-15,0 0-160 0,-8-13 192 0,1 1-192 16,0 3 0-16,7 9 0 0,-8-10 0 0,3 2 0 16,5 8 0-16,-7-10 0 0,-1 0 0 0,3 1 0 15,1 1 192-15,4 8-64 0,-6-7 0 0,-1 2-128 16,7 5 416-16,-10-7-32 0,10 7 0 0,-12-3 0 16,-3 0-32-16,1 3-16 0,1 1 0 0,0 1 0 15,-1-2-176-15,1 0-32 0,-1 2-128 0,-1 1 192 0,-2 4-192 16,0-2 0-16,4 0 128 0,-1 0-128 0,-1 0 256 0,2-2 0 15,1-4 0-15,2 4 0 0,0 5 48 0,0 1 16 16,-4-1 0-16,4-3 0 0,10-5-48 0,-12 4 0 16,1 1 0-16,11-5 0 0,-14 5-16 0,1 0-16 15,1 0 0-15,0 0 0 0,2 0-80 0,0 2-16 16,10-7 0-16,-13 5 0 0,1-4 0 0,12-1 0 16,-12 5 0-16,2 0 0 0,0 0 0 0,10-5 0 15,-12 6 0-15,12-6 0 0,-10 6-144 0,10-6 0 16,-9 9 0-16,9-9 0 0,-13 5 0 0,13-5 0 15,-12 3 0-15,2 2-176 0,0 2 176 0,2 0 0 0,8-7 0 0,-12 6 0 16,2 1 0-16,1 0-128 0,9-7 128 0,-11 7 0 16,0-1 0-16,1 1 0 0,0-2 0 0,10-5 0 15,-11 10 0-15,2-3 0 0,9-7 0 0,-10 10 0 16,0-2 0-16,0 1 0 0,1-2 0 0,9-7 0 16,-10 10 128-16,10-10-128 0,-10 8 160 0,10-8-160 15,-10 8 160-15,10-8-160 0,-12 11 160 0,4-3-160 0,8-8 128 0,-12 7-128 31,12-7 0-31,-8 8 0 0,8-8 0 0,0 0 0 16,-14 10 0-16,4-1 0 0,10-9 128 0,0 0-128 16,0 0 0-16,-7 10 0 0,-1-2 0 0,8-8 0 0,0 0 0 0,0 0 0 15,-3 14 144-15,3-14-144 0,0 0 128 0,0 0-128 16,0 0 304-16,0 0-32 0,-5 16 0 0,5-16 0 16,-2 17-80-16,0-2 0 0,2-15-16 0,-1 15 0 15,1-15 32-15,0 0 16 0,0 17 0 0,0-17 0 16,0 0 704-16,-2 19 144 0,2-19 16 0,-3 15 16 31,3-15-1680-31,-4 15-352 0,4-15-64 0,0 0-16 0,-3 15 832 0,3-15 176 0,0 0 0 0,0 0 0 16,-2 17 0-16,2-17 0 0,0 0 128 0,5 17-128 0,-5-17 176 15,7 17-16-15,-7-17 0 0,0 0 0 16,8 17 80-16,-8-17 16 0,0 0 0 0,9 15 0 16,-9-15-64-16,8 15-16 0,-8-15 0 0,9 15 0 0,-9-15-176 0,8 17 192 15,0-5-192-15,1-1 192 0,-9-11-192 0,8 14 128 16,-8-14-128-16,0 0 128 0,7 15-128 0,-7-15 192 15,10 12-192-15,-10-12 192 0,10 12-192 0,0-2 0 16,-1-2 0-16,-1 2 0 0,-1 0 0 0,-7-10 128 16,0 0-128-16,6 10 0 0,0 0 0 0,-6-10 0 15,0 0 0-15,3 16 0 0,0-5 0 0,-3-11 0 16,2 14 128-16,-2-14-128 0,2 10 0 0,-2-10 0 16,0 0 0-16,1 13 0 0,-1-13 0 0,5 14 0 15,-5-14 144-15,0 0-144 0,0 0 0 0,5 12 0 0,0-2 0 0,-5-10 128 16,0 0-128-16,0 0 0 0,7 11 0 0,-7-11 0 15,7 9 0-15,-7-9 0 0,7 12 0 0,-7-12 0 16,0 0 0-16,0 0 0 0,6 10 0 0,-6-10 0 16,0 0 0-16,0 0 0 0,0 0 0 0,9 10 0 15,-9-10 0-15,0 0 0 0,0 0 128 0,0 0-128 16,10 8 240-16,-10-8-32 0,0 0 0 0,10 9 0 16,-10-9-64-16,0 0-16 0,0 0 0 0,0 0 0 0,0 0-128 15,15 10 192-15,-15-10-192 0,0 0 192 0,0 0-192 16,0 0 0-16,0 0 0 0,15 8 0 0,-15-8 0 15,12 9 0-15,-12-9 0 0,10 8 0 0,-10-8 0 0,0 0 0 16,0 0 0-16,0 0 0 0,0 0 0 0,14 7 0 16,-14-7 0-16,13 6 0 0,-13-6 0 0,14 7 0 15,-14-7 0-15,15 4 0 0,-15-4 0 0,15 0 0 16,-15 0 0-16,15 0 0 0,-15 0 0 0,17 1 0 16,-17-1 0-16,15 2 0 0,-15-2 0 0,17 2 0 15,-17-2 0-15,18 3 0 0,-3-1 0 0,-1-1 0 16,-14-1 0-16,12 4 0 0,1-3 0 0,-13-1 0 0,17 2 0 15,-2 1 0-15,-1-1 0 0,-14-2 0 0,15 2 0 0,1-1 0 16,3 1 0-16,0-2 0 16,-3 0 0-16,5 0 0 0,-1 0 0 0,-2 0 0 0,-1 0 0 15,-2 0 0-15,0 0 0 0,0 0 0 16,1-2 0-16,-3 2 0 0,-13 0 0 0,14 0 0 0,-14 0 0 0,13-1 0 16,-13 1 128-16,0 0-128 0,13-2 0 0,-13 2 128 15,0 0-128-15,14-2 128 0,-14 2-128 0,0 0 128 16,0 0-128-16,0 0 0 0,0 0 0 0,0 0 128 15,0 0-128-15,0 0 0 0,0 0 0 0,0 0 128 16,0 0-128-16,0 0 0 0,0 0 0 0,0 0 128 16,0 0-128-16,0 0 0 0,0 0 0 0,0 0 0 15,22 4 0-15,-22-4 0 0,0 0 0 0,0 0 0 16,0 0 0-16,0 0 0 0,0 0 0 0,0 0 0 16,0 0 0-16,13 1 0 0,-13-1 0 0,0 0 0 15,19 0 0-15,-19 0 0 0,0 0 0 0,0 0 0 0,15-5 0 0,-15 5 0 16,0 0 0-16,0 0 0 0,13-1 400 0,-13 1 48 15,12-5 16-15,-12 5 0 0,0 0-336 0,15-4-128 16,-15 4 0-16,0 0 144 0,12-3-144 0,-12 3 0 16,12-3 0-16,-12 3 0 0,0 0 0 0,13-2 0 15,-13 2 0-15,0 0 0 0,0 0 0 0,10-5 0 16,-10 5 0-16,0 0 0 0,0 0 0 0,0 0 0 16,0 0 0-16,14-3 0 0,-14 3 0 0,0 0 0 15,10-6 128-15,-10 6-128 0,0 0 0 0,0 0 0 16,10-5 0-16,-10 5 0 0,0 0 0 0,0 0 0 15,8-6 0-15,-8 6 0 0,0 0 0 0,0 0 0 16,0 0 0-16,0 0 128 0,0 0-128 0,11-5 0 0,-11 5 0 16,0 0 0-16,0 0 0 0,0 0 0 0,0 0 0 0,0 0 0 15,6-9 0-15,-6 9 0 0,0 0 128 0,0 0-128 16,7-8 0-16,-7 8 0 0,7-10 0 0,-7 10 128 16,6-10-128-16,1 1 0 0,0-1 0 0,-7 10 0 15,7-10 0-15,1 2 0 0,-1-1 0 0,-7 9 0 16,8-7 0-16,-8 7 0 0,9-11 0 0,-9 11 0 15,0 0 0-15,8-9 0 0,-1-1 0 0,-7 10 0 16,0 0 0-16,0 0 0 0,5-8 0 0,-5 8 0 16,0 0 0-16,0 0 0 0,7-9 0 0,-7 9 0 15,0 0 0-15,0 0 128 0,0 0-128 0,0 0 0 0,5-11 128 0,-5 11-128 16,8-9 0-16,-8 9 128 0,0 0-128 0,10-7 0 16,-10 7 0-16,10-6 0 0,-10 6 0 0,0 0 0 15,0 0 0-15,0 0 0 0,10-5 0 0,-10 5 0 16,0 0 0-16,0 0 0 0,0 0 0 0,0 0 0 15,0 0 0-15,0 0 0 0,0 0 0 0,9-9 0 16,-4 1 0-16,-2-1 0 0,-3 9 0 0,0 0 0 16,7-6 0-16,-7 6 128 0,0 0-128 0,0 0 0 0,5-12 0 0,-2 3 0 15,-3 9 0-15,5-11 0 0,-1-1 0 0,-3 4 128 16,-1 8-128-16,2-9 0 0,1-1 0 0,-1 0 0 16,-2 10 0-16,2-8 0 0,-2 8 0 0,0 0 0 15,0 0 0-15,0 0 0 0,0-19 0 0,0 19 0 16,3-12 0-16,-3 12 0 0,0-15 0 0,0 15 0 15,0 0 0-15,-3-12 0 0,3 12 128 0,0 0-128 16,-7-13 0-16,7 13 0 0,0 0 0 0,0 0 0 16,-7-15 0-16,7 15 0 0,-3-15 0 0,1 1 0 15,-1 1 0-15,3 13 0 0,0 0 0 0,-2-14 0 16,2 1 0-16,0 13 0 0,0 0 0 0,-1-15 0 0,1 15 128 16,-4-12-128-16,4 12 0 0,-5-14 128 0,-2 1-128 0,7 13 0 15,0 0 0-15,-8-14 0 0,0 4 0 16,8 10 0-16,-9-11 0 0,9 11 0 0,0 0 0 0,-12-12 0 15,4 2 0-15,8 10 128 0,-12-9-128 0,12 9 0 16,-13-10 0-16,13 10 128 0,-14-7-128 0,14 7 0 16,-13-6 0-16,13 6 0 0,-12-9 0 0,12 9 0 31,0 0 0-31,-10-11 0 0,10 11 0 0,0 0 0 0,-10-11 0 0,10 11 0 16,-9-11 0-16,9 11 0 0,0 0 128 0,0 0-128 15,-8-16 0-15,8 16 160 0,0 0-160 0,0 0 160 16,-8-11-160-16,8 11 0 0,0 0 0 0,0 0 0 15,-7-14 0-15,7 14 0 0,0 0 0 0,0 0 0 16,0 0 0-16,-5-13 0 0,5 13 0 0,0 0 0 16,0 0 0-16,0 0 0 0,-7-10 0 0,7 10 0 15,0 0 0-15,0 0 0 0,0 0 0 0,0 0 0 16,-7-12 0-16,7 12 0 0,0 0 0 0,0 0 0 16,0 0 0-16,0 0 0 0,0 0 128 0,-6-12-128 15,6 12 0-15,0 0 0 0,-5-13 0 0,5 13 0 0,0 0 0 0,0 0 0 16,0 0 0-16,0 0 0 0,0 0 0 0,0 0 0 15,-11-12 0-15,11 12 0 0,0 0 0 0,-10-9 0 16,10 9 0-16,0 0 0 0,-6-11 0 0,6 11 0 16,0 0 0-16,0 0 128 0,-9-12-128 0,9 12 0 15,-8-10 0-15,8 10 0 0,-7-14 0 0,7 14 0 16,0 0 0-16,-7-11 0 0,1-1 0 0,6 12 0 16,0 0 0-16,-5-10 0 0,0 1 0 0,5 9 0 0,-7-10 0 0,7 10 0 15,-7-13 0-15,2 1 0 0,5 12 0 0,-5-12 0 16,0 4-192-16,0-1 192 0,-2 3-192 0,7 6 192 15,-8-10-384-15,-1 1 64 0,-2 1 0 0,-1 3 0 32,-2 1-304-32,-2 1-48 0,-10-2-16 0,-12 2 0 15,-13 3-2240-15,-8 3-448 0</inkml:trace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1:13.867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7EEBB586-3A47-410D-B49D-F9A4C66B10CB}" emma:medium="tactile" emma:mode="ink">
          <msink:context xmlns:msink="http://schemas.microsoft.com/ink/2010/main" type="writingRegion" rotatedBoundingBox="20154,9083 27974,8597 28281,13549 20461,14035"/>
        </emma:interpretation>
      </emma:emma>
    </inkml:annotationXML>
    <inkml:traceGroup>
      <inkml:annotationXML>
        <emma:emma xmlns:emma="http://www.w3.org/2003/04/emma" version="1.0">
          <emma:interpretation id="{AC36E537-A3CB-4182-99E0-D2FE69FC7585}" emma:medium="tactile" emma:mode="ink">
            <msink:context xmlns:msink="http://schemas.microsoft.com/ink/2010/main" type="paragraph" rotatedBoundingBox="23400,12386 23776,8714 24709,8809 24333,1248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A6E4F8F-4860-44C4-8EE6-FC929EA49B29}" emma:medium="tactile" emma:mode="ink">
              <msink:context xmlns:msink="http://schemas.microsoft.com/ink/2010/main" type="line" rotatedBoundingBox="23400,12386 23776,8714 24709,8809 24333,12482"/>
            </emma:interpretation>
          </emma:emma>
        </inkml:annotationXML>
        <inkml:traceGroup>
          <inkml:annotationXML>
            <emma:emma xmlns:emma="http://www.w3.org/2003/04/emma" version="1.0">
              <emma:interpretation id="{6F4D239E-9E88-4E7C-A347-9CE679FE32E8}" emma:medium="tactile" emma:mode="ink">
                <msink:context xmlns:msink="http://schemas.microsoft.com/ink/2010/main" type="inkWord" rotatedBoundingBox="23400,12386 23521,11199 24454,11295 24333,1248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22-671 2751 0,'0'0'256'0,"0"0"-256"0,0 0 0 0,0 0 0 0,0 0 0 0,0 0 0 16,0 0 0-16,0 0 0 0,0 0 3008 0,0 0 544 16,0 0 112-16,0 0 32 0,0 0-3200 0,0 0-640 15,-11-5-128-15,11 5-32 0,-11-7-48 0,11 7-16 16,0 0 0-16,0 0 0 0,-8-8 368 0,8 8 240 16,0 0-48-16,0 0 0 0,0 0 480 0,0 0 96 15,0 0 0-15,0 0 16 0,0 0 208 0,0 0 32 16,0 0 16-16,0 0 0 0,0 0-272 0,0 0-48 15,0 0-16-15,0 0 0 0,0 0-288 0,0 0-64 16,0 0-16-16,0 0 0 0,0 0-96 0,0 0-32 16,0 0 0-16,0 0 0 0,0 0 96 0,0 0 16 15,0 0 0-15,0 0 0 0,0 0 128 0,0 0 48 16,0 0 0-16,0 0 0 0,0 0-96 0,0 0-16 0,0 0 0 0,0 0 0 16,0 0-80-16,0 0-32 0,-3 13 0 0,3-13 0 15,0 0-272-15,-2 15 0 0,2-15 128 0,0 0-128 16,0 0 960-16,-2 17 128 0,1-2 16 0,1-15 16 15,-2 19-816-15,2-19-176 0,-2 18-128 0,1 1 192 32,-1-1-816-32,2-3-144 0,0 2-48 0,0-17 0 0,0 20 816 0,0 1 224 0,0-5 16 0,0 5 0 15,0 2-16-15,2 2 0 0,-1 2 0 0,3 2 0 16,-1-2 96-16,0 0 0 0,-1 0 16 0,1-4 0 16,1-3 96-16,1 1 16 0,0-1 0 0,0-3 0 15,-2-2-64-15,2 2-16 0,0-2 0 0,0-2 0 16,-3 2-144-16,1-3-32 0,-3-12 0 0,7 19 0 15,-7-19-192-15,7 13 0 0,-2-1 0 0,-5-12 0 16,5 13 0-16,-5-13 176 0,3 14-176 0,-3-14 160 16,4 15-160-16,-4-15 0 0,1 15 0 0,-1-15 0 15,0 0 0-15,0 14 0 0,0-14 0 0,-1 20 0 0,1-20 0 16,0 0 0-16,-5 17 0 0,5-17 0 0,-7 18 128 0,7-18-128 16,-5 15 0-16,5-15 128 0,-10 25-128 0,10-25 0 15,-5 17 0-15,5-17 0 0,-5 15 0 0,5-15 0 16,0 0 0-16,-5 14 128 0,5-14-128 0,0 0 0 15,0 0 0-15,0 0 0 0,0 0 0 0,0 0 0 16,0 0 0-16,0 0 0 0,0 0 0 0,0 0 0 16,13 3 0-16,1-3 0 15,-4-3-1296-15,1-2-304 0,-11 5-48 0,14-5-14192 16</inkml:trace>
          <inkml:trace contextRef="#ctx0" brushRef="#br0" timeOffset="944.051">-556 89 1839 0,'0'0'160'0,"0"0"-160"0,0 0 0 0,0 0 0 0,0 0 4112 0,0 0 800 16,0 0 144-16,0 0 48 0,0 0-3312 0,13-1-640 16,-13 1-144-16,18-4-32 0,-18 4-784 0,0 0-192 15,0 0 0-15,0 0 0 0,0 0 0 0,0 0 0 16,16 5 0-16,-16-5 0 0,0 0 848 0,0 0 128 15,0 0 32-15,11 9 0 0,-11-9-256 0,0 0-48 16,14 10-16-16,-2 0 0 0,-12-10-16 0,13 12 0 16,1-6 0-16,1 3 0 0,0-1-32 0,2-1-16 15,1 0 0-15,4 0 0 0,3-2-144 0,2 1-32 0,2 1 0 16,-2-2 0-16,-2-2-208 0,-1 1-48 16,-3 1-16-16,0-2 0 0,-1 1-176 0,-2 1 128 0,1 3-128 0,-2 0 128 15,-2-1 0-15,0 0-128 0,-2-2 192 0,-1 2-64 16,0 1 0-16,-2 1 0 0,-10-9 0 0,12 10 0 15,-4 0-128-15,1 0 160 0,-3 0-160 0,1 7 160 16,-7-17-160-16,5 11 0 0,-5-11 0 0,9 19 0 16,-4-4 0-16,-5-15 0 0,6 10 0 0,-6-10 0 15,0 0 368-15,0 0 32 0,0 0 16 0,0 0 0 16,0 0-112-16,14 0-32 0,-14 0 0 0,0 0 0 16,13-8-80-16,-3 1-32 0,-10 7 0 0,0 0 0 15,9-12-160-15,-9 12 160 0,0 0-160 0,0 0 160 16,6-13-160-16,-6 13 0 0,6-12 0 0,-6 12 128 15,0 0-128-15,0 0 0 0,3-12 0 0,-3 12 0 16,0 0 0-16,0 0 128 0,5-10-128 0,-5 10 0 16,3-12 0-16,-3 12 0 0,0 0 0 0,0 0 0 0,0 0 0 15,4-11 0-15,-4 11 0 0,3-10 0 0,0-1 0 0,-3 11 0 16,4-10 0-16,-4 10 0 0,3-13-192 0,0 1 0 16,1 2-16-16,-4 10 0 15,5-13-1536-15,0 1-304 0,-5 12-64 0,7-14-16 16,-1 3-1744-16,1-1-352 15</inkml:trace>
          <inkml:trace contextRef="#ctx0" brushRef="#br0" timeOffset="-9760.7307">76-2850 1839 0,'0'0'160'0,"0"0"-160"0,0 0 0 0,0 0 0 16,0 0 1664-16,0 0 288 0,0 0 64 0,0 0 16 15,0 0-1632-15,0 0-400 0,0 0 0 0,0 0 0 16,0 0 2176-16,0 0 368 0,0 0 64 0,0 0 16 15,0 0-1472-15,0 0-304 0,0 0-48 0,0 0-16 16,0 0-336-16,0 0-64 0,9-8 0 0,-9 8-16 16,11-9-208-16,3 2-32 0,-1 1-128 0,1 1 192 15,-1 3-192-15,1-1 128 0,-3-1-128 0,5 1 0 16,0 0 160-16,1-1-160 0,-2 2 160 0,0 1-160 16,-1-3 144-16,1-1-144 0,0 0 128 0,5 0-128 0,7 0 256 15,0-5-16-15,-1-2-16 0,-3 1 0 0,1 0 112 16,-1 0 32-16,1-6 0 0,-1 0 0 0,-1 4-176 0,-2-3-16 15,-1 0-16-15,-2-1 0 0,0 3-352 0,-2 3-80 16,-4-1-16-16,1 3 0 16,-2 3-1984-16,-10 6-400 15</inkml:trace>
        </inkml:traceGroup>
        <inkml:traceGroup>
          <inkml:annotationXML>
            <emma:emma xmlns:emma="http://www.w3.org/2003/04/emma" version="1.0">
              <emma:interpretation id="{C13398B6-102A-46D4-9CD0-F5B65D55524E}" emma:medium="tactile" emma:mode="ink">
                <msink:context xmlns:msink="http://schemas.microsoft.com/ink/2010/main" type="inkWord" rotatedBoundingBox="24069,9088 24103,8747 24651,8803 24616,9144"/>
              </emma:interpretation>
            </emma:emma>
          </inkml:annotationXML>
          <inkml:trace contextRef="#ctx0" brushRef="#br0" timeOffset="1615.9308">396 0 5519 0,'0'0'496'0,"0"0"-496"0,0 0 0 0,0 0 0 0,0 0 3264 16,0 0 544-16,0 0 112 0,0 0 32 0,0 0-2640 0,0 0-528 16,0 0-96-16,0 0-32 0,0 0-464 0,0 0-192 15,0 0 176-15,0 0-176 0,0 0 0 0,-14 2 0 16,14-2 0-16,0 0 0 0,0 0 128 0,0 0-128 15,-13 5 0-15,13-5 0 0,-12 5 480 0,12-5 0 16,-12 5 0-16,12-5 0 0,-15 8-480 0,15-8 0 16,0 0 0-16,0 0 0 0,0 0 1136 0,0 0 128 15,-12 9 16-15,12-9 16 0,0 0-688 0,0 0-144 16,0 0-16-16,0 0-16 0,0 0 656 0,0 0 128 0,-6 13 16 0,6-13 16 16,0 0-944-16,0 0-304 15,0 0 160-15,-7 14-160 0,7-14 0 0,0 0 128 0,-8 12-128 0,8-12 0 31,-9 13-704-31,9-13-208 0,-12 13-48 0,4 1-16 0,8-14 976 0,-14 13 0 0,3-1 0 0,1 0 208 16,10-12-32-16,-12 12-16 0,0 0 0 0,4-1 0 16,-1 3 32-16,3-1 16 0,6-13 0 0,-9 17 0 15,2 0 32-15,2-4 0 0,0 2 0 0,0-1 0 16,5-14-48-16,-5 17 0 0,0-2 0 0,2 0 0 16,-1-2-192-16,1 3 176 0,0 2-176 0,1-4 160 15,2-14-160-15,-5 15 0 0,0 0 0 0,0 0 128 16,1-2-128-16,-1 1 0 0,0-4 0 0,5-10 0 15,-6 10 0-15,-1-1 0 0,-3-3 0 0,1-1 128 16,-1 0-1104-16,10-5-240 16,-11 0-32-16,-1 0-16 0,0-1-272 0,0-3-48 15,0-1-16-15</inkml:trace>
        </inkml:traceGroup>
      </inkml:traceGroup>
    </inkml:traceGroup>
    <inkml:traceGroup>
      <inkml:annotationXML>
        <emma:emma xmlns:emma="http://www.w3.org/2003/04/emma" version="1.0">
          <emma:interpretation id="{F51C5DDE-1A66-4ECA-91F3-3121DF85ED5B}" emma:medium="tactile" emma:mode="ink">
            <msink:context xmlns:msink="http://schemas.microsoft.com/ink/2010/main" type="paragraph" rotatedBoundingBox="20387,12840 28207,12355 28281,13549 20461,140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FE64C31-B195-41F6-9434-7866220D5C9D}" emma:medium="tactile" emma:mode="ink">
              <msink:context xmlns:msink="http://schemas.microsoft.com/ink/2010/main" type="line" rotatedBoundingBox="20387,12840 28207,12355 28281,13549 20461,14035"/>
            </emma:interpretation>
          </emma:emma>
        </inkml:annotationXML>
        <inkml:traceGroup>
          <inkml:annotationXML>
            <emma:emma xmlns:emma="http://www.w3.org/2003/04/emma" version="1.0">
              <emma:interpretation id="{AEFE4640-BBAA-4EFF-BC88-3CA976522FF4}" emma:medium="tactile" emma:mode="ink">
                <msink:context xmlns:msink="http://schemas.microsoft.com/ink/2010/main" type="inkWord" rotatedBoundingBox="20387,12840 24038,12613 24112,13808 20461,1403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847.8754">-2843 1225 19343 0,'0'0'1728'0,"0"0"-1392"15,7 5-336-15,-7-5 0 0,0 0 1792 0,0 0 304 16,8 4 48-16,-8-4 16 0,0 0-1648 0,0 0-320 16,0 0-64-16,0 0 0 0,0 0-128 0,0 0 0 15,0 0 0-15,3 6 0 0,-3 1 160 0,0-2 16 16,-1 2 0-16,-3 1 0 0,1-1 160 0,-2 1 48 31,5-8 0-31,-5 5 0 0,5-5 128 0,0 0 16 16,0 0 16-16,-5 7 0 0,5-7-160 0,0 0-16 0,0 0-16 0,0 0 0 15,0 0-352-15,0 0 0 0,0 0 0 0,0 0 0 16,0 0-496 0,0 0-160-16,0 0-48 0,0 0 0 15,0 0-128-15,0 0-48 0,0 0 0 0,0 0 0 0,0 0 496 0,0 0 80 0,0 0 32 0,0 0 0 16,0 0 272-16,-12-2 256 0,0-1-64 0,12 3 0 0,0 0-16 0,0 0-16 15,0 0 0-15,0 0 0 16,0 0-1840-16,0 0-368 0</inkml:trace>
          <inkml:trace contextRef="#ctx0" brushRef="#br0" timeOffset="3602.7944">-3122 1297 11967 0,'0'0'1072'0,"0"0"-864"0,0 0-208 0,0 0 0 16,18 4 3776-16,1-6 704 0,1-1 128 0,-2 1 48 15,-2 2-3232-15,-1 0-640 0,-15 0-128 0,16-2-16 0,0 2-320 0,-16 0-48 16,0 0-16-16,0 0 0 0,15 7 48 0,-5 2 0 16,-10-9 0-16,8 13 0 0,-3 0 160 0,-1 4 48 15,-3 0 0-15,3-2 0 0,-4 0-80 0,1 4-16 16,-1 1 0-16,4 4 0 0,1 1 48 0,2 2 16 16,-2-2 0-16,1 5 0 0,-1 9-256 0,5 1-48 15,1 4-16-15,-1 0 0 0,0 1 16 0,-2-8 0 16,1-3 0-16,1-9 0 0,0-1-176 0,-2-6 0 15,-1-1 0-15,0 2 128 0,-1-4-256 0,1 2-64 16,-2-4-16-16,-1-1 0 16,-1 1-2928-16,-1-1-592 0</inkml:trace>
          <inkml:trace contextRef="#ctx0" brushRef="#br0" timeOffset="3290.2705">-3577 1361 21423 0,'2'5'944'0,"-2"-5"208"0,0 0-928 0,0 0-224 0,0 0 0 0,0 0 0 16,10 0 1600-16,0 0 288 0,-10 0 48 0,14-1 16 16,-1-4-288-16,1 1-48 0,-1 1-16 0,2-2 0 15,2 2-1088-15,-2-4-240 0,2 0-32 0,2 0-16 16,1 2-928-16,3 0-176 16,3 0-32-16,2 4-16 0,6-5 928 0,6 3 176 0,7 0 32 0,4-2 16 0,-1-2 48 0,1 4 16 15,-4-2 0-15,-3 0 0 0,-7-1 48 0,-2 0 16 16,-3-4 0-16,-2 3 0 0,-1 2-96 0,-1 0-32 15,1 0 0-15,1-2 0 0,-1 0-96 0,1 2 0 16,0 0-128-16,2 2 192 0,0-1-192 0,0-1 0 16,0 0 128-16,-5 2-128 0,-3 0 0 0,-6 1 0 0,-4 0 0 15,-14 2 0-15,0 0 0 0,0 0-208 16,0 0 32-16,0 0 16 16,-10-10-1808-16,-6 3-352 0,-2 2-80 0</inkml:trace>
          <inkml:trace contextRef="#ctx0" brushRef="#br0" timeOffset="2433.4639">-3523 1277 14735 0,'0'0'640'0,"0"0"160"0,0 0-640 0,0 0-160 0,0 0 0 0,-10 7 0 16,10-7 4608-16,0 0 880 0,0 0 176 0,0 0 32 15,0 0-4832-15,0 0-864 0,0 0-384 0,0 0 16 16,0 0 368-16,-2 5 128 0,2-5 0 0,0 0 0 15,0 0 64-15,0 0 16 0,0 0 0 0,0 0 0 16,0 0 128-16,9 5 32 0,-2 0 0 0,1-2 0 16,-8-3 0-16,17-3 0 0,0 1 0 0,1-1 0 15,2 1-128-15,6-1-32 0,2 1 0 0,6 1 0 16,3-4-208-16,12 1 0 0,8-1 0 0,3 2 0 0,3-4 0 16,-8 2-208-16,-4-5 64 0,-8-2 16 15,-4 0-576-15,-4-1-96 0,-3-1-32 0,-5-1 0 16,-3 0-512-16,-1 3-96 0,-2-1-32 0,-3 0-12672 0</inkml:trace>
          <inkml:trace contextRef="#ctx0" brushRef="#br0" timeOffset="4063.7021">-2227 1585 10127 0,'0'0'448'0,"-5"12"96"0,5-12-544 0,0 0 0 0,0 0 0 0,0 0 0 0,0 0 4944 0,0 0 880 16,0 0 192-16,0 0 16 0,11-8-5008 0,-11 8-1024 15,14-4-144-15,-14 4-64 0,0 0-16 0,0 0 0 16,10 9 0-16,-3 4 0 0,-6 2 224 0,-1 4 0 16,-3 1 144-16,-2 7-144 0,0 5 448 0,0 5-16 15,-3-2 0-15,-3-1 0 0,1-1 0 0,2-6 0 16,0-3 0-16,1-1 0 0,0-4-176 0,0-2-16 16,1 0-16-16,2-4 0 15,4-3-224-15,0-10 128 0,0 0-128 0,0 0 0 16,0 0 0-16,10 7 0 0,5-5-176 0,1-4 176 31,-3 0-816-31,2-5-32 0,-1-3-16 0,3-1 0 16,-1-1-288-16,1-5-48 0,0-2-16 0,0 1 0 15,0-2-144-15,-2-7-48 0,-3-10 0 0,-1 3 0 0,1 6 864 0,0-1 160 0,-4 0 48 0,-1 4 0 16,-2 7 560-16,-2 1 112 0,-1 0 32 0,-2 2 0 16,0 3 432-16,-2 0 96 0,-1 4 0 0,-4 1 16 0,-1 2-224 15,8 5-48-15,-12-5-16 0,2 2 0 0,-2-2-624 16,1 0-128-16,-1 1-32 0,0 1-7840 15,2-4-1584-15</inkml:trace>
          <inkml:trace contextRef="#ctx0" brushRef="#br0" timeOffset="4423.035">-1892 916 29711 0,'0'0'1312'0,"0"0"288"0,0 0-1280 0,0 0-320 0,8 11 0 0,0-1 0 15,3-1 992-15,0 1 144 0,3 2 16 0,1 3 16 16,0 5-720-16,0 4-160 0,0 1-32 0,2 5 0 15,5 0-32-15,3 4-16 0,-1-2 0 0,-2-2 0 16,-4-4 64-16,2 0 16 0,1 1 0 0,-5 0 0 16,0-1-16-16,-3-1 0 0,-3-5 0 0,4 12 0 15,-6-2-272-15,-1-10 0 0,1 4 0 0,1 1 0 16,-3 2 192-16,1 3-32 0,-2 2 0 0,0 0 0 16,0-1-304-16,0-3-64 0,-1-1-16 0,1 0 0 15,1 2-1904 1,-1-6-384-16,0-3-80 0</inkml:trace>
          <inkml:trace contextRef="#ctx0" brushRef="#br0" timeOffset="4673.2326">-1773 1553 29887 0,'0'0'1328'0,"-10"-3"272"0,10 3-1280 0,0 0-320 0,0-15 0 0,8 1 0 16,9-1 1104-16,8 0 176 0,6 0 16 15,19-7 16-15,1 8-1056 0,-18 8-256 0,1-4 0 0,1 1 0 32,-1-1-2512-32,-2-2-560 0,-3 2-128 0,1 0 0 15,0 3 2048-15,2 4 432 0,0 0 80 0,3 1 0 0,1 2 432 0,2 2 80 0,1-2 128 0</inkml:trace>
          <inkml:trace contextRef="#ctx0" brushRef="#br0" timeOffset="5468.5705">-625 1392 8287 0,'0'0'368'0,"-14"10"80"0,-1-4-448 0,0 1 0 0,0-3 0 0,-7 2 0 0,3-2 0 0,7-1 0 16,1 0 0-16,-8 1 0 0,1-1 0 0,6 1 0 15,-2 1 0-15,-1-2 0 0,0 0 6336 0,-3 6 1168 16,-4 2 240-16,3 1 64 0,1-2-6560 0,1 4-1248 16,2 3-368-16,1-2-16 0,4 0 384 0,0 2 0 15,-2 3 0-15,4-2 0 0,1 1 0 0,6-1 0 16,6-1 192-16,3 0-64 0,2 0-128 0,4-4 128 15,-1-3-128-15,4-3 128 0,1-3-128 0,3-4 0 16,-1-5 0-16,2-6-176 16,-1 0-240-16,3-6-48 0,0-3-16 0,-1 3 0 15,-3 0-704-15,-1 2-144 0,-2-4-16 0,-2 1-16 16,-2-1-64-16,-1 3-16 0,-2 4 0 0,0-2 0 0,-1 1 880 0,-1 3 176 0,-8 10 48 0,0 0 0 16,0 0 336-16,0 0 0 0,0 0 0 0,0 0 0 15,0 0 1904-15,0 0 448 0,0 0 80 0,0 0 32 16,0 0-1392-16,0 0-288 0,0 0-48 0,0 0-16 15,2 13-576-15,-2-13-144 0,5 15 0 0,0-1 0 16,-5-14 0-16,8 13 0 0,1-4-160 0,-1 2 160 16,2-2-224-16,-10-9 48 0,14 7 16 0,-14-7 0 15,16 5 160-15,0-2-192 0,-3-5 192 0,1 1-192 16,-3-3 192-16,4 1 0 0,1-2-144 0,-1-2 144 16,-2 0-256-16,2 1 0 0,2-1 16 0,0 0 0 15,0 0-80-15,0 1-32 0,-1-6 0 0,52-59 0 47,-33 31-112-31,-23 20-32-16,-7 0 0 0,-3 3 0 0,-1-2 304 0,-6-1 48 0,-5-2 16 0,-3-3 0 0,-4-2 544 0,-3-5 112 15,-6-7 32-15,1-3 0 0,0-5-112 0,1 2-32 16,3 3 0-16,-1 5 0 0,0 3-80 0,2 4-16 16,1 1 0-16,1 0 0 0,1 3-64 0,0 5-32 15,2 5 0-15,0 0 0 0,-1 3-224 0,3 1 0 16,0 4 128-16,2 3-128 0,11 5 0 0,-10-5 144 15,10 5-144-15,0 0 128 0,-11 0 416 0,11 0 80 16,0 0 16-16,0 0 0 0,0 0-160 0,0 0-32 16,0 0 0-16,0 0 0 0,1 16-288 0,4 1-160 15,4 0 160-15,3 3-160 0,1 4 0 0,4 1 128 16,3 5-128-16,4 2 0 0,1 5 0 0,5 10 144 0,2 9-144 16,5-2 128-16,5-4-128 0,2-3 0 0,0-6 0 15,-4-4 0-15,-1-5 0 0,-6-4 0 16,-2-2 0-16,7 6 0 0,-7-9 0 0,-13-4 0 0,-1 4 0 0,1 6 0 15,1 3 0-15,-2 0-176 0,-2-2 48 0,2 4 0 32,0-1-1792-32,1-1-336 0,2-3-80 0,0-2-12192 0</inkml:trace>
        </inkml:traceGroup>
        <inkml:traceGroup>
          <inkml:annotationXML>
            <emma:emma xmlns:emma="http://www.w3.org/2003/04/emma" version="1.0">
              <emma:interpretation id="{F5A368BA-08D9-4830-9628-3C46AA3BF39E}" emma:medium="tactile" emma:mode="ink">
                <msink:context xmlns:msink="http://schemas.microsoft.com/ink/2010/main" type="inkWord" rotatedBoundingBox="24665,12636 25748,12569 25798,13367 24715,1343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6524.0306">1515 1448 11967 0,'0'0'1072'0,"0"0"-864"0,0 0-208 0,0 0 0 16,0 0 4992-16,0 0 960 0,0 0 192 0,0 0 48 15,0 0-4256-15,0 0-848 0,0 0-160 0,0 0-32 16,13-9-720-16,-13 9-176 0,0 0 0 0,12-9 0 16,-4-3 0-16,1 4-176 0,-9 8 48 0,8-11 0 15,-1-1-176-15,-2 4-16 0,-5 8-16 0,0 0 0 16,5-14 144-16,-5 14 16 0,5-10 16 0,-5 10 0 16,0 0 160-16,0 0 224 0,0 0-48 0,0 0-16 15,0 0 192-15,0 0 32 0,0 0 16 0,0 0 0 0,0 0-48 0,0 0-16 16,0 0 0-16,0 0 0 0,0 0 48 0,0 0 0 15,12-4 0-15,-12 4 0 0,0 0-112 0,15 0-16 16,-2 4 0-16,1-1 0 0,-14-3-256 0,17 4 0 16,0-1 128-16,-2 0-128 0,-2-3 0 0,4 4 0 0,1-1 0 0,4-1 0 15,-22-2 0-15,0 0 0 0,14 0 0 0,-1-2 0 16,2 1-3920 0,-15 1-688-16</inkml:trace>
          <inkml:trace contextRef="#ctx0" brushRef="#br0" timeOffset="6680.3247">1516 798 911 0,'-11'13'0'0,"11"-13"0"16,0 0 0-16,-12 5 0 0,12-5 8736 0,0 0 1664 16,0 0 336-16,0 0 64 0,0 0-8288 0,0 0-1648 15,0 0-336-15,0 0-64 0,10-20-464 0</inkml:trace>
          <inkml:trace contextRef="#ctx0" brushRef="#br0" timeOffset="6092.4963">712 1188 16575 0,'-8'19'736'0,"8"-19"160"0,0 0-720 0,0 0-176 0,0 0 0 0,0 0 0 16,0 0 5248-16,0 0 1024 0,0 0 208 0,0 0 48 16,0 0-5088-16,15-2-1008 0,2-1-208 0,3-3-32 15,0-2-496-15,5 0-80 0,2-2-32 0,5-4 0 16,4-4-304-16,4-3-64 0,0 5-16 0,7-3 0 15,6-3-1808-15,-5 5-352 0,-6 6-80 0</inkml:trace>
          <inkml:trace contextRef="#ctx0" brushRef="#br0" timeOffset="5846.6547">769 693 21183 0,'0'0'944'0,"0"0"192"0,0 0-912 0,0 0-224 0,0 0 0 0,0 0 0 15,0 0 3760-15,0 0 704 0,0 0 144 0,0 22 16 16,0-22-3696-16,5 17-736 0,0-2-192 0,2 5 0 16,0 4 176-16,1 6 0 0,1 2 0 0,1 9 0 15,0 4-176-15,3 9 0 0,3 10 0 0,-1-7 0 16,0-6 0-16,3-8 0 0,3-7 144 0,2-3-16 15,4-4-128-15,2-4 0 0,1-3 0 0,0-4 128 32,-1-1-448-32,-4-3-64 0,-3-2-32 0,-2-4-16448 0</inkml:trace>
        </inkml:traceGroup>
        <inkml:traceGroup>
          <inkml:annotationXML>
            <emma:emma xmlns:emma="http://www.w3.org/2003/04/emma" version="1.0">
              <emma:interpretation id="{165AF1CB-B9C3-4864-8250-ED6362DF0F5C}" emma:medium="tactile" emma:mode="ink">
                <msink:context xmlns:msink="http://schemas.microsoft.com/ink/2010/main" type="inkWord" rotatedBoundingBox="26062,12809 28227,12674 28262,13239 26097,13373"/>
              </emma:interpretation>
              <emma:one-of disjunction-type="recognition" id="oneOf3">
                <emma:interpretation id="interp3" emma:lang="" emma:confidence="1">
                  <emma:literal>me</emma:literal>
                </emma:interpretation>
                <emma:interpretation id="interp4" emma:lang="" emma:confidence="0">
                  <emma:literal>one</emma:literal>
                </emma:interpretation>
                <emma:interpretation id="interp5" emma:lang="" emma:confidence="0">
                  <emma:literal>ne</emma:literal>
                </emma:interpretation>
                <emma:interpretation id="interp6" emma:lang="" emma:confidence="0">
                  <emma:literal>are</emma:literal>
                </emma:interpretation>
                <emma:interpretation id="interp7" emma:lang="" emma:confidence="0">
                  <emma:literal>*ne</emma:literal>
                </emma:interpretation>
              </emma:one-of>
            </emma:emma>
          </inkml:annotationXML>
          <inkml:trace contextRef="#ctx0" brushRef="#br0" timeOffset="7765.399">2088 1057 9215 0,'-1'28'400'0,"1"-12"96"0,-2-3-496 0,2 1 0 0,0-14 0 0,2 15 0 15,-2 0 6032-15,3-2 1120 0,1-1 208 0,1-2 64 16,-5-10-5824-16,8 12-1168 0,-1-2-240 0,-1 2-32 16,-6-12-160-16,11 12 0 0,-3-1 0 0,0 1 0 15,-1-2 0-15,0 2 0 0,0-4-176 0,-1 2 176 16,1 1 0-16,0 0 0 0,-7-11 0 0,0 0 0 16,5 12 0-16,-5-12 0 0,5 14 0 0,-5-14 0 0,0 0 0 0,0 0 0 15,0 0 0-15,0 0 0 0,0 0 0 0,0 0 0 16,0 0 0-16,0 0 0 15,0 0-416-15,0 0-48 0,0 0-16 0,0 0 0 16,-5-19-432-16,1 4-96 0,1 1-16 0,0-1 0 16,1-1 176-16,2-1 16 0,0-2 16 0,0-1 0 0,-2 0 544 0,2-2 96 15,2-2 32-15,1 3 0 0,1-3 144 0,-1 4 256 16,2-2-64-16,0 7-16 0,0 3 208 0,0 2 32 16,0 1 16-16,-5 9 0 0,0 0 48 0,14 2 16 15,-1-2 0-15,-13 0 0 0,15 9-256 0,1 1-48 0,-1 3-16 16,2 2 0-16,1 2-176 0,1 2 0 15,-3 2 0-15,3 0 128 0,1-5-128 0,0 3 0 16,-1-1 0-16,1-2 0 0,-2-3 0 0,-1 1 0 0,-3-4 0 0,-2 0 0 16,-4 2 128-16,2-2-128 0,2-4 0 0,-12-6 128 15,0 0-128-15,0 0 0 0,0 0 0 0,0 0 0 16,0 0 0-16,5 9 0 0,-5-9 0 0,0 0 0 16,0 0 0-16,0 0-256 0,0 0 64 0,0 0 16 15,0 0-16-15,0 0 0 0,-10-12 0 0,3-1 0 16,4-1 192-16,1-1-160 0,-1-2 160 0,3 0-160 15,3-6 160-15,2 1 0 0,0-2-144 0,3-1 144 16,3 0 192-16,0 5 96 0,1 3 32 0,2 0 0 16,1-5-16-16,0 4 0 0,-2 6 0 0,4 2 0 15,0 1-48-15,1 4 0 0,-1-1 0 0,2 2 0 16,-1 2 144-16,1 2 32 0,-2 6 0 0,-1 0 0 0,1 3 48 0,2-1 16 16,-1 2 0-16,4 0 0 0,2 0-64 15,1 6-16-15,0 4 0 0,2-3 0 0,0-4-256 0,2-1-160 16,-2 1 192-16,5 2-192 0,3 4 0 0,-3-4 0 15,-5-5 0-15,-4 2 0 16,-2 0-464-16,-1-1 0 0,-2 5 0 16,-3-6 0-16,-1 0-1344 0,-2-2-272 0,-1 1-48 15,-1 1-16-15,1-4-288 0,-1 1-48 0,0 2-16 0,0-4 0 16,-10-5 1008-16,13 1 192 0,-13-1 32 0,15 0 16 16,-1-1 368-16,-14 1 80 0,13-5 16 0,-13 5 0 0,16-5 928 15,-16 5 192 1,13-9 48-16,-13 9 0 0,0 0 1088 0,13-7 208 0,-2 1 48 0,-11 6 16 15,13-14-1392-15,-13 14-352 0,0 0 0 0,10-8 0 16,-3-1 2736-16,-7 9 464 0,8-8 112 0,-8 8 16 16,0 0-2048-16,12-7-416 0,-12 7-80 0,12-7-16 15,-12 7-416-15,13-8-96 0,1 1 0 0,-3 1-16 16,0-6-240-16,-1 2 0 0,1-2 128 0,1 4-128 16,-2-1 0-16,4-1 0 0,-1-3 0 0,1-3 0 15,-3 3-144-15,3-2 144 0,-1-4-208 0,1 4 80 0,-2 0 0 0,-4 2 0 16,-1-4 0-16,1 3 0 0,1 1 128 0,-1 1 0 15,-1-3 0-15,-4 1 0 0,-3 1 0 0,-2 0 0 16,-4-1 0-16,1 4 0 0,1 0 0 0,-2 0-192 16,-6 0 64-16,0 1 0 0,-1 1 128 0,1 1 0 15,3 0-144-15,-2 1 144 0,-3-1 0 0,2 4 0 16,1-1 0-16,-1 3 128 0,-2-1 48 0,1 2 0 16,-1 0 0-16,1 3 0 0,-1 2-176 0,-1 4 192 15,0 2-192-15,2 1 192 0,1 3-192 0,0 1 0 16,0 2 0-16,2 2 128 0,2 2 16 0,3 5 0 15,2 0 0-15,3 5 0 0,3 0 176 0,4 2 48 16,3 1 0-16,7 9 0 0,-1-16-368 0,1-8 0 0,5 2 0 0,8-3 0 16,7-6 352-16,10 2 0 0,9 4 0 0,8-4 0 15,7-5-352-15,-4-3 0 0,-5-4 0 0,-5-3 0 32,-3 0-384-32,-2-1-160 0,-1-3-32 0,6-3-16272 0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7:40.803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399539D2-F213-4263-A890-D7C82AA558DF}" emma:medium="tactile" emma:mode="ink">
          <msink:context xmlns:msink="http://schemas.microsoft.com/ink/2010/main" type="writingRegion" rotatedBoundingBox="24676,13155 29843,12164 30441,15282 25274,16273"/>
        </emma:interpretation>
      </emma:emma>
    </inkml:annotationXML>
    <inkml:traceGroup>
      <inkml:annotationXML>
        <emma:emma xmlns:emma="http://www.w3.org/2003/04/emma" version="1.0">
          <emma:interpretation id="{33A2DDA7-ADC9-48C0-8B0C-3138A9202474}" emma:medium="tactile" emma:mode="ink">
            <msink:context xmlns:msink="http://schemas.microsoft.com/ink/2010/main" type="paragraph" rotatedBoundingBox="24698,13532 28454,12295 28956,13822 25201,150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FDFFEBF-5E16-474F-B268-B5D20DCFCB9D}" emma:medium="tactile" emma:mode="ink">
              <msink:context xmlns:msink="http://schemas.microsoft.com/ink/2010/main" type="line" rotatedBoundingBox="24698,13532 28454,12295 28956,13822 25201,15059"/>
            </emma:interpretation>
          </emma:emma>
        </inkml:annotationXML>
        <inkml:traceGroup>
          <inkml:annotationXML>
            <emma:emma xmlns:emma="http://www.w3.org/2003/04/emma" version="1.0">
              <emma:interpretation id="{3916BA4C-709A-4B66-8B1E-7CA32AF53A63}" emma:medium="tactile" emma:mode="ink">
                <msink:context xmlns:msink="http://schemas.microsoft.com/ink/2010/main" type="inkWord" rotatedBoundingBox="24698,13532 28454,12295 28956,13822 25201,1505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132 299 22111 0,'-16'5'976'0,"4"-3"208"0,-2-2-944 0,1-2-240 15,-2-1 0-15,1 0 0 0,1 1 1488 0,13 2 256 0,0 0 48 0,-14-3 16 16,14 3-624-16,-13 0-128 15,3-2-32-15,10 2 0 0,0 0 32 0,0 0 0 0,0 0 0 0,0 0 0 16,0 0-128-16,0 0-32 0,15-10 0 0,2 1 0 16,3 1-272-16,5 1-64 0,11 1-16 0,4-3 0 15,4 1-224-15,1-1-32 0,-1 3-16 0,-4-4 0 16,-3-4-96-16,-5-1-32 0,-3 0 0 0,-2 0 0 16,-2-2-144-16,-1-2 0 0,-3-3 0 0,0 6 0 31,-5 4-320-31,1 0-80 0,0-1-32 0,-2-1 0 15,-1 1-3088-15,-2 1-608 0</inkml:trace>
          <inkml:trace contextRef="#ctx0" brushRef="#br0" timeOffset="225.2045">413 219 1839 0,'-3'22'0'0,"3"-22"160"0,0 18-160 0,0 1 0 0,0-1 0 0,3-1 0 16,4-4 7728-16,3 1 1504 0,2-1 304 0,3 1 64 15,0-1-7104-15,2 1-1440 0,-3 1-288 0,9 5-48 16,-1-3-576-16,-8 0-144 0,-1 1 0 0,5 21 0 16,-1 0 0-16,-5-9 0 0,-2 7 0 0,0 8 0 15,-5 11 0-15,2-2-256 0,-4-4 64 0,-1-3 16 32,-4-5-608-32,-1-3-128 0,0-5-32 0,-2-2 0 15,0-2-304-15,0-3-64 0,0-4-16 0,1 1-8224 0,1-4-1648 0</inkml:trace>
          <inkml:trace contextRef="#ctx0" brushRef="#br0" timeOffset="625.761">1184 368 20271 0,'-17'29'896'0,"5"-12"192"0,-1-2-880 0,1 2-208 16,0 0 0-16,1 3 0 0,11-20 0 0,-4 20 0 16,-1-2 0-16,2-1 0 0,1 0 4160 0,2-17 800 15,-3 17 160-15,3 1 16 0,0 3-4256 0,2-1-880 16,1-3-128-16,-1 6-64 0,-4 6 0 0,4 1-16 0,1-1 0 16,-1 1 0-16,-4 2 208 0,2-3 0 0,0-9 0 0,3 0 0 15,1-2 224-15,-1-2 32 0,-3-16 16 0,5 11 0 16,-5-11 208-16,0 0 32 0,12 5 16 0,-12-5 0 15,15-1-272-15,-2-8-48 0,1-4-16 0,-1-6 0 16,3-8-192-16,-1-6-160 0,0-8 32 0,0 3 0 31,0 1-448-31,-1 1-96 0,-4 1-16 0,-2 3 0 16,-1 0-576-16,-4 2-112 0,-3 3-32 0,-3 3 0 16,-2 6 384-16,-2 3 80 0,-3-2 16 0,-4 2 0 0,-4 0 928 0,1 3 0 0,-5-2 160 0,-1 3-16 15,-4 0-368-15,0 1-80 16,-3 0-16-16,-4 2-12768 0</inkml:trace>
          <inkml:trace contextRef="#ctx0" brushRef="#br0" timeOffset="908.1583">1260-259 7359 0,'0'0'320'0,"10"10"80"0,-10-10-400 0,12 10 0 0,-12-10 0 0,15 15 0 16,2 0 6800-16,-2 2 1280 0,0 0 256 0,2 1 48 16,0 3-5920-16,-1-1-1184 0,3 3-256 0,3 3-32 15,1-3-416-15,3 9-96 0,-1 9-16 0,5 2 0 16,2 3-160-16,0-1-48 0,-2-1 0 0,1-4 0 0,-1-4 64 0,-3-1 16 16,-2-3 0-16,-1-4 0 0,-4-1-48 0,-3 4-16 15,-2 2 0-15,-3 3 0 0,-2 1-96 0,-2-2-32 16,-1-1 0-16,-2-1 0 0,-2-1-144 0,1 0 0 15,1-5 0-15,-4-7 0 16,-2-4-624-16,1-16 0 0,0 0 0 0,0 0 0 16,-7-11-2672-16,0-4-544 0</inkml:trace>
          <inkml:trace contextRef="#ctx0" brushRef="#br0" timeOffset="1144.4731">1757 286 33519 0,'0'0'1472'0,"-3"15"320"0,-2 0-1424 0,5-15-368 0,0 14 0 0,0-14 0 16,5 15 1600-16,-5-15 240 0,0 0 48 0,11 8 16 15,0 1-1136-15,0-4-208 0,-11-5-48 0,19 1-16 16,-1-1-352-16,2-1-144 0,0-3 128 0,2-1-128 16,0 0 0-16,2-3 0 0,-1-6 0 0,2 1 0 0,5 1 0 0,4-1-176 15,3-4 176-15,8 2-192 31,6 0-320-31,4-6-64 0,0-7 0 0,-1-1-16 16,-5 1-2768-16,-7-3-544 0</inkml:trace>
          <inkml:trace contextRef="#ctx0" brushRef="#br0" timeOffset="1845.3651">2682-22 13823 0,'-7'29'1216'16,"2"-11"-960"-16,-2 2-256 0,0 4 0 0,1-1 3968 0,-1-2 736 15,2-10 160-15,0 1 16 0,1 0-2928 0,1 1-592 16,-2 3-112-16,2-3-32 0,-1-3-752 0,3 0-144 16,-5 5-48-16,1 1 0 0,-1-1-272 0,-1 3 0 15,-1-3 0-15,1 4 0 0,-2-1 0 0,-1 3 0 16,-1 0 0-16,-1-2 0 0,0-2 0 0,2 3 0 16,-2 3 0-16,4 1 0 0,1-2 320 0,5-2-32 15,2-1-16-15,4-4 0 0,-4-15-144 0,8 12-128 16,2-6 192-16,4-2-192 0,1-6 0 0,3-5 0 15,2-5-192-15,1-3 48 16,1-2-240-16,-1-3-64 0,1 0 0 0,2-2 0 0,1 0-448 0,-1-3-112 0,-1 0-16 0,1 0 0 16,-1-1 128-16,1 3 0 0,-2 1 16 0,1 0 0 0,1 2 736 0,-4 8 144 15,-1 4 0-15,-3-2 0 0,-1 3 544 0,-15 7 64 16,16 3 16-16,-16-3 0 0,10 10 208 0,-10-10 32 0,6 14 16 16,0-1 0-16,-3 1-304 0,2-1-64 0,2 1-16 15,-2-1 0-15,-2 1-112 0,-3-14 0 0,10 15-16 0,2-5 0 16,1-2-240-16,1-1-128 0,-14-7 160 0,15 7-160 15,0-2 144-15,0-4-144 0,-15-1 128 0,17-1-128 16,0-1 160-16,-2-1-160 0,0-2 192 0,-1 1-192 16,-1-2 0-16,-1-3 0 0,-2-3 0 0,0 2 0 15,-10 10-208-15,9-12-48 0,-3-1-16 0,-1 0 0 32,-1-1-128-32,-4-1-32 0,0-4 0 0,-2 3 0 0,-1-3 176 0,-2 1 48 0,-4-8 0 0,-1-1 0 15,-5-3 208-15,1 2 0 0,1-3 0 0,-2 4 0 16,-5 0 256-16,-2 0-64 0,0-4-16 0,-3-3 0 15,-7-1 48-15,0 1 16 0,0 4 0 0,1-4 0 16,1-3 48-16,2-5 16 0,-1-7 0 0,4-13 0 0,3-16 0 0,-2 6 0 16,4 3 0-16,2 7 0 0,-1 6 16 0,2 9 0 15,2 7 0-15,0 4 0 0,3 8-320 16,2 6 0 0,2 7 0-16,-6-2 0 0,4 10 0 0,10 7 0 0,-10 5 0 0,10-5 0 31,-8 16-288-31,3 2-160 0,1 1-48 0,6 9 0 0,1 6 496 0,6 8 0 0,1 10 0 0,10 32 0 15,-1 2 0-15,1-34 0 0,5 0 0 0,10-1 0 16,9-4 608-16,12-2 112 0,11-3 32 0,2 0 0 16,1-1-240-16,-6 3-32 0,-6 3-16 0,-6 1 0 15,-3 3-32-15,-2 1-16 0,0 4 0 0,0-8 0 16,-2-7-224-16,-3-3-64 0,-3-4 0 0,1-7 0 31,-1-7-448-31,-3 0-80 0,-5-3-32 0,-4-2-12672 0,0-3-2528 0</inkml:trace>
          <inkml:trace contextRef="#ctx0" brushRef="#br0" timeOffset="-622.0239">2685-894 5519 0,'0'0'496'0,"0"0"-496"15,0 0 0-15,0 0 0 0,0 0 0 0,0 0 0 16,0 0 0-16,0 0 0 0,0 0 5584 0,0 0 1024 16,0 0 208-16,0 0 32 0,8-8-4464 0,-8 8-896 15,0 0-176-15,0 0-32 16,0 0-1584-16,0 0-304 0,0 0-64 0,0 0-16 0,0 0 1184 0,0 0 224 16,0 0 48-16,0 0 16 0,0 0-624 0,0 0-160 15,0 0 0-15,0 0 0 0,0 0 1296 0,0 0 240 0,0 0 32 0,10 17 16 16,-10-17-1088-16,9 20-224 0,1-3-32 0,0 0-16 15,-10-17-64-15,12 20-16 0,0 2 0 0,-1-2 0 16,1 0 48-16,0 0 0 0,1-3 0 0,1 2 0 16,1 4-64-16,-2 1-128 15,3-1 192-15,-1-2-64 0,0-3-128 0,0 1 160 0,-3-3-160 0,5 0 160 16,-1-5-160-16,5-2 0 0,-1-1 0 0,3-1 0 16,1-2 352-16,1-2 32 0,-1-3 16 0,-1-1 0 15,1-3-64-15,-1-1-16 0,1-2 0 0,1-4 0 16,-1-4-64-16,-1-7 0 0,-1-5-16 0,0-2 0 15,0 1-80-15,1 1-16 0,1-4 0 0,-2 1 0 16,3-2-144-16,2 2 0 0,2 1 0 0,1 2 128 16,-3-1-128-16,3 6 0 0,0 5 0 0,-1 2 0 0,-2 0 0 15,-4 1 0-15,1 1 0 0,-5 3 0 0,-3 3 0 0,-4 0-176 16,-12 7 176-16,0 0-128 0,0 0-80 0,0 0-16 16,-10-13 0-16,-3 4 0 15,-3 3-336-15,1 1-64 0,0 1-16 0,0 1 0 16,0-2-1728-16,3 3-368 0,12 2-64 0,-13 2-14016 0</inkml:trace>
        </inkml:traceGroup>
      </inkml:traceGroup>
    </inkml:traceGroup>
    <inkml:traceGroup>
      <inkml:annotationXML>
        <emma:emma xmlns:emma="http://www.w3.org/2003/04/emma" version="1.0">
          <emma:interpretation id="{13CAF272-BC0C-4643-9395-27514FD68AA0}" emma:medium="tactile" emma:mode="ink">
            <msink:context xmlns:msink="http://schemas.microsoft.com/ink/2010/main" type="paragraph" rotatedBoundingBox="26018,14984 30229,14176 30441,15282 26230,1608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924FD13-40E3-4350-B679-76A48494BB56}" emma:medium="tactile" emma:mode="ink">
              <msink:context xmlns:msink="http://schemas.microsoft.com/ink/2010/main" type="line" rotatedBoundingBox="26018,14984 30229,14176 30441,15282 26230,16089"/>
            </emma:interpretation>
          </emma:emma>
        </inkml:annotationXML>
        <inkml:traceGroup>
          <inkml:annotationXML>
            <emma:emma xmlns:emma="http://www.w3.org/2003/04/emma" version="1.0">
              <emma:interpretation id="{48F3D2F3-59D9-4C33-8307-919E25131A5E}" emma:medium="tactile" emma:mode="ink">
                <msink:context xmlns:msink="http://schemas.microsoft.com/ink/2010/main" type="inkWord" rotatedBoundingBox="26018,14984 27461,14707 27673,15812 26230,1608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008.5798">1359 2048 8287 0,'0'0'736'0,"-3"13"-592"0,3-13-144 0,0 0 0 16,0 0 3280-16,0 0 624 0,0 0 128 0,0 0 32 15,0 0-3248-15,0 0-656 0,0 0-160 0,0 0 0 16,0 0 1360-16,0 0 240 0,0 0 64 0,13-5 0 16,1 0-224-16,-3-2-32 0,1 0-16 0,3 1 0 0,2-1 16 0,2-1 0 15,1-3 0-15,8 1 0 0,8-1-448 0,1-1-96 16,3-3-16-16,-3 1 0 0,-1 1-400 0,-5 1-64 16,-2-3-32-16,0 1 0 0,-4 1-352 0,-2 1 128 15,-4 0-128-15,10-3 0 0,-8 0 0 0,-5 8 0 16,-1 2 0-16,0 0-19248 0</inkml:trace>
          <inkml:trace contextRef="#ctx0" brushRef="#br0" timeOffset="3678.7296">2542 1368 22111 0,'-10'39'976'0,"3"-16"208"0,-3-1-944 0,2-4-240 0,1-4 0 0,2-4 0 16,5-10 5152-16,0 0 992 0,0 0 192 0,0 0 32 31,0 0-6032-31,3-12-1200 0,0-1-240 0,4-1-11552 0,2-3-2304 0</inkml:trace>
          <inkml:trace contextRef="#ctx0" brushRef="#br0" timeOffset="3506.9032">2446 2263 23039 0,'0'22'1024'0,"0"-22"192"0,0 0-960 0,0 0-256 0,0 0 0 0,0 0 0 15,17-2 3200-15,-2 0 608 0,-15 2 112 0,18-6 32 16,-2-4-3056-16,-1 0-624 0,0-1-112 0,0 0-32 16,-3-3 48-16,-2-1 0 0,-3-3 0 0,1 1 0 15,-1 0 304-15,-2 0 64 0,0 0 16 0,0 0 0 16,-2-1-192-16,1 1-48 0,-3 0 0 0,1 0 0 16,-2 1-320-16,0 0 0 0,0 1 0 0,-2 2 128 15,1-1-128-15,-1 3 0 0,0-1 0 0,2 12-128 0,-1-12 0 0,1 12 0 16,-4-12 0-16,4 12 0 0,0 0 128 0,0 0 0 15,-7-10 0-15,7 10 0 0,0 0 0 0,0 0 128 16,0 0-128-16,0 0 176 0,0 0 96 0,0 0 32 16,0 0 0-16,0 0 0 0,0 0 64 0,0 0 16 15,0 0 0-15,0 0 0 0,0 0-160 0,14 9-32 16,-14-9 0-16,17 10 0 0,-2-2-192 0,-2 1 0 16,4-3 0-16,0-1 0 0,-17-5 0 0,20 5 0 15,-3-3 0-15,0-4 0 0,-17 2-192 0,18-5-96 16,-2 0-16-16,-16 5-12688 15,13-8-2528-15</inkml:trace>
          <inkml:trace contextRef="#ctx0" brushRef="#br0" timeOffset="2727.4385">1354 1558 6447 0,'0'0'576'0,"0"0"-576"0,0 0 0 0,-2 13 0 16,2-13 6496-16,0 0 1184 0,0 0 256 0,0 0 32 16,0 0-5504-16,15 4-1104 0,-15-4-208 0,17-5-64 15,-2-2-800-15,-1-1-160 0,1-6-128 0,0 2 144 0,0 1-144 0,-5-3 0 16,1-4 0-16,-5 6 0 0,-6 12-304 0,0 0-32 16,0 0-16-16,0 0 0 15,0 0-528-15,0 0-96 0,-12-4-32 0,1 3 0 16,-1 1-480-16,0 5-112 0,0 5 0 0,1 0-16 0,-1 0 1024 15,0-1 208-15,0-1 32 0,0-3 16 0,12-5 1120 0,-11 3 240 16,11-3 32-16,-15 0 16 0,1-1 16 0,2-1 0 16,12 2 0-16,-18-3 0 0,18 3-880 0,0 0-208 15,-14-7 0-15,14 7 0 0,-11-12 1232 0,0 4 208 0,5-1 32 0,6 9 16 16,-9-10-720-16,3 0-160 0,1-2-32 0,-1 1 0 16,6 11-128-16,-5-16-16 0,0 3-16 0,5 13 0 15,0 0-112-15,-5-14-32 0,2 3 0 0,3 11 0 16,0 0-64-16,0 0-16 0,0 0 0 0,-2-12 0 15,2 12 0-15,0 0-16 0,0 0 0 0,0 0 0 16,0 0-16-16,0 0 0 0,0 0 0 0,0 0 0 16,-1 15-16-16,-1 2 0 0,4 1 0 0,1 1 0 15,2-1 0-15,0 3 0 0,0 2 0 0,2 1 0 0,1 1-144 0,1 0 0 16,1 0 0-16,2 2 0 0,1-3 128 0,0-1-128 16,3 1 0-16,0 1 128 0,3 0 16 0,1 2 0 15,2 0 0-15,0 7 0 0,5 6 16 0,0 6 0 16,0 3 0-16,5 4 0 0,3 3 0 0,-1-6 0 15,-2-4 0-15,-2-6 0 0,2-4-160 0,-7-6 0 16,-3-7 144-16,-4-1-144 0,-4-7 0 0,-4-1 0 16,-2-2 0-16,1-4 0 0,-9-8-384 0,0 0 0 15,0 0 0-15,0 0 0 16,0 0-400-16,0 0-80 0,0 0-16 0,0-17 0 16,-2 2-1568-16,0-2-320 0,1-5-64 0,-1-3-8912 15,0-5-1776-15</inkml:trace>
        </inkml:traceGroup>
        <inkml:traceGroup>
          <inkml:annotationXML>
            <emma:emma xmlns:emma="http://www.w3.org/2003/04/emma" version="1.0">
              <emma:interpretation id="{DB97ADFD-2713-4C8D-9FF5-BC75885D2BFC}" emma:medium="tactile" emma:mode="ink">
                <msink:context xmlns:msink="http://schemas.microsoft.com/ink/2010/main" type="inkWord" rotatedBoundingBox="27619,15057 30166,14144 30354,14667 27806,15580"/>
              </emma:interpretation>
              <emma:one-of disjunction-type="recognition" id="oneOf2">
                <emma:interpretation id="interp2" emma:lang="" emma:confidence="1">
                  <emma:literal>me.</emma:literal>
                </emma:interpretation>
                <emma:interpretation id="interp3" emma:lang="" emma:confidence="0">
                  <emma:literal>me,</emma:literal>
                </emma:interpretation>
                <emma:interpretation id="interp4" emma:lang="" emma:confidence="0">
                  <emma:literal>me</emma:literal>
                </emma:interpretation>
                <emma:interpretation id="interp5" emma:lang="" emma:confidence="0">
                  <emma:literal>one.</emma:literal>
                </emma:interpretation>
                <emma:interpretation id="interp6" emma:lang="" emma:confidence="0">
                  <emma:literal>ne.</emma:literal>
                </emma:interpretation>
              </emma:one-of>
            </emma:emma>
          </inkml:annotationXML>
          <inkml:trace contextRef="#ctx0" brushRef="#br0" timeOffset="4602.1899">2858 1581 7359 0,'7'22'656'0,"-4"-1"-528"0,-1-5-128 0,0 0 0 0,4-5 5616 0,-1 1 1088 15,-5-12 208-15,5 15 64 0,-5-15-4448 0,9 14-880 16,-9-14-176-16,10 11-48 0,-10-11-704 0,13 11-144 16,1-5-16-16,-14-6-16 0,13 10-272 0,1-1-48 15,-14-9-16-15,13 12 0 0,1-1-208 0,1 1 0 16,2 2 0-16,1 2 0 0,-18-16 0 0,9 16 0 15,-4 0 0-15,0 0 0 0,0-1 0 0,-2-2 0 0,-1-1 0 16,-2-12-160-16,1 20 160 0,-1-20 0 0,0 0 0 16,0 0 0-16,0 0-256 0,0 0 0 0,0 0-16 0,0 0 0 15,0 0 272-15,0 0-160 0,0-12 160 0,0-6-128 16,2-2 128-16,0 8 0 0,1-2 0 0,-3-7 0 16,-1-3 0-16,1 7 0 0,0-3 0 0,1-5 0 15,1-4 0-15,1-5 0 0,-4-6 0 0,4-2-128 16,2 0 128-16,3 0 0 0,4 1 0 0,-2 6 0 15,-1 7 0-15,1 6 0 0,0 5 0 0,2 5-128 16,-1 5 128-16,-11 7 0 16,0 0 0-16,17 5 0 0,-3 4 0 0,-1 3 224 15,-1 1-32-15,0 7 0 0,0 9-64 0,-1 1-128 16,1 0 176-16,-2 2-176 0,0-1 176 0,0-3-176 0,0 1 160 0,1-6-160 16,-1-2 128-16,-2-3-128 0,0-1 0 0,-1-2 144 15,-7-15-144-15,7 15 128 0,-7-15-128 0,8 14 128 16,-8-14-128-16,0 0 0 0,0 0 0 0,0 0 0 15,0 0 0-15,0 0 0 0,14-4 0 0,-14 4 0 16,10-8 0-16,-3-6 0 0,-1-2 0 0,1-11 0 16,-2 3 0-16,-1 7 0 0,-1-6 0 0,0-2 0 15,1-4-192-15,-1 0-64 0,-1-1 0 0,3 3-16 0,0 0 272 16,0 4-160-16,-2 2 160 0,2 5-128 0,0 0 128 0,-5 16 0 16,7-10 0-16,-7 10 0 0,7-10 0 0,-7 10 0 15,0 0 0-15,13-5 128 0,-13 5-128 0,0 0 128 16,15-1-128-16,2 1 128 0,0 0-128 0,0 3 0 15,0 2 0-15,-1 0 0 0,5 0 0 0,2 3 0 16,4 3 0-16,3-3 0 0,-3 0 0 0,0 3 0 16,-2 0 0-16,-1 1-128 0,-2-4 128 0,0 1 0 15,-5-1 0-15,-2 2 0 0,0-1 0 0,-2-2 0 16,1-4 0-16,-1-3 0 0,1-3 0 0,1 1 0 16,-5 0 160-16,2-3-160 0,-2-2 160 0,3-3-160 0,1-3 160 15,-2-1-160-15,1-1 128 0,-1-2-128 16,0-1 0-16,1-1 144 0,-1 1-144 0,0-1 0 0,1-1 0 15,-1 0 0-15,-2-2 0 0,0 4 0 0,0-1 0 0,2-9 0 16,-4 2 0-16,-3 13 0 0,0 1 0 0,-1-6 0 16,-3-1 0-16,-1 7 0 0,0-1 0 0,-1-1 0 15,-1-1-240-15,-1 2-80 0,-2 1 0 0,1 0-16 0,-1 0 208 0,5 12 128 16,-8-10-160-16,1 2 160 0,7 8 0 16,0 0 0-16,-12-3 0 0,12 3 0 0,-17-6 0 0,17 6 0 15,0 0 0-15,-18 12 0 0,18-12 0 0,-10 14 0 16,1-1 0-16,1 6 0 0,8-19 0 0,-3 16 0 15,1 1 0-15,0 2 0 0,2-1 496 0,2-1 144 16,-2 0 16-16,5 3 16 0,2 4-432 0,3 1-96 16,2 0-16-16,3 2 0 0,2 0 128 0,8-2 0 15,5-3 16-15,11 0 0 0,11-2 80 0,12-3 16 16,3-3 0-16,-3-9 0 0,-7-7-160 0,-5-8-16 16,-5-9-16-16,-1-3 0 0,-2-6-432 0,3-4-64 15,3-5-32-15</inkml:trace>
          <inkml:trace contextRef="#ctx0" brushRef="#br0" timeOffset="4775.201">5469 882 1839 0,'-3'25'160'0,"0"-2"-160"0,-2-2 0 0,1-5 0 16,4-16 9728-16,0 0 1920 0,0 0 384 0,0 0 80 15,0 0-10512 1,-1-13-2112-16,-1-7-432 0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7:38.838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3969296C-DE6B-476B-B7FB-3CAC946C4CC8}" emma:medium="tactile" emma:mode="ink">
          <msink:context xmlns:msink="http://schemas.microsoft.com/ink/2010/main" type="inkDrawing" rotatedBoundingBox="27525,10871 27540,10871 27540,10886 27525,10886" shapeName="Other"/>
        </emma:interpretation>
      </emma:emma>
    </inkml:annotationXML>
    <inkml:trace contextRef="#ctx0" brushRef="#br0">22-1695 1663 0,'0'0'0'0,"0"0"144"0</inkml:trace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3-23T04:37:39.554"/>
    </inkml:context>
    <inkml:brush xml:id="br0">
      <inkml:brushProperty name="width" value="0.09333" units="cm"/>
      <inkml:brushProperty name="height" value="0.09333" units="cm"/>
      <inkml:brushProperty name="fitToCurve" value="1"/>
    </inkml:brush>
  </inkml:definitions>
  <inkml:traceGroup>
    <inkml:annotationXML>
      <emma:emma xmlns:emma="http://www.w3.org/2003/04/emma" version="1.0">
        <emma:interpretation id="{59DBC326-4D5A-4298-BEE3-C26F076582A4}" emma:medium="tactile" emma:mode="ink">
          <msink:context xmlns:msink="http://schemas.microsoft.com/ink/2010/main" type="inkDrawing" rotatedBoundingBox="28132,10708 28247,12807 27646,12840 27531,10741" shapeName="Other"/>
        </emma:interpretation>
      </emma:emma>
    </inkml:annotationXML>
    <inkml:trace contextRef="#ctx0" brushRef="#br0">30-1797 911 0,'0'0'0'16,"0"0"0"-16,0 0 0 0,0 0 0 0,7-9 2272 15,-7 9 368-15,0 0 80 0,0 0 16 0,0 0-1776 0,10-10-368 16,-10 10-64-16,0 0-16 0,0 0-16 0,0 0-16 16,5-10 0-16,-5 10 0 0,0 0 224 0,0 0 64 15,0 0 0-15,0 0 0 0,0 0 0 0,0 0 0 16,0 0 0-16,0 0 0 0,0 0-64 0,0 0 0 16,0 0 0-16,0 0 0 0,0 0 48 0,0 0 0 15,0 0 0-15,0 0 0 0,0 0-48 0,0 0-16 16,0 0 0-16,0 0 0 0,0 0-176 0,0 0-48 0,0 0 0 0,0 0 0 15,0 0-80-15,0 0-32 0,0 0 0 0,0 0 0 16,0 0-80-16,0 0-16 0,0 0 0 0,0 0 0 16,7 12-256-16,-7-12 128 0,0 0-128 0,0 0 0 15,8 12 0-15,-8-12 0 0,0 0 0 0,12 8 0 16,-12-8 0-16,14 7 0 0,-1 0 0 0,2-2 0 16,-1 0 224-16,3-2-64 0,3-3-16 0,3 2 0 15,-2-1 112-15,7-1 0 0,7-1 16 0,1-1 0 16,-3 0 64-16,1 1 16 0,-4-1 0 0,-1 0 0 15,-2 1-16-15,-2 1 0 0,-3 1 0 0,-2 3 0 16,-1 1-144-16,-2 3-16 0,-4 2-16 0,0 4 0 16,-2 1-160-16,-3 5 0 0,0 5 0 0,-1 7 0 0,0 0 128 15,-2 0-128-15,-2 0 0 0,-1 0 128 0,0-3 128 0,-2-1 32 16,0-2 0-16,1-3 0 0,-2 2 16 0,-1-3 0 16,0-2 0-16,-1 1 0 0,0-1-16 0,-1-2 0 15,1-1 0-15,-1 3 0 0,1 4 96 0,0 3 0 16,-1 1 16-16,3 8 0 0,-1 1-48 0,0 8-16 0,1 7 0 0,-1 6 0 15,0-3 48-15,1-6 0 0,1-7 0 0,0-3 0 16,-2-4 48-16,-1-3 16 0,-1-3 0 0,1-1 0 0,-2-4-160 16,0 3-32-16,0 3 0 0,0 4 0 0,-2 4-48 0,0 8-16 15,-1 6 0-15,-1 3 0 0,-1 4 32 0,2-3 0 16,1-4 0-16,0-8 0 0,-3-6-32 0,2-2-16 16,-1-6 0-16,1-1 0 0,0-4 80 0,1-2 0 15,0-2 16-15,0-5 0 0,1-2-96 0,1-2-32 16,0-1 0-16,1 3 0 0,4-14 16 0,-1 15 0 15,1-15 0-15,1 17 0 0,1-4-160 0,-2-13 192 16,2 16-192-16,-2-16 192 0,0 0-192 0,8 13 0 16,-8-13 0-16,8 13 128 0,-8-13-128 0,0 0 0 15,0 0 0-15,9 12-176 0,-9-12-48 0,0 0-16 16,0 0 0-16,0 0 0 31,0 0-208-31,0 0-32 0,0 0-16 0,0 0 0 16,0-8-976-16,-2-1-192 0,-1 1-32 0,-4 1-16 15,-3-1-1264-15,3 1-256 0,7 7-48 0</inkml:trace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6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60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56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9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92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4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57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97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826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8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30965-9701-4A59-B9CC-D429662AC74B}" type="datetimeFigureOut">
              <a:rPr lang="en-US" smtClean="0"/>
              <a:t>04-Apr-22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67648-BD55-4E14-8E8B-05D1BC771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42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2.emf"/><Relationship Id="rId4" Type="http://schemas.openxmlformats.org/officeDocument/2006/relationships/customXml" Target="../ink/ink3.xml"/><Relationship Id="rId9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6.emf"/><Relationship Id="rId4" Type="http://schemas.openxmlformats.org/officeDocument/2006/relationships/customXml" Target="../ink/ink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based Optimization Technique</a:t>
            </a:r>
            <a:br>
              <a:rPr lang="en-US" dirty="0" smtClean="0"/>
            </a:br>
            <a:r>
              <a:rPr lang="en-US" dirty="0" smtClean="0"/>
              <a:t>Lecture-IX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8022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Job Sequencing Problem</a:t>
            </a:r>
          </a:p>
          <a:p>
            <a:r>
              <a:rPr lang="en-US" dirty="0" smtClean="0"/>
              <a:t>Mathematical Formulation of General Sequencing Problem</a:t>
            </a:r>
          </a:p>
          <a:p>
            <a:r>
              <a:rPr lang="en-US" dirty="0" smtClean="0"/>
              <a:t>N-Jobs and 2-Machines (Johnson’s Method)</a:t>
            </a:r>
          </a:p>
          <a:p>
            <a:r>
              <a:rPr lang="en-US" dirty="0" smtClean="0"/>
              <a:t>N-Jobs and 3-Machines </a:t>
            </a:r>
          </a:p>
          <a:p>
            <a:r>
              <a:rPr lang="en-US" dirty="0" smtClean="0"/>
              <a:t>2-Jobs and M-Machines </a:t>
            </a:r>
          </a:p>
          <a:p>
            <a:r>
              <a:rPr lang="en-US" dirty="0" smtClean="0"/>
              <a:t>N-Jobs and M-Machines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2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Job Sequencing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Suppose there are n jobs to perform, each of which requires processing on some or all of the m different machines</a:t>
            </a:r>
          </a:p>
          <a:p>
            <a:pPr algn="just"/>
            <a:r>
              <a:rPr lang="en-US" dirty="0" smtClean="0"/>
              <a:t>The cost can be measured for any given sequence of jobs at each machine</a:t>
            </a:r>
          </a:p>
          <a:p>
            <a:pPr algn="just"/>
            <a:r>
              <a:rPr lang="en-US" dirty="0" smtClean="0"/>
              <a:t>Objective is to find the sequence of jobs to be executed among </a:t>
            </a:r>
            <a:r>
              <a:rPr lang="en-US" b="1" dirty="0" smtClean="0"/>
              <a:t>(n!)</a:t>
            </a:r>
            <a:r>
              <a:rPr lang="en-US" b="1" baseline="30000" dirty="0" smtClean="0"/>
              <a:t>m</a:t>
            </a:r>
            <a:r>
              <a:rPr lang="en-US" dirty="0" smtClean="0"/>
              <a:t> theoretically possible sequences such that the total cost is minimum</a:t>
            </a:r>
          </a:p>
          <a:p>
            <a:pPr lvl="1" algn="just"/>
            <a:r>
              <a:rPr lang="en-US" dirty="0" smtClean="0"/>
              <a:t>If we take m = 5 and n = 5, the number of total possibilities are </a:t>
            </a:r>
            <a:r>
              <a:rPr lang="en-US" b="1" dirty="0" smtClean="0"/>
              <a:t>(5!)</a:t>
            </a:r>
            <a:r>
              <a:rPr lang="en-US" b="1" baseline="30000" dirty="0" smtClean="0"/>
              <a:t>5 </a:t>
            </a:r>
            <a:r>
              <a:rPr lang="en-US" dirty="0" smtClean="0"/>
              <a:t>25,000,000,000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87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951" y="1825625"/>
            <a:ext cx="10515600" cy="4351338"/>
          </a:xfrm>
        </p:spPr>
        <p:txBody>
          <a:bodyPr/>
          <a:lstStyle/>
          <a:p>
            <a:pPr algn="just"/>
            <a:r>
              <a:rPr lang="en-US" dirty="0" smtClean="0"/>
              <a:t>Suppose that there are n jobs (1,2,3,…n), each has to be processed one at a time at each of m machines A,B,C…. The order of processing </a:t>
            </a:r>
            <a:r>
              <a:rPr lang="en-US" dirty="0" smtClean="0"/>
              <a:t>each </a:t>
            </a:r>
            <a:r>
              <a:rPr lang="en-US" dirty="0" smtClean="0"/>
              <a:t>job through machines is given (Job 1 will be processed through A,C,B,D and Job 2 can be A,D,C,B). </a:t>
            </a:r>
          </a:p>
          <a:p>
            <a:pPr algn="just"/>
            <a:r>
              <a:rPr lang="en-US" dirty="0" smtClean="0"/>
              <a:t>The time that each job each job requires in each machine is known</a:t>
            </a:r>
          </a:p>
          <a:p>
            <a:pPr algn="just"/>
            <a:r>
              <a:rPr lang="en-US" dirty="0" smtClean="0"/>
              <a:t>The problem is to find a sequence among </a:t>
            </a:r>
            <a:r>
              <a:rPr lang="en-US" b="1" dirty="0"/>
              <a:t>(n!)</a:t>
            </a:r>
            <a:r>
              <a:rPr lang="en-US" b="1" baseline="30000" dirty="0" smtClean="0"/>
              <a:t>m </a:t>
            </a:r>
            <a:r>
              <a:rPr lang="en-US" b="1" dirty="0" smtClean="0"/>
              <a:t> </a:t>
            </a:r>
            <a:r>
              <a:rPr lang="en-US" dirty="0" smtClean="0"/>
              <a:t>of all possible sequences for processing jobs so that total elapsed time for all jobs will be minimum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756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Mathematical Representations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-25000" dirty="0" smtClean="0"/>
              <a:t>i</a:t>
            </a:r>
            <a:r>
              <a:rPr lang="en-US" dirty="0" smtClean="0"/>
              <a:t> = Time for Job </a:t>
            </a:r>
            <a:r>
              <a:rPr lang="en-US" dirty="0" err="1" smtClean="0"/>
              <a:t>i</a:t>
            </a:r>
            <a:r>
              <a:rPr lang="en-US" dirty="0" smtClean="0"/>
              <a:t> on machine A</a:t>
            </a:r>
          </a:p>
          <a:p>
            <a:r>
              <a:rPr lang="en-US" dirty="0" smtClean="0"/>
              <a:t>B</a:t>
            </a:r>
            <a:r>
              <a:rPr lang="en-US" baseline="-25000" dirty="0" smtClean="0"/>
              <a:t>i</a:t>
            </a:r>
            <a:r>
              <a:rPr lang="en-US" dirty="0" smtClean="0"/>
              <a:t> = Time for job </a:t>
            </a:r>
            <a:r>
              <a:rPr lang="en-US" dirty="0" err="1" smtClean="0"/>
              <a:t>i</a:t>
            </a:r>
            <a:r>
              <a:rPr lang="en-US" dirty="0" smtClean="0"/>
              <a:t> on machine B etc.</a:t>
            </a:r>
          </a:p>
          <a:p>
            <a:r>
              <a:rPr lang="en-US" dirty="0" smtClean="0"/>
              <a:t>T = Time from start of first job to completion of last job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 problem is to determine a sequence of jobs (i</a:t>
            </a:r>
            <a:r>
              <a:rPr lang="en-US" baseline="-25000" dirty="0" smtClean="0"/>
              <a:t>1</a:t>
            </a:r>
            <a:r>
              <a:rPr lang="en-US" dirty="0" smtClean="0"/>
              <a:t>, i</a:t>
            </a:r>
            <a:r>
              <a:rPr lang="en-US" baseline="-25000" dirty="0" smtClean="0"/>
              <a:t>2</a:t>
            </a:r>
            <a:r>
              <a:rPr lang="en-US" dirty="0" smtClean="0"/>
              <a:t>, i</a:t>
            </a:r>
            <a:r>
              <a:rPr lang="en-US" baseline="-25000" dirty="0" smtClean="0"/>
              <a:t>3</a:t>
            </a:r>
            <a:r>
              <a:rPr lang="en-US" dirty="0" smtClean="0"/>
              <a:t>, …i</a:t>
            </a:r>
            <a:r>
              <a:rPr lang="en-US" baseline="-25000" dirty="0" smtClean="0"/>
              <a:t>n</a:t>
            </a:r>
            <a:r>
              <a:rPr lang="en-US" dirty="0" smtClean="0"/>
              <a:t>) for each machine where (j</a:t>
            </a:r>
            <a:r>
              <a:rPr lang="en-US" baseline="-25000" dirty="0" smtClean="0"/>
              <a:t>1</a:t>
            </a:r>
            <a:r>
              <a:rPr lang="en-US" dirty="0" smtClean="0"/>
              <a:t>, j</a:t>
            </a:r>
            <a:r>
              <a:rPr lang="en-US" baseline="-25000" dirty="0" smtClean="0"/>
              <a:t>2</a:t>
            </a:r>
            <a:r>
              <a:rPr lang="en-US" dirty="0" smtClean="0"/>
              <a:t>, j</a:t>
            </a:r>
            <a:r>
              <a:rPr lang="en-US" baseline="-25000" dirty="0" smtClean="0"/>
              <a:t>3</a:t>
            </a:r>
            <a:r>
              <a:rPr lang="en-US" dirty="0" smtClean="0"/>
              <a:t> …</a:t>
            </a:r>
            <a:r>
              <a:rPr lang="en-US" dirty="0" err="1"/>
              <a:t>j</a:t>
            </a:r>
            <a:r>
              <a:rPr lang="en-US" baseline="-25000" dirty="0" err="1" smtClean="0"/>
              <a:t>m</a:t>
            </a:r>
            <a:r>
              <a:rPr lang="en-US" dirty="0" smtClean="0"/>
              <a:t>) is the combination which will minimize 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50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 and Notations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Number of machines: Service facilities through a job must pass through for its completion</a:t>
            </a:r>
          </a:p>
          <a:p>
            <a:pPr algn="just"/>
            <a:r>
              <a:rPr lang="en-US" dirty="0" smtClean="0"/>
              <a:t>Processing order:  It refers to the order in which various machines are required for completing the job</a:t>
            </a:r>
          </a:p>
          <a:p>
            <a:pPr algn="just"/>
            <a:r>
              <a:rPr lang="en-US" dirty="0" smtClean="0"/>
              <a:t>Processing time:  It means the time required by each job in each machine</a:t>
            </a:r>
          </a:p>
          <a:p>
            <a:pPr algn="just"/>
            <a:r>
              <a:rPr lang="en-US" dirty="0" smtClean="0"/>
              <a:t>Idle time on a machine: The time for which the machine remains idle</a:t>
            </a:r>
          </a:p>
          <a:p>
            <a:pPr algn="just"/>
            <a:r>
              <a:rPr lang="en-US" dirty="0" smtClean="0"/>
              <a:t>Total Elapsed time: The time duration between the starting of first job till the end of last job</a:t>
            </a:r>
          </a:p>
          <a:p>
            <a:pPr algn="just"/>
            <a:r>
              <a:rPr lang="en-US" dirty="0" smtClean="0"/>
              <a:t>No Passing rule:  No machine can be skipped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12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Principal Assumptions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No machine can process more than one job at a time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Each operation once start must be completed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Each job can be processed by one machine at a time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Time intervals for processing are independent of the order in which operations are performed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There is only one of each type of machine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 job is processes as soon as possible subject to ordering requirements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 smtClean="0"/>
              <a:t>All jobs are ready to start processing</a:t>
            </a:r>
          </a:p>
        </p:txBody>
      </p:sp>
    </p:spTree>
    <p:extLst>
      <p:ext uri="{BB962C8B-B14F-4D97-AF65-F5344CB8AC3E}">
        <p14:creationId xmlns:p14="http://schemas.microsoft.com/office/powerpoint/2010/main" val="115685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to Sequencing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 jobs and two machines A and B, all jobs are processed in the order of A,B</a:t>
            </a:r>
          </a:p>
          <a:p>
            <a:r>
              <a:rPr lang="en-US" dirty="0" smtClean="0"/>
              <a:t>N jobs and three machines A, B and C, all jobs processed in the order A,B, and C</a:t>
            </a:r>
          </a:p>
          <a:p>
            <a:r>
              <a:rPr lang="en-US" dirty="0" smtClean="0"/>
              <a:t>Two jobs and m machines. Each job is to be processed through the machine in a prescribed order</a:t>
            </a:r>
          </a:p>
          <a:p>
            <a:r>
              <a:rPr lang="en-US" dirty="0" smtClean="0"/>
              <a:t>Problems with n jobs and m 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44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 jobs and Two Machines </a:t>
            </a:r>
            <a:br>
              <a:rPr lang="en-US" dirty="0" smtClean="0"/>
            </a:br>
            <a:r>
              <a:rPr lang="en-US" dirty="0" smtClean="0"/>
              <a:t>(Johnson’s Algorithm)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8998626"/>
              </p:ext>
            </p:extLst>
          </p:nvPr>
        </p:nvGraphicFramePr>
        <p:xfrm>
          <a:off x="838200" y="1825625"/>
          <a:ext cx="10515603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4229895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1231914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8438044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301104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4233292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9414778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93662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2400" b="0" dirty="0" smtClean="0"/>
                        <a:t>Jobs</a:t>
                      </a:r>
                      <a:endParaRPr lang="en-US" sz="2400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67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Machines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062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3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4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A</a:t>
                      </a:r>
                      <a:r>
                        <a:rPr lang="en-US" baseline="-25000" dirty="0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373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3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B</a:t>
                      </a:r>
                      <a:r>
                        <a:rPr lang="en-US" baseline="-25000" dirty="0" smtClean="0"/>
                        <a:t>4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err="1" smtClean="0"/>
                        <a:t>B</a:t>
                      </a:r>
                      <a:r>
                        <a:rPr lang="en-US" baseline="-25000" dirty="0" err="1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19762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57223" y="3674853"/>
            <a:ext cx="96270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Step-1: Select the minimum processing time occurring in the list A</a:t>
            </a:r>
            <a:r>
              <a:rPr lang="en-US" baseline="-25000" dirty="0" smtClean="0"/>
              <a:t>1</a:t>
            </a:r>
            <a:r>
              <a:rPr lang="en-US" dirty="0" smtClean="0"/>
              <a:t>..A</a:t>
            </a:r>
            <a:r>
              <a:rPr lang="en-US" baseline="-25000" dirty="0" smtClean="0"/>
              <a:t>n</a:t>
            </a:r>
            <a:r>
              <a:rPr lang="en-US" dirty="0" smtClean="0"/>
              <a:t> and B</a:t>
            </a:r>
            <a:r>
              <a:rPr lang="en-US" baseline="-25000" dirty="0" smtClean="0"/>
              <a:t>1</a:t>
            </a:r>
            <a:r>
              <a:rPr lang="en-US" dirty="0" smtClean="0"/>
              <a:t>…B</a:t>
            </a:r>
            <a:r>
              <a:rPr lang="en-US" baseline="-25000" dirty="0" smtClean="0"/>
              <a:t>n</a:t>
            </a:r>
            <a:r>
              <a:rPr lang="en-US" dirty="0" smtClean="0"/>
              <a:t>. If there is a tie either one can be chosen</a:t>
            </a:r>
          </a:p>
          <a:p>
            <a:r>
              <a:rPr lang="en-US" dirty="0" smtClean="0"/>
              <a:t>Step-2: If the minimum processing time is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r</a:t>
            </a:r>
            <a:r>
              <a:rPr lang="en-US" dirty="0" smtClean="0"/>
              <a:t>, select the </a:t>
            </a:r>
            <a:r>
              <a:rPr lang="en-US" dirty="0" err="1" smtClean="0"/>
              <a:t>r</a:t>
            </a:r>
            <a:r>
              <a:rPr lang="en-US" baseline="30000" dirty="0" err="1" smtClean="0"/>
              <a:t>th</a:t>
            </a:r>
            <a:r>
              <a:rPr lang="en-US" dirty="0" smtClean="0"/>
              <a:t> job first. If it is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s</a:t>
            </a:r>
            <a:r>
              <a:rPr lang="en-US" dirty="0" smtClean="0"/>
              <a:t>, select the </a:t>
            </a:r>
            <a:r>
              <a:rPr lang="en-US" dirty="0" err="1" smtClean="0"/>
              <a:t>s</a:t>
            </a:r>
            <a:r>
              <a:rPr lang="en-US" baseline="-25000" dirty="0" err="1" smtClean="0"/>
              <a:t>th</a:t>
            </a:r>
            <a:r>
              <a:rPr lang="en-US" dirty="0" smtClean="0"/>
              <a:t> job as last job</a:t>
            </a:r>
          </a:p>
          <a:p>
            <a:r>
              <a:rPr lang="en-US" dirty="0" smtClean="0"/>
              <a:t>Step-3: There are now n - 1 jobs left to be ordered. Reconstruct the table with reduced set of jobs and corresponding processing times</a:t>
            </a:r>
          </a:p>
          <a:p>
            <a:r>
              <a:rPr lang="en-US" dirty="0" smtClean="0"/>
              <a:t>Step-4: Repeat Step-1 thru </a:t>
            </a:r>
            <a:r>
              <a:rPr lang="en-US" dirty="0"/>
              <a:t>3</a:t>
            </a:r>
            <a:r>
              <a:rPr lang="en-US" dirty="0" smtClean="0"/>
              <a:t> until all jobs are ordered. 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19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361637"/>
              </p:ext>
            </p:extLst>
          </p:nvPr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591757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277328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008483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430821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220208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1268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41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5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</a:t>
                      </a:r>
                      <a:r>
                        <a:rPr lang="en-US" baseline="0" dirty="0" smtClean="0"/>
                        <a:t>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78817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54722"/>
              </p:ext>
            </p:extLst>
          </p:nvPr>
        </p:nvGraphicFramePr>
        <p:xfrm>
          <a:off x="1928483" y="319832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1099707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888211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1586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047253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97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88599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8387880"/>
              </p:ext>
            </p:extLst>
          </p:nvPr>
        </p:nvGraphicFramePr>
        <p:xfrm>
          <a:off x="838200" y="3944847"/>
          <a:ext cx="8763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591757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277328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1430821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9220208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312685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41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558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</a:t>
                      </a:r>
                      <a:r>
                        <a:rPr lang="en-US" baseline="0" dirty="0" smtClean="0"/>
                        <a:t>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788179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91653"/>
              </p:ext>
            </p:extLst>
          </p:nvPr>
        </p:nvGraphicFramePr>
        <p:xfrm>
          <a:off x="1850845" y="5247632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1099707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98882113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61586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70472531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56979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4885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/>
              <p14:cNvContentPartPr/>
              <p14:nvPr/>
            </p14:nvContentPartPr>
            <p14:xfrm>
              <a:off x="3312550" y="5312219"/>
              <a:ext cx="4334040" cy="8013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/>
              <a:stretch>
                <a:fillRect/>
              </a:stretch>
            </p:blipFill>
            <p:spPr>
              <a:xfrm>
                <a:off x="3295630" y="5285579"/>
                <a:ext cx="4381920" cy="8449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/>
          <p:cNvSpPr txBox="1"/>
          <p:nvPr/>
        </p:nvSpPr>
        <p:spPr>
          <a:xfrm>
            <a:off x="1265208" y="5888966"/>
            <a:ext cx="9506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Minimum Total Completion time and idle time of each machine also. How?</a:t>
            </a:r>
            <a:endParaRPr lang="en-US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778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Elapsed Time Calculation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9829173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46069823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020364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361015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 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1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   --- 1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1 --- 7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59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1 ---</a:t>
                      </a:r>
                      <a:r>
                        <a:rPr lang="en-US" baseline="0" dirty="0" smtClean="0"/>
                        <a:t> 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7 ---</a:t>
                      </a:r>
                      <a:r>
                        <a:rPr lang="en-US" baseline="0" dirty="0" smtClean="0"/>
                        <a:t> 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949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4 --- 13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15 --- 22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97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13 --- 23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23 --- 27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7517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23 --- 28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r>
                        <a:rPr lang="en-US" baseline="0" dirty="0" smtClean="0"/>
                        <a:t> --- 30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9317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/>
              <p14:cNvContentPartPr/>
              <p14:nvPr/>
            </p14:nvContentPartPr>
            <p14:xfrm>
              <a:off x="7817590" y="3318899"/>
              <a:ext cx="506880" cy="34596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98150" y="3307379"/>
                <a:ext cx="5486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/>
              <p14:cNvContentPartPr/>
              <p14:nvPr/>
            </p14:nvContentPartPr>
            <p14:xfrm>
              <a:off x="5176630" y="3907139"/>
              <a:ext cx="290520" cy="155160"/>
            </p14:xfrm>
          </p:contentPart>
        </mc:Choice>
        <mc:Fallback xmlns="">
          <p:pic>
            <p:nvPicPr>
              <p:cNvPr id="14" name="Ink 1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66190" y="3892019"/>
                <a:ext cx="31608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/>
              <p14:cNvContentPartPr/>
              <p14:nvPr/>
            </p14:nvContentPartPr>
            <p14:xfrm>
              <a:off x="7785190" y="3688259"/>
              <a:ext cx="447480" cy="37908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67550" y="3674579"/>
                <a:ext cx="48672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/>
              <p14:cNvContentPartPr/>
              <p14:nvPr/>
            </p14:nvContentPartPr>
            <p14:xfrm>
              <a:off x="7349950" y="3169499"/>
              <a:ext cx="2824920" cy="1861560"/>
            </p14:xfrm>
          </p:contentPart>
        </mc:Choice>
        <mc:Fallback xmlns="">
          <p:pic>
            <p:nvPicPr>
              <p:cNvPr id="32" name="Ink 3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37350" y="3155099"/>
                <a:ext cx="2851560" cy="189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4718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N-Jobs and 3-Machines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438" y="1407352"/>
            <a:ext cx="10515600" cy="4351338"/>
          </a:xfrm>
        </p:spPr>
        <p:txBody>
          <a:bodyPr/>
          <a:lstStyle/>
          <a:p>
            <a:r>
              <a:rPr lang="en-US" dirty="0"/>
              <a:t>This is difficult to solve for general </a:t>
            </a:r>
            <a:r>
              <a:rPr lang="en-US" dirty="0" smtClean="0"/>
              <a:t>class</a:t>
            </a:r>
          </a:p>
          <a:p>
            <a:r>
              <a:rPr lang="en-US" dirty="0" smtClean="0"/>
              <a:t>Only three machines (A,B and C are involved)</a:t>
            </a:r>
          </a:p>
          <a:p>
            <a:r>
              <a:rPr lang="en-US" dirty="0" smtClean="0"/>
              <a:t>Each job is processed in the prescribed A,B,C order only</a:t>
            </a:r>
          </a:p>
          <a:p>
            <a:r>
              <a:rPr lang="en-US" dirty="0" smtClean="0"/>
              <a:t>Transfer of jobs are not permitted</a:t>
            </a:r>
          </a:p>
          <a:p>
            <a:r>
              <a:rPr lang="en-US" dirty="0" smtClean="0"/>
              <a:t>Exact expected processing time in each machine for each job is known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124568"/>
              </p:ext>
            </p:extLst>
          </p:nvPr>
        </p:nvGraphicFramePr>
        <p:xfrm>
          <a:off x="2405811" y="4124223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9296965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519327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855317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59616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266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790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34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…..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…..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…..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898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r>
                        <a:rPr lang="en-US" baseline="-25000" dirty="0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B</a:t>
                      </a:r>
                      <a:r>
                        <a:rPr lang="en-US" baseline="-25000" dirty="0" err="1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r>
                        <a:rPr lang="en-US" baseline="-25000" dirty="0" smtClean="0"/>
                        <a:t>n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774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996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Optimal Solution 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far no general direct procedure is available</a:t>
            </a:r>
          </a:p>
          <a:p>
            <a:r>
              <a:rPr lang="en-US" dirty="0" smtClean="0"/>
              <a:t>Johnson’s method can be used </a:t>
            </a:r>
            <a:r>
              <a:rPr lang="en-US" dirty="0" err="1" smtClean="0"/>
              <a:t>ony</a:t>
            </a:r>
            <a:r>
              <a:rPr lang="en-US" dirty="0" smtClean="0"/>
              <a:t> if any or both of the following conditions are satisfied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 minimum time on Machine A &gt;= the Maximum time in machine 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The minimum time on Machine C &gt;= the maximum time in machine B</a:t>
            </a:r>
          </a:p>
          <a:p>
            <a:r>
              <a:rPr lang="en-US" dirty="0" smtClean="0"/>
              <a:t> Reformulate the problem with an equivalent n-jobs and 2-machine problem (fictitious machines G and H with corresponding time as</a:t>
            </a:r>
          </a:p>
          <a:p>
            <a:pPr lvl="4"/>
            <a:r>
              <a:rPr lang="en-US" sz="2800" dirty="0" err="1" smtClean="0"/>
              <a:t>G</a:t>
            </a:r>
            <a:r>
              <a:rPr lang="en-US" sz="2800" baseline="-25000" dirty="0" err="1" smtClean="0"/>
              <a:t>i</a:t>
            </a:r>
            <a:r>
              <a:rPr lang="en-US" sz="2800" dirty="0" smtClean="0"/>
              <a:t> = A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+ B</a:t>
            </a:r>
            <a:r>
              <a:rPr lang="en-US" sz="2800" baseline="-25000" dirty="0" smtClean="0"/>
              <a:t>i</a:t>
            </a:r>
          </a:p>
          <a:p>
            <a:pPr lvl="4"/>
            <a:r>
              <a:rPr lang="en-US" sz="2800" dirty="0" smtClean="0"/>
              <a:t>H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= B</a:t>
            </a:r>
            <a:r>
              <a:rPr lang="en-US" sz="2800" baseline="-25000" dirty="0" smtClean="0"/>
              <a:t>i</a:t>
            </a:r>
            <a:r>
              <a:rPr lang="en-US" sz="2800" dirty="0" smtClean="0"/>
              <a:t> + C</a:t>
            </a:r>
            <a:r>
              <a:rPr lang="en-US" sz="2800" baseline="-25000" dirty="0" smtClean="0"/>
              <a:t>i</a:t>
            </a:r>
            <a:endParaRPr lang="en-US" sz="2800" baseline="-25000" dirty="0"/>
          </a:p>
        </p:txBody>
      </p:sp>
    </p:spTree>
    <p:extLst>
      <p:ext uri="{BB962C8B-B14F-4D97-AF65-F5344CB8AC3E}">
        <p14:creationId xmlns:p14="http://schemas.microsoft.com/office/powerpoint/2010/main" val="237023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54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	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618826"/>
              </p:ext>
            </p:extLst>
          </p:nvPr>
        </p:nvGraphicFramePr>
        <p:xfrm>
          <a:off x="838200" y="1147014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668350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6987803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56234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2298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494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4007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309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375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200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85791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80227" y="3495400"/>
            <a:ext cx="7654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Min(A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) = 6,	Max (B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) = 6	Min(C</a:t>
            </a:r>
            <a:r>
              <a:rPr lang="en-US" sz="2400" baseline="-25000" dirty="0" smtClean="0"/>
              <a:t>i</a:t>
            </a:r>
            <a:r>
              <a:rPr lang="en-US" sz="2400" dirty="0" smtClean="0"/>
              <a:t>) = 4  (Rule-1 is satisfied)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420858"/>
              </p:ext>
            </p:extLst>
          </p:nvPr>
        </p:nvGraphicFramePr>
        <p:xfrm>
          <a:off x="2233283" y="4080411"/>
          <a:ext cx="8127999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8520888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9623872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7564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Jobs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Machine-H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405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90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740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301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39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42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658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2-Jobs and m-Machines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m machines (A1, A2, …, Am) and only two jobs (Job1 and Job 2) </a:t>
            </a:r>
          </a:p>
          <a:p>
            <a:r>
              <a:rPr lang="en-US" dirty="0" smtClean="0"/>
              <a:t>The ordering of jobs through these m machines are previously known. The ordering may not be same for both the jobs</a:t>
            </a:r>
          </a:p>
          <a:p>
            <a:r>
              <a:rPr lang="en-US" dirty="0" smtClean="0"/>
              <a:t>The expected processing time of each job in all m machines are known A</a:t>
            </a:r>
            <a:r>
              <a:rPr lang="en-US" baseline="-25000" dirty="0" smtClean="0"/>
              <a:t>1</a:t>
            </a:r>
            <a:r>
              <a:rPr lang="en-US" baseline="30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1</a:t>
            </a:r>
            <a:r>
              <a:rPr lang="en-US" dirty="0" smtClean="0"/>
              <a:t>, …A</a:t>
            </a:r>
            <a:r>
              <a:rPr lang="en-US" baseline="-25000" dirty="0" smtClean="0"/>
              <a:t>m</a:t>
            </a:r>
            <a:r>
              <a:rPr lang="en-US" baseline="30000" dirty="0" smtClean="0"/>
              <a:t>1</a:t>
            </a:r>
            <a:r>
              <a:rPr lang="en-US" dirty="0" smtClean="0"/>
              <a:t> and A</a:t>
            </a:r>
            <a:r>
              <a:rPr lang="en-US" baseline="-25000" dirty="0" smtClean="0"/>
              <a:t>1</a:t>
            </a:r>
            <a:r>
              <a:rPr lang="en-US" baseline="30000" dirty="0" smtClean="0"/>
              <a:t>2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,..A</a:t>
            </a:r>
            <a:r>
              <a:rPr lang="en-US" baseline="-25000" dirty="0" smtClean="0"/>
              <a:t>m</a:t>
            </a:r>
            <a:r>
              <a:rPr lang="en-US" baseline="30000" dirty="0" smtClean="0"/>
              <a:t>2</a:t>
            </a:r>
          </a:p>
          <a:p>
            <a:r>
              <a:rPr lang="en-US" dirty="0" smtClean="0"/>
              <a:t>Again the general direct method is not available</a:t>
            </a:r>
          </a:p>
          <a:p>
            <a:r>
              <a:rPr lang="en-US" dirty="0" smtClean="0"/>
              <a:t>The ordering of processing of jobs may be different </a:t>
            </a:r>
          </a:p>
          <a:p>
            <a:pPr lvl="1"/>
            <a:r>
              <a:rPr lang="en-US" dirty="0" smtClean="0"/>
              <a:t>Job-1 (A, B, C, D and E)</a:t>
            </a:r>
          </a:p>
          <a:p>
            <a:pPr lvl="1"/>
            <a:r>
              <a:rPr lang="en-US" dirty="0" smtClean="0"/>
              <a:t>Job-2 (C, D, A, E and 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336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Graphical Method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Step-1: Draw two axes, where horizontal (x) axis represents processing time on Job 1 and vertical (y) axis denote processing time on job 2</a:t>
            </a:r>
          </a:p>
          <a:p>
            <a:r>
              <a:rPr lang="en-US" dirty="0" smtClean="0"/>
              <a:t>Step-2: Lay out the machine time for two jobs on the corresponding axes as given in the processing order</a:t>
            </a:r>
          </a:p>
          <a:p>
            <a:pPr lvl="1"/>
            <a:r>
              <a:rPr lang="en-US" dirty="0" smtClean="0"/>
              <a:t>Machine A makes 2 </a:t>
            </a:r>
            <a:r>
              <a:rPr lang="en-US" dirty="0" err="1" smtClean="0"/>
              <a:t>hrs</a:t>
            </a:r>
            <a:r>
              <a:rPr lang="en-US" dirty="0" smtClean="0"/>
              <a:t> for job 1 and 5 </a:t>
            </a:r>
            <a:r>
              <a:rPr lang="en-US" dirty="0" err="1" smtClean="0"/>
              <a:t>hrs</a:t>
            </a:r>
            <a:r>
              <a:rPr lang="en-US" dirty="0" smtClean="0"/>
              <a:t> for job 2. Rectangle PQRS is for machine A. Similarly construct rectangles for machine B, C, D, and 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6769444"/>
              </p:ext>
            </p:extLst>
          </p:nvPr>
        </p:nvGraphicFramePr>
        <p:xfrm>
          <a:off x="1589177" y="1547801"/>
          <a:ext cx="8128001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97364338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78475146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053051334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39044449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38688920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12986553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670485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Seq.</a:t>
                      </a:r>
                      <a:r>
                        <a:rPr lang="en-US" baseline="0" dirty="0" smtClean="0"/>
                        <a:t> of 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95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77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Seq. of 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948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26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620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200" y="0"/>
            <a:ext cx="6605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32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Graphical Method Contd..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Step-3: Starting </a:t>
            </a:r>
            <a:r>
              <a:rPr lang="en-US" dirty="0"/>
              <a:t>from the origin O and moving through various states of completion points until ‘Finish’ is reached.</a:t>
            </a:r>
          </a:p>
          <a:p>
            <a:pPr lvl="1"/>
            <a:r>
              <a:rPr lang="en-US" dirty="0"/>
              <a:t>Moving right means Job 1 is processing (job 2 is idle), moving up means job 2 is processing (job 1 is idle) and moving diagonal means both jobs are processing (No job is idle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Both the jobs cannot be processed in the same machine simultaneously</a:t>
            </a:r>
          </a:p>
          <a:p>
            <a:r>
              <a:rPr lang="en-US" dirty="0" smtClean="0"/>
              <a:t>Step-4: Find optimal path: The path which minimizes the idle time for job 1 and idle time for job 2. Choose a path in which the diagonal movements are maximum</a:t>
            </a:r>
          </a:p>
          <a:p>
            <a:r>
              <a:rPr lang="en-US" dirty="0" smtClean="0"/>
              <a:t>Step-5: Find the total elapsed time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561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N-jobs and m-machines Sequencing Proble</a:t>
            </a:r>
            <a:r>
              <a:rPr lang="en-US" dirty="0"/>
              <a:t>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n jobs and m machines and processing order is fixed (M</a:t>
            </a:r>
            <a:r>
              <a:rPr lang="en-US" baseline="-25000" dirty="0" smtClean="0"/>
              <a:t>1</a:t>
            </a:r>
            <a:r>
              <a:rPr lang="en-US" dirty="0" smtClean="0"/>
              <a:t>, M</a:t>
            </a:r>
            <a:r>
              <a:rPr lang="en-US" baseline="-25000" dirty="0" smtClean="0"/>
              <a:t>2</a:t>
            </a:r>
            <a:r>
              <a:rPr lang="en-US" dirty="0" smtClean="0"/>
              <a:t>, M</a:t>
            </a:r>
            <a:r>
              <a:rPr lang="en-US" baseline="-25000" dirty="0" smtClean="0"/>
              <a:t>3</a:t>
            </a:r>
            <a:r>
              <a:rPr lang="en-US" dirty="0" smtClean="0"/>
              <a:t>, …M</a:t>
            </a:r>
            <a:r>
              <a:rPr lang="en-US" baseline="-25000" dirty="0" smtClean="0"/>
              <a:t>m</a:t>
            </a:r>
            <a:r>
              <a:rPr lang="en-US" dirty="0" smtClean="0"/>
              <a:t>),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ij</a:t>
            </a:r>
            <a:r>
              <a:rPr lang="en-US" baseline="-25000" dirty="0" smtClean="0"/>
              <a:t> </a:t>
            </a:r>
            <a:r>
              <a:rPr lang="en-US" dirty="0" smtClean="0"/>
              <a:t>denote </a:t>
            </a:r>
            <a:r>
              <a:rPr lang="en-US" dirty="0" err="1" smtClean="0"/>
              <a:t>tiem</a:t>
            </a:r>
            <a:r>
              <a:rPr lang="en-US" dirty="0" smtClean="0"/>
              <a:t> required by </a:t>
            </a:r>
            <a:r>
              <a:rPr lang="en-US" dirty="0" err="1" smtClean="0"/>
              <a:t>i</a:t>
            </a:r>
            <a:r>
              <a:rPr lang="en-US" baseline="30000" dirty="0" err="1" smtClean="0"/>
              <a:t>th</a:t>
            </a:r>
            <a:r>
              <a:rPr lang="en-US" dirty="0" smtClean="0"/>
              <a:t> machine to complete </a:t>
            </a:r>
            <a:r>
              <a:rPr lang="en-US" dirty="0" err="1" smtClean="0"/>
              <a:t>j</a:t>
            </a:r>
            <a:r>
              <a:rPr lang="en-US" baseline="30000" dirty="0" err="1" smtClean="0"/>
              <a:t>th</a:t>
            </a:r>
            <a:r>
              <a:rPr lang="en-US" dirty="0" smtClean="0"/>
              <a:t> job.</a:t>
            </a:r>
          </a:p>
          <a:p>
            <a:r>
              <a:rPr lang="en-US" dirty="0" smtClean="0"/>
              <a:t>Step-1: </a:t>
            </a:r>
          </a:p>
          <a:p>
            <a:pPr lvl="1"/>
            <a:r>
              <a:rPr lang="en-US" sz="2800" dirty="0" smtClean="0"/>
              <a:t>Find Min(T</a:t>
            </a:r>
            <a:r>
              <a:rPr lang="en-US" sz="2800" baseline="-25000" dirty="0" smtClean="0"/>
              <a:t>1j</a:t>
            </a:r>
            <a:r>
              <a:rPr lang="en-US" sz="2800" dirty="0" smtClean="0"/>
              <a:t>) and Min(</a:t>
            </a:r>
            <a:r>
              <a:rPr lang="en-US" sz="2800" dirty="0" err="1" smtClean="0"/>
              <a:t>T</a:t>
            </a:r>
            <a:r>
              <a:rPr lang="en-US" sz="2800" baseline="-25000" dirty="0" err="1" smtClean="0"/>
              <a:t>mj</a:t>
            </a:r>
            <a:r>
              <a:rPr lang="en-US" sz="2800" dirty="0" smtClean="0"/>
              <a:t>)</a:t>
            </a:r>
          </a:p>
          <a:p>
            <a:pPr lvl="1"/>
            <a:r>
              <a:rPr lang="en-US" sz="2800" dirty="0" smtClean="0"/>
              <a:t>Find Max(T</a:t>
            </a:r>
            <a:r>
              <a:rPr lang="en-US" sz="2800" baseline="-25000" dirty="0" smtClean="0"/>
              <a:t>2j</a:t>
            </a:r>
            <a:r>
              <a:rPr lang="en-US" sz="2800" dirty="0" smtClean="0"/>
              <a:t>, T</a:t>
            </a:r>
            <a:r>
              <a:rPr lang="en-US" sz="2800" baseline="-25000" dirty="0" smtClean="0"/>
              <a:t>3j</a:t>
            </a:r>
            <a:r>
              <a:rPr lang="en-US" sz="2800" dirty="0" smtClean="0"/>
              <a:t> ……T</a:t>
            </a:r>
            <a:r>
              <a:rPr lang="en-US" sz="2800" baseline="-25000" dirty="0" smtClean="0"/>
              <a:t>(m-1),j</a:t>
            </a:r>
            <a:r>
              <a:rPr lang="en-US" sz="2800" dirty="0" smtClean="0"/>
              <a:t> for j = 1,2,3,…n</a:t>
            </a:r>
          </a:p>
          <a:p>
            <a:r>
              <a:rPr lang="en-US" sz="3200" dirty="0" smtClean="0"/>
              <a:t>Step-2: Check whether</a:t>
            </a:r>
          </a:p>
          <a:p>
            <a:pPr marL="457200" lvl="1" indent="0">
              <a:buNone/>
            </a:pPr>
            <a:r>
              <a:rPr lang="en-US" sz="2800" dirty="0" smtClean="0"/>
              <a:t>	1. Min(T</a:t>
            </a:r>
            <a:r>
              <a:rPr lang="en-US" sz="2800" baseline="-25000" dirty="0" smtClean="0"/>
              <a:t>1j</a:t>
            </a:r>
            <a:r>
              <a:rPr lang="en-US" sz="2800" dirty="0" smtClean="0"/>
              <a:t>) &gt;= Max(</a:t>
            </a:r>
            <a:r>
              <a:rPr lang="en-US" sz="2800" dirty="0" err="1" smtClean="0"/>
              <a:t>T</a:t>
            </a:r>
            <a:r>
              <a:rPr lang="en-US" sz="2800" baseline="-25000" dirty="0" err="1"/>
              <a:t>i</a:t>
            </a:r>
            <a:r>
              <a:rPr lang="en-US" sz="2800" baseline="-25000" dirty="0" err="1" smtClean="0"/>
              <a:t>j</a:t>
            </a:r>
            <a:r>
              <a:rPr lang="en-US" sz="2800" dirty="0" smtClean="0"/>
              <a:t>) for </a:t>
            </a:r>
            <a:r>
              <a:rPr lang="en-US" sz="2800" dirty="0" err="1" smtClean="0"/>
              <a:t>i</a:t>
            </a:r>
            <a:r>
              <a:rPr lang="en-US" sz="2800" dirty="0" smtClean="0"/>
              <a:t>= 2, 3, …., m-1</a:t>
            </a:r>
          </a:p>
          <a:p>
            <a:pPr marL="457200" lvl="1" indent="0">
              <a:buNone/>
            </a:pPr>
            <a:r>
              <a:rPr lang="en-US" sz="2800" dirty="0" smtClean="0"/>
              <a:t>Or 2. Min(</a:t>
            </a:r>
            <a:r>
              <a:rPr lang="en-US" sz="2800" dirty="0" err="1" smtClean="0"/>
              <a:t>T</a:t>
            </a:r>
            <a:r>
              <a:rPr lang="en-US" sz="2800" baseline="-25000" dirty="0" err="1" smtClean="0"/>
              <a:t>mj</a:t>
            </a:r>
            <a:r>
              <a:rPr lang="en-US" sz="2800" dirty="0"/>
              <a:t>) &gt;= Max(</a:t>
            </a:r>
            <a:r>
              <a:rPr lang="en-US" sz="2800" dirty="0" err="1"/>
              <a:t>T</a:t>
            </a:r>
            <a:r>
              <a:rPr lang="en-US" sz="2800" baseline="-25000" dirty="0" err="1"/>
              <a:t>ij</a:t>
            </a:r>
            <a:r>
              <a:rPr lang="en-US" sz="2800" dirty="0"/>
              <a:t>) for </a:t>
            </a:r>
            <a:r>
              <a:rPr lang="en-US" sz="2800" dirty="0" err="1"/>
              <a:t>i</a:t>
            </a:r>
            <a:r>
              <a:rPr lang="en-US" sz="2800" dirty="0"/>
              <a:t>= 2, 3, …., m-1</a:t>
            </a:r>
          </a:p>
          <a:p>
            <a:pPr lvl="1"/>
            <a:r>
              <a:rPr lang="en-US" sz="2800" dirty="0" smtClean="0"/>
              <a:t>If none is satisfied, the method fails, Stop.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2788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N-Jobs and m-Machine Sequencing </a:t>
            </a:r>
            <a:r>
              <a:rPr lang="en-US" dirty="0" err="1" smtClean="0"/>
              <a:t>prolem</a:t>
            </a:r>
            <a:r>
              <a:rPr lang="en-US" dirty="0" smtClean="0"/>
              <a:t> contd..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Step-3: Convert the m-machine problem into 2-machine problem considering two fictitious machines G and H, such that</a:t>
            </a:r>
          </a:p>
          <a:p>
            <a:pPr lvl="1"/>
            <a:r>
              <a:rPr lang="en-US" dirty="0" err="1" smtClean="0"/>
              <a:t>T</a:t>
            </a:r>
            <a:r>
              <a:rPr lang="en-US" baseline="-25000" dirty="0" err="1" smtClean="0"/>
              <a:t>Gj</a:t>
            </a:r>
            <a:r>
              <a:rPr lang="en-US" dirty="0" smtClean="0"/>
              <a:t> = T</a:t>
            </a:r>
            <a:r>
              <a:rPr lang="en-US" baseline="-25000" dirty="0" smtClean="0"/>
              <a:t>1j</a:t>
            </a:r>
            <a:r>
              <a:rPr lang="en-US" dirty="0" smtClean="0"/>
              <a:t> + T</a:t>
            </a:r>
            <a:r>
              <a:rPr lang="en-US" baseline="-25000" dirty="0" smtClean="0"/>
              <a:t>2j</a:t>
            </a:r>
            <a:r>
              <a:rPr lang="en-US" dirty="0" smtClean="0"/>
              <a:t> + ….. + T</a:t>
            </a:r>
            <a:r>
              <a:rPr lang="en-US" baseline="-25000" dirty="0" smtClean="0"/>
              <a:t>m-1,j</a:t>
            </a:r>
          </a:p>
          <a:p>
            <a:pPr lvl="1"/>
            <a:r>
              <a:rPr lang="en-US" dirty="0" err="1" smtClean="0"/>
              <a:t>T</a:t>
            </a:r>
            <a:r>
              <a:rPr lang="en-US" baseline="-25000" dirty="0" err="1" smtClean="0"/>
              <a:t>Hj</a:t>
            </a:r>
            <a:r>
              <a:rPr lang="en-US" dirty="0" smtClean="0"/>
              <a:t> =  T</a:t>
            </a:r>
            <a:r>
              <a:rPr lang="en-US" baseline="-25000" dirty="0" smtClean="0"/>
              <a:t>2j</a:t>
            </a:r>
            <a:r>
              <a:rPr lang="en-US" dirty="0" smtClean="0"/>
              <a:t> + T</a:t>
            </a:r>
            <a:r>
              <a:rPr lang="en-US" baseline="-25000" dirty="0" smtClean="0"/>
              <a:t>3j</a:t>
            </a:r>
            <a:r>
              <a:rPr lang="en-US" dirty="0" smtClean="0"/>
              <a:t> + ….. +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m,j</a:t>
            </a:r>
            <a:r>
              <a:rPr lang="en-US" dirty="0" smtClean="0"/>
              <a:t> </a:t>
            </a:r>
          </a:p>
          <a:p>
            <a:r>
              <a:rPr lang="en-US" dirty="0" smtClean="0"/>
              <a:t>Step-4: Determine the optimal sequence using Johnson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70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585948"/>
              </p:ext>
            </p:extLst>
          </p:nvPr>
        </p:nvGraphicFramePr>
        <p:xfrm>
          <a:off x="793632" y="1805795"/>
          <a:ext cx="10560168" cy="1874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028">
                  <a:extLst>
                    <a:ext uri="{9D8B030D-6E8A-4147-A177-3AD203B41FA5}">
                      <a16:colId xmlns:a16="http://schemas.microsoft.com/office/drawing/2014/main" val="4046244274"/>
                    </a:ext>
                  </a:extLst>
                </a:gridCol>
                <a:gridCol w="1760028">
                  <a:extLst>
                    <a:ext uri="{9D8B030D-6E8A-4147-A177-3AD203B41FA5}">
                      <a16:colId xmlns:a16="http://schemas.microsoft.com/office/drawing/2014/main" val="3314328890"/>
                    </a:ext>
                  </a:extLst>
                </a:gridCol>
                <a:gridCol w="1760028">
                  <a:extLst>
                    <a:ext uri="{9D8B030D-6E8A-4147-A177-3AD203B41FA5}">
                      <a16:colId xmlns:a16="http://schemas.microsoft.com/office/drawing/2014/main" val="2062183999"/>
                    </a:ext>
                  </a:extLst>
                </a:gridCol>
                <a:gridCol w="1760028">
                  <a:extLst>
                    <a:ext uri="{9D8B030D-6E8A-4147-A177-3AD203B41FA5}">
                      <a16:colId xmlns:a16="http://schemas.microsoft.com/office/drawing/2014/main" val="3117305207"/>
                    </a:ext>
                  </a:extLst>
                </a:gridCol>
                <a:gridCol w="1760028">
                  <a:extLst>
                    <a:ext uri="{9D8B030D-6E8A-4147-A177-3AD203B41FA5}">
                      <a16:colId xmlns:a16="http://schemas.microsoft.com/office/drawing/2014/main" val="259463251"/>
                    </a:ext>
                  </a:extLst>
                </a:gridCol>
                <a:gridCol w="1760028">
                  <a:extLst>
                    <a:ext uri="{9D8B030D-6E8A-4147-A177-3AD203B41FA5}">
                      <a16:colId xmlns:a16="http://schemas.microsoft.com/office/drawing/2014/main" val="3897220057"/>
                    </a:ext>
                  </a:extLst>
                </a:gridCol>
              </a:tblGrid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5300"/>
                  </a:ext>
                </a:extLst>
              </a:tr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355607"/>
                  </a:ext>
                </a:extLst>
              </a:tr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144980"/>
                  </a:ext>
                </a:extLst>
              </a:tr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3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303407"/>
                  </a:ext>
                </a:extLst>
              </a:tr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4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4951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05464" y="3794932"/>
            <a:ext cx="94257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Min (T</a:t>
            </a:r>
            <a:r>
              <a:rPr lang="en-US" sz="2400" baseline="-25000" dirty="0" smtClean="0"/>
              <a:t>1j</a:t>
            </a:r>
            <a:r>
              <a:rPr lang="en-US" sz="2400" dirty="0" smtClean="0"/>
              <a:t>) = 9, Min(T</a:t>
            </a:r>
            <a:r>
              <a:rPr lang="en-US" sz="2400" baseline="-25000" dirty="0" smtClean="0"/>
              <a:t>4j</a:t>
            </a:r>
            <a:r>
              <a:rPr lang="en-US" sz="2400" dirty="0" smtClean="0"/>
              <a:t>) = 8, Max(T</a:t>
            </a:r>
            <a:r>
              <a:rPr lang="en-US" sz="2400" baseline="-25000" dirty="0" smtClean="0"/>
              <a:t>2j</a:t>
            </a:r>
            <a:r>
              <a:rPr lang="en-US" sz="2400" dirty="0" smtClean="0"/>
              <a:t>) = 6, Max(T</a:t>
            </a:r>
            <a:r>
              <a:rPr lang="en-US" sz="2400" baseline="-25000" dirty="0" smtClean="0"/>
              <a:t>3j</a:t>
            </a:r>
            <a:r>
              <a:rPr lang="en-US" sz="2400" dirty="0" smtClean="0"/>
              <a:t>) = 8</a:t>
            </a:r>
          </a:p>
          <a:p>
            <a:r>
              <a:rPr lang="en-US" sz="2400" dirty="0" smtClean="0"/>
              <a:t>        condition Min(T</a:t>
            </a:r>
            <a:r>
              <a:rPr lang="en-US" sz="2400" baseline="-25000" dirty="0"/>
              <a:t>1</a:t>
            </a:r>
            <a:r>
              <a:rPr lang="en-US" sz="2400" baseline="-25000" dirty="0" smtClean="0"/>
              <a:t>j</a:t>
            </a:r>
            <a:r>
              <a:rPr lang="en-US" sz="2400" dirty="0" smtClean="0"/>
              <a:t>) (9) &gt;= Max(T</a:t>
            </a:r>
            <a:r>
              <a:rPr lang="en-US" sz="2400" baseline="-25000" dirty="0" smtClean="0"/>
              <a:t>2j</a:t>
            </a:r>
            <a:r>
              <a:rPr lang="en-US" sz="2400" dirty="0" smtClean="0"/>
              <a:t>) (6) and Max(T</a:t>
            </a:r>
            <a:r>
              <a:rPr lang="en-US" sz="2400" baseline="-25000" dirty="0" smtClean="0"/>
              <a:t>3j</a:t>
            </a:r>
            <a:r>
              <a:rPr lang="en-US" sz="2400" dirty="0" smtClean="0"/>
              <a:t>) (8) is satisfied</a:t>
            </a:r>
          </a:p>
          <a:p>
            <a:r>
              <a:rPr lang="en-US" sz="2400" dirty="0"/>
              <a:t>a</a:t>
            </a:r>
            <a:r>
              <a:rPr lang="en-US" sz="2400" dirty="0" smtClean="0"/>
              <a:t>nd condition Min(T4j) (8) &gt;= Max(T2j) (6) and Max(T3j) (8) is satisfied</a:t>
            </a: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494376"/>
              </p:ext>
            </p:extLst>
          </p:nvPr>
        </p:nvGraphicFramePr>
        <p:xfrm>
          <a:off x="763079" y="5110368"/>
          <a:ext cx="10510566" cy="11244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1761">
                  <a:extLst>
                    <a:ext uri="{9D8B030D-6E8A-4147-A177-3AD203B41FA5}">
                      <a16:colId xmlns:a16="http://schemas.microsoft.com/office/drawing/2014/main" val="4046244274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3314328890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2062183999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3117305207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259463251"/>
                    </a:ext>
                  </a:extLst>
                </a:gridCol>
                <a:gridCol w="1751761">
                  <a:extLst>
                    <a:ext uri="{9D8B030D-6E8A-4147-A177-3AD203B41FA5}">
                      <a16:colId xmlns:a16="http://schemas.microsoft.com/office/drawing/2014/main" val="3897220057"/>
                    </a:ext>
                  </a:extLst>
                </a:gridCol>
              </a:tblGrid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Machine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Job-E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945300"/>
                  </a:ext>
                </a:extLst>
              </a:tr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355607"/>
                  </a:ext>
                </a:extLst>
              </a:tr>
              <a:tr h="374806">
                <a:tc>
                  <a:txBody>
                    <a:bodyPr/>
                    <a:lstStyle/>
                    <a:p>
                      <a:r>
                        <a:rPr lang="en-US" dirty="0" smtClean="0"/>
                        <a:t>M2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14498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346385" y="6377796"/>
            <a:ext cx="7361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Optimal Sequencing:  C     A      E      D      B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95436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Elapsed Time Calculation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36485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847866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6944022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2243919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788745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95506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Jobs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1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2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3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r>
                        <a:rPr lang="en-US" baseline="-25000" dirty="0" smtClean="0"/>
                        <a:t>4</a:t>
                      </a:r>
                      <a:endParaRPr 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077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0-9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9-14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14-19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19-32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395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9-20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20-24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24-30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32-45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91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20-36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36-42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42-46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46-57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57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36-52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52-54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54-62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62-71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8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52-65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65-68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68-75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smtClean="0"/>
                        <a:t>75-83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83928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/>
              <p14:cNvContentPartPr/>
              <p14:nvPr/>
            </p14:nvContentPartPr>
            <p14:xfrm>
              <a:off x="8935390" y="4523819"/>
              <a:ext cx="1968480" cy="1231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15230" y="4502219"/>
                <a:ext cx="2006280" cy="12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/>
              <p14:cNvContentPartPr/>
              <p14:nvPr/>
            </p14:nvContentPartPr>
            <p14:xfrm>
              <a:off x="9909190" y="3913619"/>
              <a:ext cx="360" cy="36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904150" y="3908579"/>
                <a:ext cx="10440" cy="1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/>
              <p14:cNvContentPartPr/>
              <p14:nvPr/>
            </p14:nvContentPartPr>
            <p14:xfrm>
              <a:off x="9913870" y="3868259"/>
              <a:ext cx="222840" cy="74808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904150" y="3850619"/>
                <a:ext cx="252720" cy="79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8852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1561</Words>
  <Application>Microsoft Office PowerPoint</Application>
  <PresentationFormat>Widescreen</PresentationFormat>
  <Paragraphs>348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Computer based Optimization Technique Lecture-IX</vt:lpstr>
      <vt:lpstr>Job Sequencing Problem</vt:lpstr>
      <vt:lpstr>Definitions</vt:lpstr>
      <vt:lpstr>Mathematical Representations</vt:lpstr>
      <vt:lpstr>Terminology and Notations</vt:lpstr>
      <vt:lpstr>Principal Assumptions</vt:lpstr>
      <vt:lpstr>Solution to Sequencing Problem</vt:lpstr>
      <vt:lpstr>N jobs and Two Machines  (Johnson’s Algorithm)</vt:lpstr>
      <vt:lpstr>Example</vt:lpstr>
      <vt:lpstr>Total Elapsed Time Calculation</vt:lpstr>
      <vt:lpstr>N-Jobs and 3-Machines </vt:lpstr>
      <vt:lpstr>Optimal Solution  </vt:lpstr>
      <vt:lpstr>Example </vt:lpstr>
      <vt:lpstr>2-Jobs and m-Machines</vt:lpstr>
      <vt:lpstr>Graphical Method </vt:lpstr>
      <vt:lpstr>PowerPoint Presentation</vt:lpstr>
      <vt:lpstr>Graphical Method Contd..</vt:lpstr>
      <vt:lpstr>N-jobs and m-machines Sequencing Problem</vt:lpstr>
      <vt:lpstr>N-Jobs and m-Machine Sequencing prolem contd..</vt:lpstr>
      <vt:lpstr>Example</vt:lpstr>
      <vt:lpstr>Total Elapsed Time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based Optimization Technique Lecture-VI</dc:title>
  <dc:creator>S K Udgata</dc:creator>
  <cp:lastModifiedBy>S K Udgata</cp:lastModifiedBy>
  <cp:revision>87</cp:revision>
  <dcterms:created xsi:type="dcterms:W3CDTF">2021-03-04T03:34:05Z</dcterms:created>
  <dcterms:modified xsi:type="dcterms:W3CDTF">2022-04-04T06:47:51Z</dcterms:modified>
</cp:coreProperties>
</file>